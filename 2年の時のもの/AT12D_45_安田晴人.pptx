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FAA12-E10C-425C-80EE-943EE97A6AAD}" v="7" dt="2024-05-05T07:49:15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12D09340 藤田昌太" userId="4001b410-5f83-4941-b03c-d83353525d60" providerId="ADAL" clId="{003FAA12-E10C-425C-80EE-943EE97A6AAD}"/>
    <pc:docChg chg="custSel modSld">
      <pc:chgData name="THAT12D09340 藤田昌太" userId="4001b410-5f83-4941-b03c-d83353525d60" providerId="ADAL" clId="{003FAA12-E10C-425C-80EE-943EE97A6AAD}" dt="2024-05-05T07:57:01.235" v="207" actId="1076"/>
      <pc:docMkLst>
        <pc:docMk/>
      </pc:docMkLst>
      <pc:sldChg chg="addSp delSp modSp mod">
        <pc:chgData name="THAT12D09340 藤田昌太" userId="4001b410-5f83-4941-b03c-d83353525d60" providerId="ADAL" clId="{003FAA12-E10C-425C-80EE-943EE97A6AAD}" dt="2024-05-05T07:57:01.235" v="207" actId="1076"/>
        <pc:sldMkLst>
          <pc:docMk/>
          <pc:sldMk cId="2935430769" sldId="256"/>
        </pc:sldMkLst>
        <pc:spChg chg="add mod">
          <ac:chgData name="THAT12D09340 藤田昌太" userId="4001b410-5f83-4941-b03c-d83353525d60" providerId="ADAL" clId="{003FAA12-E10C-425C-80EE-943EE97A6AAD}" dt="2024-05-05T07:56:40.172" v="205" actId="1076"/>
          <ac:spMkLst>
            <pc:docMk/>
            <pc:sldMk cId="2935430769" sldId="256"/>
            <ac:spMk id="8" creationId="{084BFAE5-0A95-39CE-8986-98A8BE917065}"/>
          </ac:spMkLst>
        </pc:spChg>
        <pc:spChg chg="add mod">
          <ac:chgData name="THAT12D09340 藤田昌太" userId="4001b410-5f83-4941-b03c-d83353525d60" providerId="ADAL" clId="{003FAA12-E10C-425C-80EE-943EE97A6AAD}" dt="2024-05-05T07:56:44.677" v="206" actId="1076"/>
          <ac:spMkLst>
            <pc:docMk/>
            <pc:sldMk cId="2935430769" sldId="256"/>
            <ac:spMk id="11" creationId="{441203E2-D1EE-6F84-56C1-4E3790C7926A}"/>
          </ac:spMkLst>
        </pc:spChg>
        <pc:spChg chg="add mod">
          <ac:chgData name="THAT12D09340 藤田昌太" userId="4001b410-5f83-4941-b03c-d83353525d60" providerId="ADAL" clId="{003FAA12-E10C-425C-80EE-943EE97A6AAD}" dt="2024-05-05T07:57:01.235" v="207" actId="1076"/>
          <ac:spMkLst>
            <pc:docMk/>
            <pc:sldMk cId="2935430769" sldId="256"/>
            <ac:spMk id="14" creationId="{6D4F63C5-B7B6-3245-36D4-95D44F008627}"/>
          </ac:spMkLst>
        </pc:spChg>
        <pc:grpChg chg="del mod">
          <ac:chgData name="THAT12D09340 藤田昌太" userId="4001b410-5f83-4941-b03c-d83353525d60" providerId="ADAL" clId="{003FAA12-E10C-425C-80EE-943EE97A6AAD}" dt="2024-05-05T07:45:16.643" v="12" actId="478"/>
          <ac:grpSpMkLst>
            <pc:docMk/>
            <pc:sldMk cId="2935430769" sldId="256"/>
            <ac:grpSpMk id="66" creationId="{DECA1961-BF06-D588-6756-6F475DC62A45}"/>
          </ac:grpSpMkLst>
        </pc:grpChg>
        <pc:picChg chg="add del mod">
          <ac:chgData name="THAT12D09340 藤田昌太" userId="4001b410-5f83-4941-b03c-d83353525d60" providerId="ADAL" clId="{003FAA12-E10C-425C-80EE-943EE97A6AAD}" dt="2024-05-05T07:44:54.613" v="11" actId="478"/>
          <ac:picMkLst>
            <pc:docMk/>
            <pc:sldMk cId="2935430769" sldId="256"/>
            <ac:picMk id="3" creationId="{AA858A1F-DE11-4952-C881-68AEBBA88C63}"/>
          </ac:picMkLst>
        </pc:picChg>
        <pc:picChg chg="add mod">
          <ac:chgData name="THAT12D09340 藤田昌太" userId="4001b410-5f83-4941-b03c-d83353525d60" providerId="ADAL" clId="{003FAA12-E10C-425C-80EE-943EE97A6AAD}" dt="2024-05-05T07:45:39.801" v="17" actId="1076"/>
          <ac:picMkLst>
            <pc:docMk/>
            <pc:sldMk cId="2935430769" sldId="256"/>
            <ac:picMk id="5" creationId="{D8A0583C-E1EE-DA2D-2E7F-9255451DCBFA}"/>
          </ac:picMkLst>
        </pc:picChg>
        <pc:picChg chg="add mod">
          <ac:chgData name="THAT12D09340 藤田昌太" userId="4001b410-5f83-4941-b03c-d83353525d60" providerId="ADAL" clId="{003FAA12-E10C-425C-80EE-943EE97A6AAD}" dt="2024-05-05T07:47:12.189" v="46" actId="14100"/>
          <ac:picMkLst>
            <pc:docMk/>
            <pc:sldMk cId="2935430769" sldId="256"/>
            <ac:picMk id="10" creationId="{2BB7A72F-FDD4-2B24-E3A0-99B1754CB928}"/>
          </ac:picMkLst>
        </pc:picChg>
        <pc:picChg chg="add mod">
          <ac:chgData name="THAT12D09340 藤田昌太" userId="4001b410-5f83-4941-b03c-d83353525d60" providerId="ADAL" clId="{003FAA12-E10C-425C-80EE-943EE97A6AAD}" dt="2024-05-05T07:49:09.536" v="75" actId="1076"/>
          <ac:picMkLst>
            <pc:docMk/>
            <pc:sldMk cId="2935430769" sldId="256"/>
            <ac:picMk id="13" creationId="{3AEDDC54-A2E5-2304-389D-D7CC4DBF676D}"/>
          </ac:picMkLst>
        </pc:picChg>
        <pc:picChg chg="del">
          <ac:chgData name="THAT12D09340 藤田昌太" userId="4001b410-5f83-4941-b03c-d83353525d60" providerId="ADAL" clId="{003FAA12-E10C-425C-80EE-943EE97A6AAD}" dt="2024-05-05T07:38:55.727" v="0" actId="478"/>
          <ac:picMkLst>
            <pc:docMk/>
            <pc:sldMk cId="2935430769" sldId="256"/>
            <ac:picMk id="83" creationId="{36BA98A6-5944-2104-3149-0368F9432ECD}"/>
          </ac:picMkLst>
        </pc:picChg>
      </pc:sldChg>
    </pc:docChg>
  </pc:docChgLst>
  <pc:docChgLst>
    <pc:chgData name="THAT12D09323 酒井智弥" userId="S::ths30284@ths.hal.ac.jp::e62abb54-43e6-4c2e-bb86-b95a50ce0492" providerId="AD" clId="Web-{C1C939B0-04D3-4EAC-AC03-C03CB86B4C5C}"/>
    <pc:docChg chg="modSld">
      <pc:chgData name="THAT12D09323 酒井智弥" userId="S::ths30284@ths.hal.ac.jp::e62abb54-43e6-4c2e-bb86-b95a50ce0492" providerId="AD" clId="Web-{C1C939B0-04D3-4EAC-AC03-C03CB86B4C5C}" dt="2024-05-03T05:19:02.066" v="0" actId="1076"/>
      <pc:docMkLst>
        <pc:docMk/>
      </pc:docMkLst>
      <pc:sldChg chg="modSp">
        <pc:chgData name="THAT12D09323 酒井智弥" userId="S::ths30284@ths.hal.ac.jp::e62abb54-43e6-4c2e-bb86-b95a50ce0492" providerId="AD" clId="Web-{C1C939B0-04D3-4EAC-AC03-C03CB86B4C5C}" dt="2024-05-03T05:19:02.066" v="0" actId="1076"/>
        <pc:sldMkLst>
          <pc:docMk/>
          <pc:sldMk cId="2935430769" sldId="256"/>
        </pc:sldMkLst>
        <pc:picChg chg="mod">
          <ac:chgData name="THAT12D09323 酒井智弥" userId="S::ths30284@ths.hal.ac.jp::e62abb54-43e6-4c2e-bb86-b95a50ce0492" providerId="AD" clId="Web-{C1C939B0-04D3-4EAC-AC03-C03CB86B4C5C}" dt="2024-05-03T05:19:02.066" v="0" actId="1076"/>
          <ac:picMkLst>
            <pc:docMk/>
            <pc:sldMk cId="2935430769" sldId="256"/>
            <ac:picMk id="83" creationId="{36BA98A6-5944-2104-3149-0368F9432ECD}"/>
          </ac:picMkLst>
        </pc:picChg>
      </pc:sldChg>
    </pc:docChg>
  </pc:docChgLst>
  <pc:docChgLst>
    <pc:chgData name="THAT12D09326 佐藤秀城" userId="S::ths35020@ths.hal.ac.jp::91c20e53-9612-4f29-9f6d-d7bde0d6cc1c" providerId="AD" clId="Web-{D616FFE6-2558-6B25-4AD6-9D27C7E6D549}"/>
    <pc:docChg chg="modSld">
      <pc:chgData name="THAT12D09326 佐藤秀城" userId="S::ths35020@ths.hal.ac.jp::91c20e53-9612-4f29-9f6d-d7bde0d6cc1c" providerId="AD" clId="Web-{D616FFE6-2558-6B25-4AD6-9D27C7E6D549}" dt="2024-05-03T05:54:57.137" v="0" actId="1076"/>
      <pc:docMkLst>
        <pc:docMk/>
      </pc:docMkLst>
      <pc:sldChg chg="modSp">
        <pc:chgData name="THAT12D09326 佐藤秀城" userId="S::ths35020@ths.hal.ac.jp::91c20e53-9612-4f29-9f6d-d7bde0d6cc1c" providerId="AD" clId="Web-{D616FFE6-2558-6B25-4AD6-9D27C7E6D549}" dt="2024-05-03T05:54:57.137" v="0" actId="1076"/>
        <pc:sldMkLst>
          <pc:docMk/>
          <pc:sldMk cId="2935430769" sldId="256"/>
        </pc:sldMkLst>
        <pc:picChg chg="mod">
          <ac:chgData name="THAT12D09326 佐藤秀城" userId="S::ths35020@ths.hal.ac.jp::91c20e53-9612-4f29-9f6d-d7bde0d6cc1c" providerId="AD" clId="Web-{D616FFE6-2558-6B25-4AD6-9D27C7E6D549}" dt="2024-05-03T05:54:57.137" v="0" actId="1076"/>
          <ac:picMkLst>
            <pc:docMk/>
            <pc:sldMk cId="2935430769" sldId="256"/>
            <ac:picMk id="83" creationId="{36BA98A6-5944-2104-3149-0368F9432ECD}"/>
          </ac:picMkLst>
        </pc:picChg>
      </pc:sldChg>
    </pc:docChg>
  </pc:docChgLst>
  <pc:docChgLst>
    <pc:chgData name="THAT12D09312 梶野優香" userId="S::ths31344@ths.hal.ac.jp::5be3a0fb-8e07-446c-b1fc-31d34e889964" providerId="AD" clId="Web-{206964FC-02C8-E704-67C9-FBA160A26381}"/>
    <pc:docChg chg="modSld">
      <pc:chgData name="THAT12D09312 梶野優香" userId="S::ths31344@ths.hal.ac.jp::5be3a0fb-8e07-446c-b1fc-31d34e889964" providerId="AD" clId="Web-{206964FC-02C8-E704-67C9-FBA160A26381}" dt="2024-05-02T10:27:37.004" v="1" actId="1076"/>
      <pc:docMkLst>
        <pc:docMk/>
      </pc:docMkLst>
      <pc:sldChg chg="modSp">
        <pc:chgData name="THAT12D09312 梶野優香" userId="S::ths31344@ths.hal.ac.jp::5be3a0fb-8e07-446c-b1fc-31d34e889964" providerId="AD" clId="Web-{206964FC-02C8-E704-67C9-FBA160A26381}" dt="2024-05-02T10:27:37.004" v="1" actId="1076"/>
        <pc:sldMkLst>
          <pc:docMk/>
          <pc:sldMk cId="2935430769" sldId="256"/>
        </pc:sldMkLst>
        <pc:picChg chg="mod">
          <ac:chgData name="THAT12D09312 梶野優香" userId="S::ths31344@ths.hal.ac.jp::5be3a0fb-8e07-446c-b1fc-31d34e889964" providerId="AD" clId="Web-{206964FC-02C8-E704-67C9-FBA160A26381}" dt="2024-05-02T10:27:37.004" v="1" actId="1076"/>
          <ac:picMkLst>
            <pc:docMk/>
            <pc:sldMk cId="2935430769" sldId="256"/>
            <ac:picMk id="83" creationId="{36BA98A6-5944-2104-3149-0368F9432E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D18CA4-C485-0A2E-D2A8-DEA2DB081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37F7B4-0680-4638-DACF-45D21D69A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CA2CA8-6E7C-46B6-FFCF-4C529B65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E97EAA-47C8-D4F2-4634-21CCD7EC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76FC13-F8E3-21F2-943A-FA74472E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62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F638E8-7336-D0FA-D679-3074C83E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6C8A44-E25A-F4B2-CD42-58ACA9597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40C3C1-45EC-1472-F196-279FCEF4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A26437-7E7D-E6B7-8D5B-AB3C4FC8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4CF5DF-1198-08D7-75F8-57F2D706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23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58FD9-2F71-43C8-FCF2-F4C69C49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DB7797-A90D-D066-B319-0186756A7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954547-6A6D-E48B-0619-47A8A1A7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DCCA17-CEAF-2828-5F2B-F5623603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F4B065-576A-AC2F-6F3E-A502C932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4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8ED591-513C-3653-0FC9-FF6C5115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CBC8D1-9CD9-B2E9-E702-E64CB5462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534F88-B9A1-3BAA-7FC5-CFBF4D799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A090BB-27D3-FA55-ECDD-07A3137C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BBFE87-58DD-59A2-96DA-99A2F830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E2FEF1-20BB-AE8C-6909-38F2D438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23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9CD6C-A0F3-3C8C-C161-C48BA110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BDB634-40B0-4042-31A8-1D07DF358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66132D-539F-1E15-354B-CC4982AB0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EDDB927-296B-517D-FADD-1361AB777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626CB53-1915-D6AE-5B28-85C129BD1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985584-D58C-C847-D941-E116E998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1DBC-6402-1C7C-17FD-F1A935E2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F0490D4-AFD3-DFB9-6384-D87A18EF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91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CA32D1-8751-A616-8935-8C3EAE43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85F209-086A-6E2C-FC83-131593A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E577356-5BFD-F63C-BDB3-CBCF3F32B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A4AF124-3EE9-22D9-5735-7C6030CE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42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CEF9E8-C80C-B049-FE91-298B5C30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A4D310-C7ED-06C2-CEC2-F670E90E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E93F86-D7B6-ED7D-CB53-D57BE2BF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33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4BFC66-E95D-5DF0-202A-2E35FA51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8A9DBA-9205-E6D9-D7E7-CAB7FBA5F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DBDC6A-B495-232E-D207-FCAB90E07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540BC6-F1E2-45DC-7D66-0B7DEC0C8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C42C8C-553A-D68C-F02C-F543004A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7E3859-7C16-1024-BD6A-737675D2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15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C49D3-6C96-5B1C-6FC6-94DF8E93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D99329-1663-AFE0-4A8A-8D014857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5ADED4-4BFB-6E30-D551-EC8AFA70B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47D913-AF8C-CB00-6396-111F5C84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E91ECD-0C50-477A-6D71-FD33A838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443401-C670-1F75-74D7-5493A86EF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7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F64667-CC6E-6AE2-9BE4-E74497B9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046D43-437F-5ED4-8009-8AE1B1C99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5D0BAD-4A05-BE17-7E11-EF058A8E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512C4-95B1-D1C1-9F3C-57586D71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3672D5-D720-F7D2-8905-DC042F9F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36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193D86-CAE8-7FFC-D629-E9F60A414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F3EB4D-B60A-0BBA-0423-305EA819C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82BB13-C4DF-469B-1328-AE13C9D1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DB4A67-4D01-4E14-D5B6-DE8B14BC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7BED3A-DABC-94D5-6C35-34DF46B2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48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78EEDE9-4487-FB79-9C16-F10F59BF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298D4E-B66E-B0D6-18C7-D5950D76D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B5F059-D047-9D22-D015-C9F1240FC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2FE58-8404-44BB-BB79-10BA8D256AE3}" type="datetimeFigureOut">
              <a:rPr kumimoji="1" lang="ja-JP" altLang="en-US" smtClean="0"/>
              <a:t>2024/5/6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FF2C96-6D0E-F482-2DD0-0187785C5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4D4D3C-D704-6C68-D451-2070F2FD2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E2C39-8CBE-44CF-A4B8-34AECC7459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05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D6F499F-F33D-8479-146F-0436D33CAF4D}"/>
              </a:ext>
            </a:extLst>
          </p:cNvPr>
          <p:cNvSpPr/>
          <p:nvPr/>
        </p:nvSpPr>
        <p:spPr>
          <a:xfrm>
            <a:off x="0" y="0"/>
            <a:ext cx="12192000" cy="45228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他己紹介フォーマット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03C39757-1D9B-9C7D-5981-AEC65A166132}"/>
              </a:ext>
            </a:extLst>
          </p:cNvPr>
          <p:cNvCxnSpPr/>
          <p:nvPr/>
        </p:nvCxnSpPr>
        <p:spPr>
          <a:xfrm>
            <a:off x="200087" y="3596640"/>
            <a:ext cx="115165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83E60883-8F69-6DA6-7143-0D4808769817}"/>
              </a:ext>
            </a:extLst>
          </p:cNvPr>
          <p:cNvCxnSpPr>
            <a:cxnSpLocks/>
          </p:cNvCxnSpPr>
          <p:nvPr/>
        </p:nvCxnSpPr>
        <p:spPr>
          <a:xfrm flipV="1">
            <a:off x="4021301" y="650241"/>
            <a:ext cx="2131" cy="604519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7FD1560E-2EA8-5E71-E3E6-ACE94860039F}"/>
              </a:ext>
            </a:extLst>
          </p:cNvPr>
          <p:cNvCxnSpPr>
            <a:cxnSpLocks/>
          </p:cNvCxnSpPr>
          <p:nvPr/>
        </p:nvCxnSpPr>
        <p:spPr>
          <a:xfrm flipV="1">
            <a:off x="8020994" y="650241"/>
            <a:ext cx="2131" cy="604519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4BFAE5-0A95-39CE-8986-98A8BE917065}"/>
              </a:ext>
            </a:extLst>
          </p:cNvPr>
          <p:cNvSpPr txBox="1"/>
          <p:nvPr/>
        </p:nvSpPr>
        <p:spPr>
          <a:xfrm>
            <a:off x="2065601" y="4001113"/>
            <a:ext cx="21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ewDokabenFont" panose="02000503000000000000" pitchFamily="50" charset="-128"/>
                <a:ea typeface="NewDokabenFont" panose="02000503000000000000" pitchFamily="50" charset="-128"/>
              </a:rPr>
              <a:t>みずの　けいすけ</a:t>
            </a:r>
          </a:p>
        </p:txBody>
      </p:sp>
      <p:pic>
        <p:nvPicPr>
          <p:cNvPr id="3" name="図 2" descr="白いシャツを着た少年&#10;&#10;自動的に生成された説明">
            <a:extLst>
              <a:ext uri="{FF2B5EF4-FFF2-40B4-BE49-F238E27FC236}">
                <a16:creationId xmlns:a16="http://schemas.microsoft.com/office/drawing/2014/main" id="{7D5665EB-66CA-4F34-B55B-08642F27E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04" y="3951167"/>
            <a:ext cx="1915018" cy="255278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B871A0-EFB2-4439-FEB9-81A8012139EB}"/>
              </a:ext>
            </a:extLst>
          </p:cNvPr>
          <p:cNvSpPr txBox="1"/>
          <p:nvPr/>
        </p:nvSpPr>
        <p:spPr>
          <a:xfrm>
            <a:off x="2186468" y="4478812"/>
            <a:ext cx="162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志望進路</a:t>
            </a:r>
            <a:endParaRPr kumimoji="1" lang="en-US" altLang="ja-JP" dirty="0"/>
          </a:p>
          <a:p>
            <a:r>
              <a:rPr lang="ja-JP" altLang="en-US" dirty="0"/>
              <a:t>プログラマー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F6A4CB-8521-D139-65AF-8C3A4A0B32E7}"/>
              </a:ext>
            </a:extLst>
          </p:cNvPr>
          <p:cNvSpPr txBox="1"/>
          <p:nvPr/>
        </p:nvSpPr>
        <p:spPr>
          <a:xfrm>
            <a:off x="2186468" y="5296258"/>
            <a:ext cx="17810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好きなゲーム</a:t>
            </a:r>
            <a:endParaRPr kumimoji="1" lang="en-US" altLang="ja-JP" dirty="0"/>
          </a:p>
          <a:p>
            <a:r>
              <a:rPr lang="ja-JP" altLang="en-US" sz="1600" dirty="0"/>
              <a:t>原神、</a:t>
            </a:r>
            <a:r>
              <a:rPr lang="en-US" altLang="ja-JP" sz="1600" dirty="0" err="1"/>
              <a:t>warframe</a:t>
            </a:r>
            <a:endParaRPr lang="en-US" altLang="ja-JP" sz="1600" dirty="0"/>
          </a:p>
          <a:p>
            <a:r>
              <a:rPr kumimoji="1" lang="ja-JP" altLang="en-US" dirty="0"/>
              <a:t>好きな食べ物</a:t>
            </a:r>
            <a:endParaRPr kumimoji="1" lang="en-US" altLang="ja-JP" dirty="0"/>
          </a:p>
          <a:p>
            <a:r>
              <a:rPr kumimoji="1" lang="ja-JP" altLang="en-US" sz="1600" dirty="0"/>
              <a:t>ソーキそば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311603-B1E2-1DB2-5432-9FFA1DCF736B}"/>
              </a:ext>
            </a:extLst>
          </p:cNvPr>
          <p:cNvSpPr txBox="1"/>
          <p:nvPr/>
        </p:nvSpPr>
        <p:spPr>
          <a:xfrm>
            <a:off x="10031487" y="851821"/>
            <a:ext cx="21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NewDokabenFont" panose="02000503000000000000" pitchFamily="50" charset="-128"/>
                <a:ea typeface="NewDokabenFont" panose="02000503000000000000" pitchFamily="50" charset="-128"/>
              </a:rPr>
              <a:t>ほりこし　りょう</a:t>
            </a:r>
            <a:endParaRPr kumimoji="1" lang="ja-JP" altLang="en-US" dirty="0">
              <a:latin typeface="NewDokabenFont" panose="02000503000000000000" pitchFamily="50" charset="-128"/>
              <a:ea typeface="NewDokabenFont" panose="02000503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2E185E-A37F-A53F-3D44-EA22393233F3}"/>
              </a:ext>
            </a:extLst>
          </p:cNvPr>
          <p:cNvSpPr txBox="1"/>
          <p:nvPr/>
        </p:nvSpPr>
        <p:spPr>
          <a:xfrm>
            <a:off x="10199340" y="1278088"/>
            <a:ext cx="162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志望進路</a:t>
            </a:r>
            <a:endParaRPr kumimoji="1" lang="en-US" altLang="ja-JP" dirty="0"/>
          </a:p>
          <a:p>
            <a:r>
              <a:rPr kumimoji="1" lang="ja-JP" altLang="en-US" dirty="0"/>
              <a:t>プランナー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E9064FD-9379-6EE9-D5ED-356C2E7394C9}"/>
              </a:ext>
            </a:extLst>
          </p:cNvPr>
          <p:cNvSpPr txBox="1"/>
          <p:nvPr/>
        </p:nvSpPr>
        <p:spPr>
          <a:xfrm>
            <a:off x="10151495" y="1924419"/>
            <a:ext cx="178103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趣味</a:t>
            </a:r>
            <a:endParaRPr kumimoji="1" lang="en-US" altLang="ja-JP" dirty="0"/>
          </a:p>
          <a:p>
            <a:r>
              <a:rPr lang="ja-JP" altLang="en-US" sz="1400" dirty="0"/>
              <a:t>ゲーム、サイクリング、カラオケ等</a:t>
            </a:r>
            <a:endParaRPr lang="en-US" altLang="ja-JP" sz="1400" dirty="0"/>
          </a:p>
          <a:p>
            <a:r>
              <a:rPr kumimoji="1" lang="ja-JP" altLang="en-US" dirty="0"/>
              <a:t>好きな食べ物</a:t>
            </a:r>
            <a:endParaRPr kumimoji="1" lang="en-US" altLang="ja-JP" dirty="0"/>
          </a:p>
          <a:p>
            <a:r>
              <a:rPr lang="ja-JP" altLang="en-US" sz="1400" dirty="0"/>
              <a:t>じゃがりこ</a:t>
            </a:r>
            <a:endParaRPr lang="en-US" altLang="ja-JP" sz="1400" dirty="0"/>
          </a:p>
          <a:p>
            <a:r>
              <a:rPr kumimoji="1" lang="ja-JP" altLang="en-US" sz="1400" dirty="0"/>
              <a:t>ローストビーフ</a:t>
            </a:r>
          </a:p>
        </p:txBody>
      </p:sp>
      <p:pic>
        <p:nvPicPr>
          <p:cNvPr id="19" name="図 18" descr="帽子をかぶっている少年&#10;&#10;中程度の精度で自動的に生成された説明">
            <a:extLst>
              <a:ext uri="{FF2B5EF4-FFF2-40B4-BE49-F238E27FC236}">
                <a16:creationId xmlns:a16="http://schemas.microsoft.com/office/drawing/2014/main" id="{3BE74B12-35B4-506C-F2F2-8DBCC7D4E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561" y="851821"/>
            <a:ext cx="1912885" cy="254993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B9ECB3C-5328-20B7-AFAB-8C3CDB3B9CD8}"/>
              </a:ext>
            </a:extLst>
          </p:cNvPr>
          <p:cNvSpPr txBox="1"/>
          <p:nvPr/>
        </p:nvSpPr>
        <p:spPr>
          <a:xfrm>
            <a:off x="1988973" y="824332"/>
            <a:ext cx="21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NewDokabenFont" panose="02000503000000000000" pitchFamily="50" charset="-128"/>
                <a:ea typeface="NewDokabenFont" panose="02000503000000000000" pitchFamily="50" charset="-128"/>
              </a:rPr>
              <a:t>たかはし　さひろ</a:t>
            </a:r>
            <a:endParaRPr kumimoji="1" lang="ja-JP" altLang="en-US" dirty="0">
              <a:latin typeface="NewDokabenFont" panose="02000503000000000000" pitchFamily="50" charset="-128"/>
              <a:ea typeface="NewDokabenFont" panose="02000503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E9AA678-4330-45DF-413E-CFCCDBC62FC7}"/>
              </a:ext>
            </a:extLst>
          </p:cNvPr>
          <p:cNvSpPr txBox="1"/>
          <p:nvPr/>
        </p:nvSpPr>
        <p:spPr>
          <a:xfrm>
            <a:off x="2156826" y="1250599"/>
            <a:ext cx="162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志望進路</a:t>
            </a:r>
            <a:endParaRPr kumimoji="1" lang="en-US" altLang="ja-JP" dirty="0"/>
          </a:p>
          <a:p>
            <a:r>
              <a:rPr lang="ja-JP" altLang="en-US" dirty="0"/>
              <a:t>プログラマー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9824FC0-6FB8-78EA-6273-1A2854A1FEF7}"/>
              </a:ext>
            </a:extLst>
          </p:cNvPr>
          <p:cNvSpPr txBox="1"/>
          <p:nvPr/>
        </p:nvSpPr>
        <p:spPr>
          <a:xfrm>
            <a:off x="2156826" y="2068045"/>
            <a:ext cx="178103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趣味</a:t>
            </a:r>
            <a:endParaRPr lang="en-US" altLang="ja-JP" dirty="0"/>
          </a:p>
          <a:p>
            <a:r>
              <a:rPr kumimoji="1" lang="ja-JP" altLang="en-US" sz="1600" dirty="0"/>
              <a:t>ゲーム、</a:t>
            </a:r>
            <a:r>
              <a:rPr kumimoji="1" lang="en-US" altLang="ja-JP" sz="1600" dirty="0" err="1"/>
              <a:t>Youtube</a:t>
            </a:r>
            <a:r>
              <a:rPr kumimoji="1" lang="ja-JP" altLang="en-US" sz="1600" dirty="0"/>
              <a:t>、惰眠</a:t>
            </a:r>
            <a:endParaRPr kumimoji="1" lang="en-US" altLang="ja-JP" sz="1600" dirty="0"/>
          </a:p>
          <a:p>
            <a:r>
              <a:rPr lang="ja-JP" altLang="en-US" dirty="0"/>
              <a:t>好きな食べ物</a:t>
            </a:r>
            <a:endParaRPr lang="en-US" altLang="ja-JP" dirty="0"/>
          </a:p>
          <a:p>
            <a:r>
              <a:rPr lang="ja-JP" altLang="en-US" sz="1600" dirty="0"/>
              <a:t>硬めのグミ</a:t>
            </a:r>
            <a:endParaRPr lang="en-US" altLang="ja-JP" sz="1600" dirty="0"/>
          </a:p>
        </p:txBody>
      </p:sp>
      <p:pic>
        <p:nvPicPr>
          <p:cNvPr id="25" name="図 24" descr="青いシャツを着た少年&#10;&#10;自動的に生成された説明">
            <a:extLst>
              <a:ext uri="{FF2B5EF4-FFF2-40B4-BE49-F238E27FC236}">
                <a16:creationId xmlns:a16="http://schemas.microsoft.com/office/drawing/2014/main" id="{20B72681-1965-18F9-C938-C22D47710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8" y="832385"/>
            <a:ext cx="1912884" cy="2550512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46590D8-DA3B-2CE9-93B0-F17037F5A35A}"/>
              </a:ext>
            </a:extLst>
          </p:cNvPr>
          <p:cNvSpPr txBox="1"/>
          <p:nvPr/>
        </p:nvSpPr>
        <p:spPr>
          <a:xfrm>
            <a:off x="6040499" y="913193"/>
            <a:ext cx="21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NewDokabenFont" panose="02000503000000000000" pitchFamily="50" charset="-128"/>
                <a:ea typeface="NewDokabenFont" panose="02000503000000000000" pitchFamily="50" charset="-128"/>
              </a:rPr>
              <a:t>たけだ　かずと</a:t>
            </a:r>
            <a:endParaRPr kumimoji="1" lang="ja-JP" altLang="en-US" dirty="0">
              <a:latin typeface="NewDokabenFont" panose="02000503000000000000" pitchFamily="50" charset="-128"/>
              <a:ea typeface="NewDokabenFont" panose="02000503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6ECE491-511C-726C-9580-878194B0F57C}"/>
              </a:ext>
            </a:extLst>
          </p:cNvPr>
          <p:cNvSpPr txBox="1"/>
          <p:nvPr/>
        </p:nvSpPr>
        <p:spPr>
          <a:xfrm>
            <a:off x="6099830" y="1351977"/>
            <a:ext cx="162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志望進路</a:t>
            </a:r>
            <a:endParaRPr kumimoji="1" lang="en-US" altLang="ja-JP" dirty="0"/>
          </a:p>
          <a:p>
            <a:r>
              <a:rPr lang="ja-JP" altLang="en-US" dirty="0"/>
              <a:t>プログラマー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859A8D6-0037-5A8A-7069-5A9D8784370E}"/>
              </a:ext>
            </a:extLst>
          </p:cNvPr>
          <p:cNvSpPr txBox="1"/>
          <p:nvPr/>
        </p:nvSpPr>
        <p:spPr>
          <a:xfrm>
            <a:off x="6040499" y="2067760"/>
            <a:ext cx="17810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趣味</a:t>
            </a:r>
            <a:endParaRPr lang="en-US" altLang="ja-JP" dirty="0"/>
          </a:p>
          <a:p>
            <a:r>
              <a:rPr lang="ja-JP" altLang="en-US" sz="1600" dirty="0"/>
              <a:t>バンドのライブ</a:t>
            </a:r>
            <a:endParaRPr lang="en-US" altLang="ja-JP" sz="1600" dirty="0"/>
          </a:p>
          <a:p>
            <a:r>
              <a:rPr kumimoji="1" lang="ja-JP" altLang="en-US" dirty="0"/>
              <a:t>好きな食べ物</a:t>
            </a:r>
            <a:endParaRPr kumimoji="1" lang="en-US" altLang="ja-JP" dirty="0"/>
          </a:p>
          <a:p>
            <a:r>
              <a:rPr kumimoji="1" lang="ja-JP" altLang="en-US" sz="1600" dirty="0"/>
              <a:t>麵系</a:t>
            </a:r>
          </a:p>
        </p:txBody>
      </p:sp>
      <p:pic>
        <p:nvPicPr>
          <p:cNvPr id="31" name="図 30" descr="スーツを着た少年&#10;&#10;自動的に生成された説明">
            <a:extLst>
              <a:ext uri="{FF2B5EF4-FFF2-40B4-BE49-F238E27FC236}">
                <a16:creationId xmlns:a16="http://schemas.microsoft.com/office/drawing/2014/main" id="{C92781DF-79C8-8232-E225-1B0CC23355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71" y="851821"/>
            <a:ext cx="1915018" cy="2511639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B0F8C79-38E1-151A-09D6-C0C9799B005E}"/>
              </a:ext>
            </a:extLst>
          </p:cNvPr>
          <p:cNvSpPr txBox="1"/>
          <p:nvPr/>
        </p:nvSpPr>
        <p:spPr>
          <a:xfrm>
            <a:off x="5974056" y="3969160"/>
            <a:ext cx="21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NewDokabenFont" panose="02000503000000000000" pitchFamily="50" charset="-128"/>
                <a:ea typeface="NewDokabenFont" panose="02000503000000000000" pitchFamily="50" charset="-128"/>
              </a:rPr>
              <a:t>やすい　ひろし</a:t>
            </a:r>
            <a:endParaRPr kumimoji="1" lang="ja-JP" altLang="en-US" dirty="0">
              <a:latin typeface="NewDokabenFont" panose="02000503000000000000" pitchFamily="50" charset="-128"/>
              <a:ea typeface="NewDokabenFont" panose="02000503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EFCBD60-0CA9-6019-EE9F-1A40880F2DD2}"/>
              </a:ext>
            </a:extLst>
          </p:cNvPr>
          <p:cNvSpPr txBox="1"/>
          <p:nvPr/>
        </p:nvSpPr>
        <p:spPr>
          <a:xfrm>
            <a:off x="6141909" y="4395427"/>
            <a:ext cx="162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志望進路</a:t>
            </a:r>
            <a:endParaRPr kumimoji="1" lang="en-US" altLang="ja-JP" dirty="0"/>
          </a:p>
          <a:p>
            <a:r>
              <a:rPr lang="ja-JP" altLang="en-US" dirty="0"/>
              <a:t>プログラマー</a:t>
            </a:r>
            <a:endParaRPr kumimoji="1" lang="ja-JP" altLang="en-US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2FA3FE1-199E-425D-750E-CA5DB94CBD9C}"/>
              </a:ext>
            </a:extLst>
          </p:cNvPr>
          <p:cNvSpPr txBox="1"/>
          <p:nvPr/>
        </p:nvSpPr>
        <p:spPr>
          <a:xfrm>
            <a:off x="6063616" y="5002822"/>
            <a:ext cx="178103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趣味</a:t>
            </a:r>
            <a:endParaRPr kumimoji="1" lang="en-US" altLang="ja-JP" dirty="0"/>
          </a:p>
          <a:p>
            <a:r>
              <a:rPr lang="ja-JP" altLang="en-US" sz="1600" dirty="0"/>
              <a:t>便利なものやおしゃれな物の収集</a:t>
            </a:r>
            <a:endParaRPr lang="en-US" altLang="ja-JP" sz="1600" dirty="0"/>
          </a:p>
          <a:p>
            <a:r>
              <a:rPr lang="ja-JP" altLang="en-US" dirty="0"/>
              <a:t>好きな食べ物</a:t>
            </a:r>
            <a:endParaRPr lang="en-US" altLang="ja-JP" dirty="0"/>
          </a:p>
          <a:p>
            <a:r>
              <a:rPr kumimoji="1" lang="ja-JP" altLang="en-US" sz="1600" dirty="0"/>
              <a:t>甘味物</a:t>
            </a:r>
          </a:p>
        </p:txBody>
      </p:sp>
      <p:pic>
        <p:nvPicPr>
          <p:cNvPr id="49" name="図 48" descr="白い壁の前にいる男性の顔&#10;&#10;自動的に生成された説明">
            <a:extLst>
              <a:ext uri="{FF2B5EF4-FFF2-40B4-BE49-F238E27FC236}">
                <a16:creationId xmlns:a16="http://schemas.microsoft.com/office/drawing/2014/main" id="{075ACEC1-9A31-11A6-A762-DFF916D34D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955" y="4421687"/>
            <a:ext cx="1921534" cy="14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30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01C7C5641890C49A4782BFE7757DFFF" ma:contentTypeVersion="4" ma:contentTypeDescription="新しいドキュメントを作成します。" ma:contentTypeScope="" ma:versionID="d5c37d3fe624d31d8134f49fd0544356">
  <xsd:schema xmlns:xsd="http://www.w3.org/2001/XMLSchema" xmlns:xs="http://www.w3.org/2001/XMLSchema" xmlns:p="http://schemas.microsoft.com/office/2006/metadata/properties" xmlns:ns2="ba70db84-2077-4cad-ad61-24584545a2ac" targetNamespace="http://schemas.microsoft.com/office/2006/metadata/properties" ma:root="true" ma:fieldsID="36edb9bbc62351fb29e5fccd8e5a0634" ns2:_="">
    <xsd:import namespace="ba70db84-2077-4cad-ad61-24584545a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70db84-2077-4cad-ad61-24584545a2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C576A8-9CC9-4548-AC82-8A635F1B5D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02C026-A781-4FB6-98C3-401DA98AEE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70db84-2077-4cad-ad61-24584545a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90</Words>
  <Application>Microsoft Office PowerPoint</Application>
  <PresentationFormat>ワイド画面</PresentationFormat>
  <Paragraphs>37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NewDokabenFont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名前：東京　ハル</dc:title>
  <dc:creator>颯真 東</dc:creator>
  <cp:lastModifiedBy>THAT12D09345 安田晴人</cp:lastModifiedBy>
  <cp:revision>9</cp:revision>
  <dcterms:created xsi:type="dcterms:W3CDTF">2024-04-25T04:00:12Z</dcterms:created>
  <dcterms:modified xsi:type="dcterms:W3CDTF">2024-05-06T05:59:37Z</dcterms:modified>
</cp:coreProperties>
</file>