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notesMasterIdLst>
    <p:notesMasterId r:id="rId6"/>
  </p:notesMasterIdLst>
  <p:sldIdLst>
    <p:sldId id="256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D70E"/>
    <a:srgbClr val="70AD3B"/>
    <a:srgbClr val="E7E20F"/>
    <a:srgbClr val="7DC242"/>
    <a:srgbClr val="7FC543"/>
    <a:srgbClr val="EF1C24"/>
    <a:srgbClr val="EA1C24"/>
    <a:srgbClr val="F31D25"/>
    <a:srgbClr val="636466"/>
    <a:srgbClr val="24BC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B54182-DBD5-D3D5-7C27-C45E62B59204}" v="342" dt="2024-09-10T05:29:38.3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26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T12D09304 石井千愛" userId="S::ths35077@ths.hal.ac.jp::f7c6033b-f99c-4a0e-b716-79b798b3d17d" providerId="AD" clId="Web-{25B54182-DBD5-D3D5-7C27-C45E62B59204}"/>
    <pc:docChg chg="modSld">
      <pc:chgData name="THAT12D09304 石井千愛" userId="S::ths35077@ths.hal.ac.jp::f7c6033b-f99c-4a0e-b716-79b798b3d17d" providerId="AD" clId="Web-{25B54182-DBD5-D3D5-7C27-C45E62B59204}" dt="2024-09-10T05:29:21.888" v="218" actId="20577"/>
      <pc:docMkLst>
        <pc:docMk/>
      </pc:docMkLst>
      <pc:sldChg chg="addSp delSp modSp">
        <pc:chgData name="THAT12D09304 石井千愛" userId="S::ths35077@ths.hal.ac.jp::f7c6033b-f99c-4a0e-b716-79b798b3d17d" providerId="AD" clId="Web-{25B54182-DBD5-D3D5-7C27-C45E62B59204}" dt="2024-09-10T05:29:21.888" v="218" actId="20577"/>
        <pc:sldMkLst>
          <pc:docMk/>
          <pc:sldMk cId="2962958007" sldId="256"/>
        </pc:sldMkLst>
        <pc:spChg chg="mod">
          <ac:chgData name="THAT12D09304 石井千愛" userId="S::ths35077@ths.hal.ac.jp::f7c6033b-f99c-4a0e-b716-79b798b3d17d" providerId="AD" clId="Web-{25B54182-DBD5-D3D5-7C27-C45E62B59204}" dt="2024-09-10T04:46:03.115" v="12" actId="20577"/>
          <ac:spMkLst>
            <pc:docMk/>
            <pc:sldMk cId="2962958007" sldId="256"/>
            <ac:spMk id="6" creationId="{2C04D9B9-056C-4D01-AE3A-D2BD9BC96323}"/>
          </ac:spMkLst>
        </pc:spChg>
        <pc:spChg chg="mod">
          <ac:chgData name="THAT12D09304 石井千愛" userId="S::ths35077@ths.hal.ac.jp::f7c6033b-f99c-4a0e-b716-79b798b3d17d" providerId="AD" clId="Web-{25B54182-DBD5-D3D5-7C27-C45E62B59204}" dt="2024-09-10T05:25:57.343" v="190" actId="20577"/>
          <ac:spMkLst>
            <pc:docMk/>
            <pc:sldMk cId="2962958007" sldId="256"/>
            <ac:spMk id="8" creationId="{76479BF2-0AC1-4F8B-8D74-E154FABF3758}"/>
          </ac:spMkLst>
        </pc:spChg>
        <pc:spChg chg="add mod">
          <ac:chgData name="THAT12D09304 石井千愛" userId="S::ths35077@ths.hal.ac.jp::f7c6033b-f99c-4a0e-b716-79b798b3d17d" providerId="AD" clId="Web-{25B54182-DBD5-D3D5-7C27-C45E62B59204}" dt="2024-09-10T04:56:28.799" v="28" actId="20577"/>
          <ac:spMkLst>
            <pc:docMk/>
            <pc:sldMk cId="2962958007" sldId="256"/>
            <ac:spMk id="13" creationId="{E4C4AE8E-4A67-5157-335C-3DB2392FEA36}"/>
          </ac:spMkLst>
        </pc:spChg>
        <pc:spChg chg="add mod">
          <ac:chgData name="THAT12D09304 石井千愛" userId="S::ths35077@ths.hal.ac.jp::f7c6033b-f99c-4a0e-b716-79b798b3d17d" providerId="AD" clId="Web-{25B54182-DBD5-D3D5-7C27-C45E62B59204}" dt="2024-09-10T05:29:21.888" v="218" actId="20577"/>
          <ac:spMkLst>
            <pc:docMk/>
            <pc:sldMk cId="2962958007" sldId="256"/>
            <ac:spMk id="14" creationId="{78CA2440-DD81-A881-FBCB-B725CDF0AF64}"/>
          </ac:spMkLst>
        </pc:spChg>
        <pc:spChg chg="add del">
          <ac:chgData name="THAT12D09304 石井千愛" userId="S::ths35077@ths.hal.ac.jp::f7c6033b-f99c-4a0e-b716-79b798b3d17d" providerId="AD" clId="Web-{25B54182-DBD5-D3D5-7C27-C45E62B59204}" dt="2024-09-10T05:29:17.138" v="217"/>
          <ac:spMkLst>
            <pc:docMk/>
            <pc:sldMk cId="2962958007" sldId="256"/>
            <ac:spMk id="17" creationId="{A090F72C-C451-0CB3-CD7E-AE0172DB2291}"/>
          </ac:spMkLst>
        </pc:spChg>
        <pc:spChg chg="mod">
          <ac:chgData name="THAT12D09304 石井千愛" userId="S::ths35077@ths.hal.ac.jp::f7c6033b-f99c-4a0e-b716-79b798b3d17d" providerId="AD" clId="Web-{25B54182-DBD5-D3D5-7C27-C45E62B59204}" dt="2024-09-10T04:51:36.779" v="24" actId="20577"/>
          <ac:spMkLst>
            <pc:docMk/>
            <pc:sldMk cId="2962958007" sldId="256"/>
            <ac:spMk id="1024" creationId="{122FF6F4-FB8B-451C-86A7-9B5D833E4C29}"/>
          </ac:spMkLst>
        </pc:spChg>
        <pc:grpChg chg="mod">
          <ac:chgData name="THAT12D09304 石井千愛" userId="S::ths35077@ths.hal.ac.jp::f7c6033b-f99c-4a0e-b716-79b798b3d17d" providerId="AD" clId="Web-{25B54182-DBD5-D3D5-7C27-C45E62B59204}" dt="2024-09-10T05:27:20.395" v="194" actId="1076"/>
          <ac:grpSpMkLst>
            <pc:docMk/>
            <pc:sldMk cId="2962958007" sldId="256"/>
            <ac:grpSpMk id="37" creationId="{31C3D58E-E056-492E-BF21-84A508B25AFB}"/>
          </ac:grpSpMkLst>
        </pc:grpChg>
        <pc:grpChg chg="mod">
          <ac:chgData name="THAT12D09304 石井千愛" userId="S::ths35077@ths.hal.ac.jp::f7c6033b-f99c-4a0e-b716-79b798b3d17d" providerId="AD" clId="Web-{25B54182-DBD5-D3D5-7C27-C45E62B59204}" dt="2024-09-10T05:27:06.629" v="191" actId="1076"/>
          <ac:grpSpMkLst>
            <pc:docMk/>
            <pc:sldMk cId="2962958007" sldId="256"/>
            <ac:grpSpMk id="281" creationId="{9B86E8F2-DD01-449F-BE85-1BF22638D402}"/>
          </ac:grpSpMkLst>
        </pc:grpChg>
      </pc:sldChg>
    </pc:docChg>
  </pc:docChgLst>
  <pc:docChgLst>
    <pc:chgData name="THAT12D09341 堀越亮" userId="S::ths30408@ths.hal.ac.jp::987dcfa6-af12-4233-bcb9-e602ed7da6b2" providerId="AD" clId="Web-{16B3430C-3CE0-1BAE-0E83-B0A9D88E5802}"/>
    <pc:docChg chg="modSld">
      <pc:chgData name="THAT12D09341 堀越亮" userId="S::ths30408@ths.hal.ac.jp::987dcfa6-af12-4233-bcb9-e602ed7da6b2" providerId="AD" clId="Web-{16B3430C-3CE0-1BAE-0E83-B0A9D88E5802}" dt="2024-09-03T05:25:32.439" v="4" actId="1076"/>
      <pc:docMkLst>
        <pc:docMk/>
      </pc:docMkLst>
      <pc:sldChg chg="addSp delSp modSp">
        <pc:chgData name="THAT12D09341 堀越亮" userId="S::ths30408@ths.hal.ac.jp::987dcfa6-af12-4233-bcb9-e602ed7da6b2" providerId="AD" clId="Web-{16B3430C-3CE0-1BAE-0E83-B0A9D88E5802}" dt="2024-09-03T05:25:32.439" v="4" actId="1076"/>
        <pc:sldMkLst>
          <pc:docMk/>
          <pc:sldMk cId="2962958007" sldId="256"/>
        </pc:sldMkLst>
        <pc:spChg chg="add del">
          <ac:chgData name="THAT12D09341 堀越亮" userId="S::ths30408@ths.hal.ac.jp::987dcfa6-af12-4233-bcb9-e602ed7da6b2" providerId="AD" clId="Web-{16B3430C-3CE0-1BAE-0E83-B0A9D88E5802}" dt="2024-09-03T05:24:55.438" v="1"/>
          <ac:spMkLst>
            <pc:docMk/>
            <pc:sldMk cId="2962958007" sldId="256"/>
            <ac:spMk id="13" creationId="{B60F996E-3AAA-436F-6DA3-4078A424D67A}"/>
          </ac:spMkLst>
        </pc:spChg>
        <pc:spChg chg="mod">
          <ac:chgData name="THAT12D09341 堀越亮" userId="S::ths30408@ths.hal.ac.jp::987dcfa6-af12-4233-bcb9-e602ed7da6b2" providerId="AD" clId="Web-{16B3430C-3CE0-1BAE-0E83-B0A9D88E5802}" dt="2024-09-03T05:25:13.595" v="3" actId="20577"/>
          <ac:spMkLst>
            <pc:docMk/>
            <pc:sldMk cId="2962958007" sldId="256"/>
            <ac:spMk id="19" creationId="{0210F33B-6A2C-4698-9F96-4A381F5E5F86}"/>
          </ac:spMkLst>
        </pc:spChg>
        <pc:grpChg chg="mod">
          <ac:chgData name="THAT12D09341 堀越亮" userId="S::ths30408@ths.hal.ac.jp::987dcfa6-af12-4233-bcb9-e602ed7da6b2" providerId="AD" clId="Web-{16B3430C-3CE0-1BAE-0E83-B0A9D88E5802}" dt="2024-09-03T05:25:32.439" v="4" actId="1076"/>
          <ac:grpSpMkLst>
            <pc:docMk/>
            <pc:sldMk cId="2962958007" sldId="256"/>
            <ac:grpSpMk id="30" creationId="{CDF40E70-F5AD-4FC7-B76A-A9D12AEDC304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2216B0-ED99-48E6-91EA-9ED8E980607A}" type="datetimeFigureOut">
              <a:rPr kumimoji="1" lang="ja-JP" altLang="en-US" smtClean="0"/>
              <a:t>2024/9/13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124049-C145-44C0-A43F-2EC0001D22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575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38664" rtl="0" eaLnBrk="1" latinLnBrk="0" hangingPunct="1">
      <a:defRPr kumimoji="1" sz="707" kern="1200">
        <a:solidFill>
          <a:schemeClr val="tx1"/>
        </a:solidFill>
        <a:latin typeface="+mn-lt"/>
        <a:ea typeface="+mn-ea"/>
        <a:cs typeface="+mn-cs"/>
      </a:defRPr>
    </a:lvl1pPr>
    <a:lvl2pPr marL="269332" algn="l" defTabSz="538664" rtl="0" eaLnBrk="1" latinLnBrk="0" hangingPunct="1">
      <a:defRPr kumimoji="1" sz="707" kern="1200">
        <a:solidFill>
          <a:schemeClr val="tx1"/>
        </a:solidFill>
        <a:latin typeface="+mn-lt"/>
        <a:ea typeface="+mn-ea"/>
        <a:cs typeface="+mn-cs"/>
      </a:defRPr>
    </a:lvl2pPr>
    <a:lvl3pPr marL="538664" algn="l" defTabSz="538664" rtl="0" eaLnBrk="1" latinLnBrk="0" hangingPunct="1">
      <a:defRPr kumimoji="1" sz="707" kern="1200">
        <a:solidFill>
          <a:schemeClr val="tx1"/>
        </a:solidFill>
        <a:latin typeface="+mn-lt"/>
        <a:ea typeface="+mn-ea"/>
        <a:cs typeface="+mn-cs"/>
      </a:defRPr>
    </a:lvl3pPr>
    <a:lvl4pPr marL="807996" algn="l" defTabSz="538664" rtl="0" eaLnBrk="1" latinLnBrk="0" hangingPunct="1">
      <a:defRPr kumimoji="1" sz="707" kern="1200">
        <a:solidFill>
          <a:schemeClr val="tx1"/>
        </a:solidFill>
        <a:latin typeface="+mn-lt"/>
        <a:ea typeface="+mn-ea"/>
        <a:cs typeface="+mn-cs"/>
      </a:defRPr>
    </a:lvl4pPr>
    <a:lvl5pPr marL="1077328" algn="l" defTabSz="538664" rtl="0" eaLnBrk="1" latinLnBrk="0" hangingPunct="1">
      <a:defRPr kumimoji="1" sz="707" kern="1200">
        <a:solidFill>
          <a:schemeClr val="tx1"/>
        </a:solidFill>
        <a:latin typeface="+mn-lt"/>
        <a:ea typeface="+mn-ea"/>
        <a:cs typeface="+mn-cs"/>
      </a:defRPr>
    </a:lvl5pPr>
    <a:lvl6pPr marL="1346660" algn="l" defTabSz="538664" rtl="0" eaLnBrk="1" latinLnBrk="0" hangingPunct="1">
      <a:defRPr kumimoji="1" sz="707" kern="1200">
        <a:solidFill>
          <a:schemeClr val="tx1"/>
        </a:solidFill>
        <a:latin typeface="+mn-lt"/>
        <a:ea typeface="+mn-ea"/>
        <a:cs typeface="+mn-cs"/>
      </a:defRPr>
    </a:lvl6pPr>
    <a:lvl7pPr marL="1615992" algn="l" defTabSz="538664" rtl="0" eaLnBrk="1" latinLnBrk="0" hangingPunct="1">
      <a:defRPr kumimoji="1" sz="707" kern="1200">
        <a:solidFill>
          <a:schemeClr val="tx1"/>
        </a:solidFill>
        <a:latin typeface="+mn-lt"/>
        <a:ea typeface="+mn-ea"/>
        <a:cs typeface="+mn-cs"/>
      </a:defRPr>
    </a:lvl7pPr>
    <a:lvl8pPr marL="1885325" algn="l" defTabSz="538664" rtl="0" eaLnBrk="1" latinLnBrk="0" hangingPunct="1">
      <a:defRPr kumimoji="1" sz="707" kern="1200">
        <a:solidFill>
          <a:schemeClr val="tx1"/>
        </a:solidFill>
        <a:latin typeface="+mn-lt"/>
        <a:ea typeface="+mn-ea"/>
        <a:cs typeface="+mn-cs"/>
      </a:defRPr>
    </a:lvl8pPr>
    <a:lvl9pPr marL="2154656" algn="l" defTabSz="538664" rtl="0" eaLnBrk="1" latinLnBrk="0" hangingPunct="1">
      <a:defRPr kumimoji="1" sz="70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b="1"/>
              <a:t>＜↓たまに見て心に刻んでほしい助言↓＞</a:t>
            </a:r>
            <a:endParaRPr kumimoji="1" lang="en-US" altLang="ja-JP" b="1"/>
          </a:p>
          <a:p>
            <a:r>
              <a:rPr kumimoji="1" lang="ja-JP" altLang="en-US" b="0"/>
              <a:t>少ない情報量で多くの理解をさせるということも、ゲームデザイナーの大事な能力です。</a:t>
            </a:r>
            <a:endParaRPr kumimoji="1" lang="en-US" altLang="ja-JP" b="0"/>
          </a:p>
          <a:p>
            <a:r>
              <a:rPr kumimoji="1" lang="ja-JP" altLang="en-US" b="0"/>
              <a:t>文字を減らす努力をし、パッと見でどんなゲームか理解できるように書きましょう。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24049-C145-44C0-A43F-2EC0001D22BA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2610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2024/9/13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2838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2024/9/13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2189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2024/9/13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7245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2024/9/13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2237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2024/9/13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6658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2024/9/13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4408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2024/9/13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6170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2024/9/13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153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2024/9/13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7831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2024/9/13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4064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2024/9/13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1781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2620A9-A6CF-463A-9F4E-93F54072BF3F}" type="datetimeFigureOut">
              <a:rPr kumimoji="1" lang="ja-JP" altLang="en-US" smtClean="0"/>
              <a:t>2024/9/13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823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四角形: 角を丸くする 85">
            <a:extLst>
              <a:ext uri="{FF2B5EF4-FFF2-40B4-BE49-F238E27FC236}">
                <a16:creationId xmlns:a16="http://schemas.microsoft.com/office/drawing/2014/main" id="{DAEAB025-E3DC-58F2-FEF4-6E99019DDE34}"/>
              </a:ext>
            </a:extLst>
          </p:cNvPr>
          <p:cNvSpPr/>
          <p:nvPr/>
        </p:nvSpPr>
        <p:spPr>
          <a:xfrm>
            <a:off x="793020" y="4859509"/>
            <a:ext cx="2332107" cy="84423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9" name="図 68" descr="グラフィカル ユーザー インターフェイス&#10;&#10;中程度の精度で自動的に生成された説明">
            <a:extLst>
              <a:ext uri="{FF2B5EF4-FFF2-40B4-BE49-F238E27FC236}">
                <a16:creationId xmlns:a16="http://schemas.microsoft.com/office/drawing/2014/main" id="{203E51E6-CAD0-C444-AD2A-265BEBCA3A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66" y="6459490"/>
            <a:ext cx="3693703" cy="2227087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0F1BE38-60E2-4BFC-8D19-651F8413BB94}"/>
              </a:ext>
            </a:extLst>
          </p:cNvPr>
          <p:cNvSpPr/>
          <p:nvPr/>
        </p:nvSpPr>
        <p:spPr>
          <a:xfrm>
            <a:off x="116632" y="3188804"/>
            <a:ext cx="6624736" cy="6156684"/>
          </a:xfrm>
          <a:prstGeom prst="rect">
            <a:avLst/>
          </a:pr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624735"/>
                      <a:gd name="connsiteY0" fmla="*/ 0 h 4013427"/>
                      <a:gd name="connsiteX1" fmla="*/ 596226 w 6624735"/>
                      <a:gd name="connsiteY1" fmla="*/ 0 h 4013427"/>
                      <a:gd name="connsiteX2" fmla="*/ 1059958 w 6624735"/>
                      <a:gd name="connsiteY2" fmla="*/ 0 h 4013427"/>
                      <a:gd name="connsiteX3" fmla="*/ 1854926 w 6624735"/>
                      <a:gd name="connsiteY3" fmla="*/ 0 h 4013427"/>
                      <a:gd name="connsiteX4" fmla="*/ 2451152 w 6624735"/>
                      <a:gd name="connsiteY4" fmla="*/ 0 h 4013427"/>
                      <a:gd name="connsiteX5" fmla="*/ 3047378 w 6624735"/>
                      <a:gd name="connsiteY5" fmla="*/ 0 h 4013427"/>
                      <a:gd name="connsiteX6" fmla="*/ 3842346 w 6624735"/>
                      <a:gd name="connsiteY6" fmla="*/ 0 h 4013427"/>
                      <a:gd name="connsiteX7" fmla="*/ 4372325 w 6624735"/>
                      <a:gd name="connsiteY7" fmla="*/ 0 h 4013427"/>
                      <a:gd name="connsiteX8" fmla="*/ 5167293 w 6624735"/>
                      <a:gd name="connsiteY8" fmla="*/ 0 h 4013427"/>
                      <a:gd name="connsiteX9" fmla="*/ 5962262 w 6624735"/>
                      <a:gd name="connsiteY9" fmla="*/ 0 h 4013427"/>
                      <a:gd name="connsiteX10" fmla="*/ 6624735 w 6624735"/>
                      <a:gd name="connsiteY10" fmla="*/ 0 h 4013427"/>
                      <a:gd name="connsiteX11" fmla="*/ 6624735 w 6624735"/>
                      <a:gd name="connsiteY11" fmla="*/ 749173 h 4013427"/>
                      <a:gd name="connsiteX12" fmla="*/ 6624735 w 6624735"/>
                      <a:gd name="connsiteY12" fmla="*/ 1458212 h 4013427"/>
                      <a:gd name="connsiteX13" fmla="*/ 6624735 w 6624735"/>
                      <a:gd name="connsiteY13" fmla="*/ 2006713 h 4013427"/>
                      <a:gd name="connsiteX14" fmla="*/ 6624735 w 6624735"/>
                      <a:gd name="connsiteY14" fmla="*/ 2675618 h 4013427"/>
                      <a:gd name="connsiteX15" fmla="*/ 6624735 w 6624735"/>
                      <a:gd name="connsiteY15" fmla="*/ 3344522 h 4013427"/>
                      <a:gd name="connsiteX16" fmla="*/ 6624735 w 6624735"/>
                      <a:gd name="connsiteY16" fmla="*/ 4013427 h 4013427"/>
                      <a:gd name="connsiteX17" fmla="*/ 5896014 w 6624735"/>
                      <a:gd name="connsiteY17" fmla="*/ 4013427 h 4013427"/>
                      <a:gd name="connsiteX18" fmla="*/ 5233541 w 6624735"/>
                      <a:gd name="connsiteY18" fmla="*/ 4013427 h 4013427"/>
                      <a:gd name="connsiteX19" fmla="*/ 4769809 w 6624735"/>
                      <a:gd name="connsiteY19" fmla="*/ 4013427 h 4013427"/>
                      <a:gd name="connsiteX20" fmla="*/ 4239830 w 6624735"/>
                      <a:gd name="connsiteY20" fmla="*/ 4013427 h 4013427"/>
                      <a:gd name="connsiteX21" fmla="*/ 3444862 w 6624735"/>
                      <a:gd name="connsiteY21" fmla="*/ 4013427 h 4013427"/>
                      <a:gd name="connsiteX22" fmla="*/ 2782389 w 6624735"/>
                      <a:gd name="connsiteY22" fmla="*/ 4013427 h 4013427"/>
                      <a:gd name="connsiteX23" fmla="*/ 2252410 w 6624735"/>
                      <a:gd name="connsiteY23" fmla="*/ 4013427 h 4013427"/>
                      <a:gd name="connsiteX24" fmla="*/ 1589936 w 6624735"/>
                      <a:gd name="connsiteY24" fmla="*/ 4013427 h 4013427"/>
                      <a:gd name="connsiteX25" fmla="*/ 1126205 w 6624735"/>
                      <a:gd name="connsiteY25" fmla="*/ 4013427 h 4013427"/>
                      <a:gd name="connsiteX26" fmla="*/ 662473 w 6624735"/>
                      <a:gd name="connsiteY26" fmla="*/ 4013427 h 4013427"/>
                      <a:gd name="connsiteX27" fmla="*/ 0 w 6624735"/>
                      <a:gd name="connsiteY27" fmla="*/ 4013427 h 4013427"/>
                      <a:gd name="connsiteX28" fmla="*/ 0 w 6624735"/>
                      <a:gd name="connsiteY28" fmla="*/ 3424791 h 4013427"/>
                      <a:gd name="connsiteX29" fmla="*/ 0 w 6624735"/>
                      <a:gd name="connsiteY29" fmla="*/ 2675618 h 4013427"/>
                      <a:gd name="connsiteX30" fmla="*/ 0 w 6624735"/>
                      <a:gd name="connsiteY30" fmla="*/ 2046848 h 4013427"/>
                      <a:gd name="connsiteX31" fmla="*/ 0 w 6624735"/>
                      <a:gd name="connsiteY31" fmla="*/ 1498346 h 4013427"/>
                      <a:gd name="connsiteX32" fmla="*/ 0 w 6624735"/>
                      <a:gd name="connsiteY32" fmla="*/ 789307 h 4013427"/>
                      <a:gd name="connsiteX33" fmla="*/ 0 w 6624735"/>
                      <a:gd name="connsiteY33" fmla="*/ 0 h 40134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</a:cxnLst>
                    <a:rect l="l" t="t" r="r" b="b"/>
                    <a:pathLst>
                      <a:path w="6624735" h="4013427" extrusionOk="0">
                        <a:moveTo>
                          <a:pt x="0" y="0"/>
                        </a:moveTo>
                        <a:cubicBezTo>
                          <a:pt x="258010" y="20028"/>
                          <a:pt x="418091" y="-15580"/>
                          <a:pt x="596226" y="0"/>
                        </a:cubicBezTo>
                        <a:cubicBezTo>
                          <a:pt x="774361" y="15580"/>
                          <a:pt x="943991" y="18911"/>
                          <a:pt x="1059958" y="0"/>
                        </a:cubicBezTo>
                        <a:cubicBezTo>
                          <a:pt x="1175925" y="-18911"/>
                          <a:pt x="1535037" y="9829"/>
                          <a:pt x="1854926" y="0"/>
                        </a:cubicBezTo>
                        <a:cubicBezTo>
                          <a:pt x="2174815" y="-9829"/>
                          <a:pt x="2235051" y="-12444"/>
                          <a:pt x="2451152" y="0"/>
                        </a:cubicBezTo>
                        <a:cubicBezTo>
                          <a:pt x="2667253" y="12444"/>
                          <a:pt x="2785937" y="22234"/>
                          <a:pt x="3047378" y="0"/>
                        </a:cubicBezTo>
                        <a:cubicBezTo>
                          <a:pt x="3308819" y="-22234"/>
                          <a:pt x="3547335" y="-33714"/>
                          <a:pt x="3842346" y="0"/>
                        </a:cubicBezTo>
                        <a:cubicBezTo>
                          <a:pt x="4137357" y="33714"/>
                          <a:pt x="4197670" y="11460"/>
                          <a:pt x="4372325" y="0"/>
                        </a:cubicBezTo>
                        <a:cubicBezTo>
                          <a:pt x="4546980" y="-11460"/>
                          <a:pt x="4913580" y="33980"/>
                          <a:pt x="5167293" y="0"/>
                        </a:cubicBezTo>
                        <a:cubicBezTo>
                          <a:pt x="5421006" y="-33980"/>
                          <a:pt x="5590105" y="8568"/>
                          <a:pt x="5962262" y="0"/>
                        </a:cubicBezTo>
                        <a:cubicBezTo>
                          <a:pt x="6334419" y="-8568"/>
                          <a:pt x="6416344" y="9867"/>
                          <a:pt x="6624735" y="0"/>
                        </a:cubicBezTo>
                        <a:cubicBezTo>
                          <a:pt x="6629041" y="266249"/>
                          <a:pt x="6616916" y="395743"/>
                          <a:pt x="6624735" y="749173"/>
                        </a:cubicBezTo>
                        <a:cubicBezTo>
                          <a:pt x="6632554" y="1102603"/>
                          <a:pt x="6656727" y="1135956"/>
                          <a:pt x="6624735" y="1458212"/>
                        </a:cubicBezTo>
                        <a:cubicBezTo>
                          <a:pt x="6592743" y="1780468"/>
                          <a:pt x="6650203" y="1852786"/>
                          <a:pt x="6624735" y="2006713"/>
                        </a:cubicBezTo>
                        <a:cubicBezTo>
                          <a:pt x="6599267" y="2160640"/>
                          <a:pt x="6638649" y="2506182"/>
                          <a:pt x="6624735" y="2675618"/>
                        </a:cubicBezTo>
                        <a:cubicBezTo>
                          <a:pt x="6610821" y="2845054"/>
                          <a:pt x="6608724" y="3052205"/>
                          <a:pt x="6624735" y="3344522"/>
                        </a:cubicBezTo>
                        <a:cubicBezTo>
                          <a:pt x="6640746" y="3636839"/>
                          <a:pt x="6606059" y="3762926"/>
                          <a:pt x="6624735" y="4013427"/>
                        </a:cubicBezTo>
                        <a:cubicBezTo>
                          <a:pt x="6310005" y="4031641"/>
                          <a:pt x="6184790" y="4036167"/>
                          <a:pt x="5896014" y="4013427"/>
                        </a:cubicBezTo>
                        <a:cubicBezTo>
                          <a:pt x="5607238" y="3990687"/>
                          <a:pt x="5534999" y="4020237"/>
                          <a:pt x="5233541" y="4013427"/>
                        </a:cubicBezTo>
                        <a:cubicBezTo>
                          <a:pt x="4932083" y="4006617"/>
                          <a:pt x="4902748" y="4011867"/>
                          <a:pt x="4769809" y="4013427"/>
                        </a:cubicBezTo>
                        <a:cubicBezTo>
                          <a:pt x="4636870" y="4014987"/>
                          <a:pt x="4497701" y="4035902"/>
                          <a:pt x="4239830" y="4013427"/>
                        </a:cubicBezTo>
                        <a:cubicBezTo>
                          <a:pt x="3981959" y="3990952"/>
                          <a:pt x="3829637" y="4015445"/>
                          <a:pt x="3444862" y="4013427"/>
                        </a:cubicBezTo>
                        <a:cubicBezTo>
                          <a:pt x="3060087" y="4011409"/>
                          <a:pt x="3045090" y="4043887"/>
                          <a:pt x="2782389" y="4013427"/>
                        </a:cubicBezTo>
                        <a:cubicBezTo>
                          <a:pt x="2519688" y="3982967"/>
                          <a:pt x="2512331" y="4010674"/>
                          <a:pt x="2252410" y="4013427"/>
                        </a:cubicBezTo>
                        <a:cubicBezTo>
                          <a:pt x="1992489" y="4016180"/>
                          <a:pt x="1879524" y="4006445"/>
                          <a:pt x="1589936" y="4013427"/>
                        </a:cubicBezTo>
                        <a:cubicBezTo>
                          <a:pt x="1300348" y="4020409"/>
                          <a:pt x="1259184" y="3997636"/>
                          <a:pt x="1126205" y="4013427"/>
                        </a:cubicBezTo>
                        <a:cubicBezTo>
                          <a:pt x="993226" y="4029218"/>
                          <a:pt x="777891" y="4009405"/>
                          <a:pt x="662473" y="4013427"/>
                        </a:cubicBezTo>
                        <a:cubicBezTo>
                          <a:pt x="547055" y="4017449"/>
                          <a:pt x="198404" y="3988546"/>
                          <a:pt x="0" y="4013427"/>
                        </a:cubicBezTo>
                        <a:cubicBezTo>
                          <a:pt x="8970" y="3769025"/>
                          <a:pt x="14038" y="3697252"/>
                          <a:pt x="0" y="3424791"/>
                        </a:cubicBezTo>
                        <a:cubicBezTo>
                          <a:pt x="-14038" y="3152330"/>
                          <a:pt x="-13070" y="2856826"/>
                          <a:pt x="0" y="2675618"/>
                        </a:cubicBezTo>
                        <a:cubicBezTo>
                          <a:pt x="13070" y="2494410"/>
                          <a:pt x="25552" y="2318851"/>
                          <a:pt x="0" y="2046848"/>
                        </a:cubicBezTo>
                        <a:cubicBezTo>
                          <a:pt x="-25552" y="1774845"/>
                          <a:pt x="9468" y="1654182"/>
                          <a:pt x="0" y="1498346"/>
                        </a:cubicBezTo>
                        <a:cubicBezTo>
                          <a:pt x="-9468" y="1342510"/>
                          <a:pt x="-22223" y="1090187"/>
                          <a:pt x="0" y="789307"/>
                        </a:cubicBezTo>
                        <a:cubicBezTo>
                          <a:pt x="22223" y="488427"/>
                          <a:pt x="31019" y="22467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597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22C7DE68-D7D8-4611-A7E5-C6D6223209F5}"/>
              </a:ext>
            </a:extLst>
          </p:cNvPr>
          <p:cNvSpPr/>
          <p:nvPr/>
        </p:nvSpPr>
        <p:spPr>
          <a:xfrm>
            <a:off x="0" y="9417496"/>
            <a:ext cx="6858000" cy="488504"/>
          </a:xfrm>
          <a:custGeom>
            <a:avLst/>
            <a:gdLst>
              <a:gd name="connsiteX0" fmla="*/ 0 w 6858000"/>
              <a:gd name="connsiteY0" fmla="*/ 294605 h 1332148"/>
              <a:gd name="connsiteX1" fmla="*/ 294605 w 6858000"/>
              <a:gd name="connsiteY1" fmla="*/ 0 h 1332148"/>
              <a:gd name="connsiteX2" fmla="*/ 6563395 w 6858000"/>
              <a:gd name="connsiteY2" fmla="*/ 0 h 1332148"/>
              <a:gd name="connsiteX3" fmla="*/ 6858000 w 6858000"/>
              <a:gd name="connsiteY3" fmla="*/ 294605 h 1332148"/>
              <a:gd name="connsiteX4" fmla="*/ 6858000 w 6858000"/>
              <a:gd name="connsiteY4" fmla="*/ 1037543 h 1332148"/>
              <a:gd name="connsiteX5" fmla="*/ 6563395 w 6858000"/>
              <a:gd name="connsiteY5" fmla="*/ 1332148 h 1332148"/>
              <a:gd name="connsiteX6" fmla="*/ 294605 w 6858000"/>
              <a:gd name="connsiteY6" fmla="*/ 1332148 h 1332148"/>
              <a:gd name="connsiteX7" fmla="*/ 0 w 6858000"/>
              <a:gd name="connsiteY7" fmla="*/ 1037543 h 1332148"/>
              <a:gd name="connsiteX8" fmla="*/ 0 w 6858000"/>
              <a:gd name="connsiteY8" fmla="*/ 294605 h 1332148"/>
              <a:gd name="connsiteX0" fmla="*/ 0 w 6858000"/>
              <a:gd name="connsiteY0" fmla="*/ 294605 h 1332148"/>
              <a:gd name="connsiteX1" fmla="*/ 294605 w 6858000"/>
              <a:gd name="connsiteY1" fmla="*/ 0 h 1332148"/>
              <a:gd name="connsiteX2" fmla="*/ 6563395 w 6858000"/>
              <a:gd name="connsiteY2" fmla="*/ 0 h 1332148"/>
              <a:gd name="connsiteX3" fmla="*/ 6858000 w 6858000"/>
              <a:gd name="connsiteY3" fmla="*/ 294605 h 1332148"/>
              <a:gd name="connsiteX4" fmla="*/ 6858000 w 6858000"/>
              <a:gd name="connsiteY4" fmla="*/ 1037543 h 1332148"/>
              <a:gd name="connsiteX5" fmla="*/ 6563395 w 6858000"/>
              <a:gd name="connsiteY5" fmla="*/ 1332148 h 1332148"/>
              <a:gd name="connsiteX6" fmla="*/ 0 w 6858000"/>
              <a:gd name="connsiteY6" fmla="*/ 1037543 h 1332148"/>
              <a:gd name="connsiteX7" fmla="*/ 0 w 6858000"/>
              <a:gd name="connsiteY7" fmla="*/ 294605 h 1332148"/>
              <a:gd name="connsiteX0" fmla="*/ 0 w 6858000"/>
              <a:gd name="connsiteY0" fmla="*/ 294605 h 1130410"/>
              <a:gd name="connsiteX1" fmla="*/ 294605 w 6858000"/>
              <a:gd name="connsiteY1" fmla="*/ 0 h 1130410"/>
              <a:gd name="connsiteX2" fmla="*/ 6563395 w 6858000"/>
              <a:gd name="connsiteY2" fmla="*/ 0 h 1130410"/>
              <a:gd name="connsiteX3" fmla="*/ 6858000 w 6858000"/>
              <a:gd name="connsiteY3" fmla="*/ 294605 h 1130410"/>
              <a:gd name="connsiteX4" fmla="*/ 6858000 w 6858000"/>
              <a:gd name="connsiteY4" fmla="*/ 1037543 h 1130410"/>
              <a:gd name="connsiteX5" fmla="*/ 0 w 6858000"/>
              <a:gd name="connsiteY5" fmla="*/ 1037543 h 1130410"/>
              <a:gd name="connsiteX6" fmla="*/ 0 w 6858000"/>
              <a:gd name="connsiteY6" fmla="*/ 294605 h 1130410"/>
              <a:gd name="connsiteX0" fmla="*/ 0 w 6858000"/>
              <a:gd name="connsiteY0" fmla="*/ 294605 h 1037543"/>
              <a:gd name="connsiteX1" fmla="*/ 294605 w 6858000"/>
              <a:gd name="connsiteY1" fmla="*/ 0 h 1037543"/>
              <a:gd name="connsiteX2" fmla="*/ 6563395 w 6858000"/>
              <a:gd name="connsiteY2" fmla="*/ 0 h 1037543"/>
              <a:gd name="connsiteX3" fmla="*/ 6858000 w 6858000"/>
              <a:gd name="connsiteY3" fmla="*/ 294605 h 1037543"/>
              <a:gd name="connsiteX4" fmla="*/ 6858000 w 6858000"/>
              <a:gd name="connsiteY4" fmla="*/ 1037543 h 1037543"/>
              <a:gd name="connsiteX5" fmla="*/ 0 w 6858000"/>
              <a:gd name="connsiteY5" fmla="*/ 1037543 h 1037543"/>
              <a:gd name="connsiteX6" fmla="*/ 0 w 6858000"/>
              <a:gd name="connsiteY6" fmla="*/ 294605 h 1037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1037543">
                <a:moveTo>
                  <a:pt x="0" y="294605"/>
                </a:moveTo>
                <a:cubicBezTo>
                  <a:pt x="0" y="131899"/>
                  <a:pt x="131899" y="0"/>
                  <a:pt x="294605" y="0"/>
                </a:cubicBezTo>
                <a:lnTo>
                  <a:pt x="6563395" y="0"/>
                </a:lnTo>
                <a:cubicBezTo>
                  <a:pt x="6726101" y="0"/>
                  <a:pt x="6858000" y="131899"/>
                  <a:pt x="6858000" y="294605"/>
                </a:cubicBezTo>
                <a:lnTo>
                  <a:pt x="6858000" y="1037543"/>
                </a:lnTo>
                <a:lnTo>
                  <a:pt x="0" y="1037543"/>
                </a:lnTo>
                <a:lnTo>
                  <a:pt x="0" y="294605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CBF6C53-03D3-4BB9-94CD-6F4233D776CC}"/>
              </a:ext>
            </a:extLst>
          </p:cNvPr>
          <p:cNvSpPr/>
          <p:nvPr/>
        </p:nvSpPr>
        <p:spPr>
          <a:xfrm>
            <a:off x="0" y="-15552"/>
            <a:ext cx="6858000" cy="21602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597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878F012-4204-45B0-9603-71FE610A2324}"/>
              </a:ext>
            </a:extLst>
          </p:cNvPr>
          <p:cNvSpPr/>
          <p:nvPr/>
        </p:nvSpPr>
        <p:spPr>
          <a:xfrm>
            <a:off x="3320988" y="9513458"/>
            <a:ext cx="828092" cy="2835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  <a:extLst>
              <a:ext uri="{C807C97D-BFC1-408E-A445-0C87EB9F89A2}">
                <ask:lineSketchStyleProps xmlns:ask="http://schemas.microsoft.com/office/drawing/2018/sketchyshapes" sd="3705000160">
                  <a:custGeom>
                    <a:avLst/>
                    <a:gdLst>
                      <a:gd name="connsiteX0" fmla="*/ 0 w 1260140"/>
                      <a:gd name="connsiteY0" fmla="*/ 0 h 283532"/>
                      <a:gd name="connsiteX1" fmla="*/ 604867 w 1260140"/>
                      <a:gd name="connsiteY1" fmla="*/ 0 h 283532"/>
                      <a:gd name="connsiteX2" fmla="*/ 1260140 w 1260140"/>
                      <a:gd name="connsiteY2" fmla="*/ 0 h 283532"/>
                      <a:gd name="connsiteX3" fmla="*/ 1260140 w 1260140"/>
                      <a:gd name="connsiteY3" fmla="*/ 283532 h 283532"/>
                      <a:gd name="connsiteX4" fmla="*/ 630070 w 1260140"/>
                      <a:gd name="connsiteY4" fmla="*/ 283532 h 283532"/>
                      <a:gd name="connsiteX5" fmla="*/ 0 w 1260140"/>
                      <a:gd name="connsiteY5" fmla="*/ 283532 h 283532"/>
                      <a:gd name="connsiteX6" fmla="*/ 0 w 1260140"/>
                      <a:gd name="connsiteY6" fmla="*/ 0 h 2835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260140" h="283532" extrusionOk="0">
                        <a:moveTo>
                          <a:pt x="0" y="0"/>
                        </a:moveTo>
                        <a:cubicBezTo>
                          <a:pt x="259985" y="16903"/>
                          <a:pt x="334573" y="-25665"/>
                          <a:pt x="604867" y="0"/>
                        </a:cubicBezTo>
                        <a:cubicBezTo>
                          <a:pt x="875161" y="25665"/>
                          <a:pt x="1066432" y="13303"/>
                          <a:pt x="1260140" y="0"/>
                        </a:cubicBezTo>
                        <a:cubicBezTo>
                          <a:pt x="1268227" y="105165"/>
                          <a:pt x="1259877" y="150173"/>
                          <a:pt x="1260140" y="283532"/>
                        </a:cubicBezTo>
                        <a:cubicBezTo>
                          <a:pt x="956310" y="270478"/>
                          <a:pt x="812387" y="309079"/>
                          <a:pt x="630070" y="283532"/>
                        </a:cubicBezTo>
                        <a:cubicBezTo>
                          <a:pt x="447753" y="257986"/>
                          <a:pt x="273610" y="311291"/>
                          <a:pt x="0" y="283532"/>
                        </a:cubicBezTo>
                        <a:cubicBezTo>
                          <a:pt x="6472" y="168061"/>
                          <a:pt x="6951" y="11814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45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C8FECB2-A3A0-4FC5-9975-30B439454E10}"/>
              </a:ext>
            </a:extLst>
          </p:cNvPr>
          <p:cNvSpPr txBox="1"/>
          <p:nvPr/>
        </p:nvSpPr>
        <p:spPr>
          <a:xfrm>
            <a:off x="2443825" y="9549462"/>
            <a:ext cx="87716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35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出席番号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AB90F29-752E-4F9D-9AB4-BDEEF52DF190}"/>
              </a:ext>
            </a:extLst>
          </p:cNvPr>
          <p:cNvSpPr/>
          <p:nvPr/>
        </p:nvSpPr>
        <p:spPr>
          <a:xfrm>
            <a:off x="4617132" y="9513458"/>
            <a:ext cx="2124236" cy="2880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  <a:extLst>
              <a:ext uri="{C807C97D-BFC1-408E-A445-0C87EB9F89A2}">
                <ask:lineSketchStyleProps xmlns:ask="http://schemas.microsoft.com/office/drawing/2018/sketchyshapes" sd="4056488346">
                  <a:custGeom>
                    <a:avLst/>
                    <a:gdLst>
                      <a:gd name="connsiteX0" fmla="*/ 0 w 2016224"/>
                      <a:gd name="connsiteY0" fmla="*/ 0 h 288032"/>
                      <a:gd name="connsiteX1" fmla="*/ 692237 w 2016224"/>
                      <a:gd name="connsiteY1" fmla="*/ 0 h 288032"/>
                      <a:gd name="connsiteX2" fmla="*/ 1303825 w 2016224"/>
                      <a:gd name="connsiteY2" fmla="*/ 0 h 288032"/>
                      <a:gd name="connsiteX3" fmla="*/ 2016224 w 2016224"/>
                      <a:gd name="connsiteY3" fmla="*/ 0 h 288032"/>
                      <a:gd name="connsiteX4" fmla="*/ 2016224 w 2016224"/>
                      <a:gd name="connsiteY4" fmla="*/ 288032 h 288032"/>
                      <a:gd name="connsiteX5" fmla="*/ 1384474 w 2016224"/>
                      <a:gd name="connsiteY5" fmla="*/ 288032 h 288032"/>
                      <a:gd name="connsiteX6" fmla="*/ 692237 w 2016224"/>
                      <a:gd name="connsiteY6" fmla="*/ 288032 h 288032"/>
                      <a:gd name="connsiteX7" fmla="*/ 0 w 2016224"/>
                      <a:gd name="connsiteY7" fmla="*/ 288032 h 288032"/>
                      <a:gd name="connsiteX8" fmla="*/ 0 w 2016224"/>
                      <a:gd name="connsiteY8" fmla="*/ 0 h 2880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016224" h="288032" extrusionOk="0">
                        <a:moveTo>
                          <a:pt x="0" y="0"/>
                        </a:moveTo>
                        <a:cubicBezTo>
                          <a:pt x="299356" y="-28044"/>
                          <a:pt x="383286" y="-4584"/>
                          <a:pt x="692237" y="0"/>
                        </a:cubicBezTo>
                        <a:cubicBezTo>
                          <a:pt x="1001188" y="4584"/>
                          <a:pt x="1176624" y="-15460"/>
                          <a:pt x="1303825" y="0"/>
                        </a:cubicBezTo>
                        <a:cubicBezTo>
                          <a:pt x="1431026" y="15460"/>
                          <a:pt x="1808011" y="18400"/>
                          <a:pt x="2016224" y="0"/>
                        </a:cubicBezTo>
                        <a:cubicBezTo>
                          <a:pt x="2019028" y="113200"/>
                          <a:pt x="2019511" y="153353"/>
                          <a:pt x="2016224" y="288032"/>
                        </a:cubicBezTo>
                        <a:cubicBezTo>
                          <a:pt x="1884070" y="296745"/>
                          <a:pt x="1601696" y="258596"/>
                          <a:pt x="1384474" y="288032"/>
                        </a:cubicBezTo>
                        <a:cubicBezTo>
                          <a:pt x="1167252" y="317469"/>
                          <a:pt x="877810" y="259086"/>
                          <a:pt x="692237" y="288032"/>
                        </a:cubicBezTo>
                        <a:cubicBezTo>
                          <a:pt x="506664" y="316978"/>
                          <a:pt x="300491" y="310870"/>
                          <a:pt x="0" y="288032"/>
                        </a:cubicBezTo>
                        <a:cubicBezTo>
                          <a:pt x="-11301" y="206378"/>
                          <a:pt x="-13420" y="8793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安田晴人</a:t>
            </a:r>
            <a:endParaRPr kumimoji="1" lang="en-US" altLang="ja-JP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5FF3893-A84F-4C1A-9452-A9324DE1DC7B}"/>
              </a:ext>
            </a:extLst>
          </p:cNvPr>
          <p:cNvSpPr txBox="1"/>
          <p:nvPr/>
        </p:nvSpPr>
        <p:spPr>
          <a:xfrm>
            <a:off x="4149080" y="9549462"/>
            <a:ext cx="53091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35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名前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C04D9B9-056C-4D01-AE3A-D2BD9BC96323}"/>
              </a:ext>
            </a:extLst>
          </p:cNvPr>
          <p:cNvSpPr/>
          <p:nvPr/>
        </p:nvSpPr>
        <p:spPr>
          <a:xfrm>
            <a:off x="116632" y="547010"/>
            <a:ext cx="6624736" cy="445550"/>
          </a:xfrm>
          <a:prstGeom prst="rect">
            <a:avLst/>
          </a:pr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894485982">
                  <a:custGeom>
                    <a:avLst/>
                    <a:gdLst>
                      <a:gd name="connsiteX0" fmla="*/ 0 w 6624736"/>
                      <a:gd name="connsiteY0" fmla="*/ 0 h 445550"/>
                      <a:gd name="connsiteX1" fmla="*/ 596226 w 6624736"/>
                      <a:gd name="connsiteY1" fmla="*/ 0 h 445550"/>
                      <a:gd name="connsiteX2" fmla="*/ 1126205 w 6624736"/>
                      <a:gd name="connsiteY2" fmla="*/ 0 h 445550"/>
                      <a:gd name="connsiteX3" fmla="*/ 1921173 w 6624736"/>
                      <a:gd name="connsiteY3" fmla="*/ 0 h 445550"/>
                      <a:gd name="connsiteX4" fmla="*/ 2649894 w 6624736"/>
                      <a:gd name="connsiteY4" fmla="*/ 0 h 445550"/>
                      <a:gd name="connsiteX5" fmla="*/ 3179873 w 6624736"/>
                      <a:gd name="connsiteY5" fmla="*/ 0 h 445550"/>
                      <a:gd name="connsiteX6" fmla="*/ 3709852 w 6624736"/>
                      <a:gd name="connsiteY6" fmla="*/ 0 h 445550"/>
                      <a:gd name="connsiteX7" fmla="*/ 4239831 w 6624736"/>
                      <a:gd name="connsiteY7" fmla="*/ 0 h 445550"/>
                      <a:gd name="connsiteX8" fmla="*/ 4902305 w 6624736"/>
                      <a:gd name="connsiteY8" fmla="*/ 0 h 445550"/>
                      <a:gd name="connsiteX9" fmla="*/ 5564778 w 6624736"/>
                      <a:gd name="connsiteY9" fmla="*/ 0 h 445550"/>
                      <a:gd name="connsiteX10" fmla="*/ 6624736 w 6624736"/>
                      <a:gd name="connsiteY10" fmla="*/ 0 h 445550"/>
                      <a:gd name="connsiteX11" fmla="*/ 6624736 w 6624736"/>
                      <a:gd name="connsiteY11" fmla="*/ 445550 h 445550"/>
                      <a:gd name="connsiteX12" fmla="*/ 6094757 w 6624736"/>
                      <a:gd name="connsiteY12" fmla="*/ 445550 h 445550"/>
                      <a:gd name="connsiteX13" fmla="*/ 5432284 w 6624736"/>
                      <a:gd name="connsiteY13" fmla="*/ 445550 h 445550"/>
                      <a:gd name="connsiteX14" fmla="*/ 4836057 w 6624736"/>
                      <a:gd name="connsiteY14" fmla="*/ 445550 h 445550"/>
                      <a:gd name="connsiteX15" fmla="*/ 4107336 w 6624736"/>
                      <a:gd name="connsiteY15" fmla="*/ 445550 h 445550"/>
                      <a:gd name="connsiteX16" fmla="*/ 3511110 w 6624736"/>
                      <a:gd name="connsiteY16" fmla="*/ 445550 h 445550"/>
                      <a:gd name="connsiteX17" fmla="*/ 2981131 w 6624736"/>
                      <a:gd name="connsiteY17" fmla="*/ 445550 h 445550"/>
                      <a:gd name="connsiteX18" fmla="*/ 2517400 w 6624736"/>
                      <a:gd name="connsiteY18" fmla="*/ 445550 h 445550"/>
                      <a:gd name="connsiteX19" fmla="*/ 1722431 w 6624736"/>
                      <a:gd name="connsiteY19" fmla="*/ 445550 h 445550"/>
                      <a:gd name="connsiteX20" fmla="*/ 1192452 w 6624736"/>
                      <a:gd name="connsiteY20" fmla="*/ 445550 h 445550"/>
                      <a:gd name="connsiteX21" fmla="*/ 728721 w 6624736"/>
                      <a:gd name="connsiteY21" fmla="*/ 445550 h 445550"/>
                      <a:gd name="connsiteX22" fmla="*/ 0 w 6624736"/>
                      <a:gd name="connsiteY22" fmla="*/ 445550 h 445550"/>
                      <a:gd name="connsiteX23" fmla="*/ 0 w 6624736"/>
                      <a:gd name="connsiteY23" fmla="*/ 0 h 445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624736" h="445550" extrusionOk="0">
                        <a:moveTo>
                          <a:pt x="0" y="0"/>
                        </a:moveTo>
                        <a:cubicBezTo>
                          <a:pt x="252503" y="-18309"/>
                          <a:pt x="465698" y="-26646"/>
                          <a:pt x="596226" y="0"/>
                        </a:cubicBezTo>
                        <a:cubicBezTo>
                          <a:pt x="726754" y="26646"/>
                          <a:pt x="889599" y="18855"/>
                          <a:pt x="1126205" y="0"/>
                        </a:cubicBezTo>
                        <a:cubicBezTo>
                          <a:pt x="1362811" y="-18855"/>
                          <a:pt x="1758892" y="-17611"/>
                          <a:pt x="1921173" y="0"/>
                        </a:cubicBezTo>
                        <a:cubicBezTo>
                          <a:pt x="2083454" y="17611"/>
                          <a:pt x="2466382" y="20418"/>
                          <a:pt x="2649894" y="0"/>
                        </a:cubicBezTo>
                        <a:cubicBezTo>
                          <a:pt x="2833406" y="-20418"/>
                          <a:pt x="2986354" y="6738"/>
                          <a:pt x="3179873" y="0"/>
                        </a:cubicBezTo>
                        <a:cubicBezTo>
                          <a:pt x="3373392" y="-6738"/>
                          <a:pt x="3514051" y="-5843"/>
                          <a:pt x="3709852" y="0"/>
                        </a:cubicBezTo>
                        <a:cubicBezTo>
                          <a:pt x="3905653" y="5843"/>
                          <a:pt x="4041128" y="-6801"/>
                          <a:pt x="4239831" y="0"/>
                        </a:cubicBezTo>
                        <a:cubicBezTo>
                          <a:pt x="4438534" y="6801"/>
                          <a:pt x="4707094" y="32877"/>
                          <a:pt x="4902305" y="0"/>
                        </a:cubicBezTo>
                        <a:cubicBezTo>
                          <a:pt x="5097516" y="-32877"/>
                          <a:pt x="5377296" y="29480"/>
                          <a:pt x="5564778" y="0"/>
                        </a:cubicBezTo>
                        <a:cubicBezTo>
                          <a:pt x="5752260" y="-29480"/>
                          <a:pt x="6252525" y="-9613"/>
                          <a:pt x="6624736" y="0"/>
                        </a:cubicBezTo>
                        <a:cubicBezTo>
                          <a:pt x="6612267" y="111063"/>
                          <a:pt x="6637912" y="328092"/>
                          <a:pt x="6624736" y="445550"/>
                        </a:cubicBezTo>
                        <a:cubicBezTo>
                          <a:pt x="6478845" y="436386"/>
                          <a:pt x="6269425" y="426529"/>
                          <a:pt x="6094757" y="445550"/>
                        </a:cubicBezTo>
                        <a:cubicBezTo>
                          <a:pt x="5920089" y="464571"/>
                          <a:pt x="5628766" y="467661"/>
                          <a:pt x="5432284" y="445550"/>
                        </a:cubicBezTo>
                        <a:cubicBezTo>
                          <a:pt x="5235802" y="423439"/>
                          <a:pt x="5054181" y="448231"/>
                          <a:pt x="4836057" y="445550"/>
                        </a:cubicBezTo>
                        <a:cubicBezTo>
                          <a:pt x="4617933" y="442869"/>
                          <a:pt x="4270091" y="421759"/>
                          <a:pt x="4107336" y="445550"/>
                        </a:cubicBezTo>
                        <a:cubicBezTo>
                          <a:pt x="3944581" y="469341"/>
                          <a:pt x="3753713" y="438198"/>
                          <a:pt x="3511110" y="445550"/>
                        </a:cubicBezTo>
                        <a:cubicBezTo>
                          <a:pt x="3268507" y="452902"/>
                          <a:pt x="3245836" y="425450"/>
                          <a:pt x="2981131" y="445550"/>
                        </a:cubicBezTo>
                        <a:cubicBezTo>
                          <a:pt x="2716426" y="465650"/>
                          <a:pt x="2641408" y="438307"/>
                          <a:pt x="2517400" y="445550"/>
                        </a:cubicBezTo>
                        <a:cubicBezTo>
                          <a:pt x="2393392" y="452793"/>
                          <a:pt x="2076725" y="475705"/>
                          <a:pt x="1722431" y="445550"/>
                        </a:cubicBezTo>
                        <a:cubicBezTo>
                          <a:pt x="1368137" y="415395"/>
                          <a:pt x="1372837" y="422034"/>
                          <a:pt x="1192452" y="445550"/>
                        </a:cubicBezTo>
                        <a:cubicBezTo>
                          <a:pt x="1012067" y="469066"/>
                          <a:pt x="921543" y="429211"/>
                          <a:pt x="728721" y="445550"/>
                        </a:cubicBezTo>
                        <a:cubicBezTo>
                          <a:pt x="535899" y="461889"/>
                          <a:pt x="192317" y="476811"/>
                          <a:pt x="0" y="445550"/>
                        </a:cubicBezTo>
                        <a:cubicBezTo>
                          <a:pt x="14204" y="329297"/>
                          <a:pt x="-21506" y="14839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ja-JP" sz="2800" b="1" dirty="0"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To</a:t>
            </a:r>
            <a:r>
              <a:rPr lang="ja-JP" altLang="en-US" sz="2800" b="1" dirty="0"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 </a:t>
            </a:r>
            <a:r>
              <a:rPr lang="en-US" altLang="ja-JP" sz="2800" b="1" dirty="0"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The</a:t>
            </a:r>
            <a:r>
              <a:rPr lang="ja-JP" altLang="en-US" sz="2800" b="1" dirty="0"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 </a:t>
            </a:r>
            <a:r>
              <a:rPr lang="en-US" altLang="ja-JP" sz="2800" b="1" dirty="0"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Top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6FA1D18-946B-4B1D-8256-FD9F90D2B824}"/>
              </a:ext>
            </a:extLst>
          </p:cNvPr>
          <p:cNvSpPr txBox="1"/>
          <p:nvPr/>
        </p:nvSpPr>
        <p:spPr>
          <a:xfrm>
            <a:off x="44624" y="270382"/>
            <a:ext cx="6745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u="sng">
                <a:latin typeface="メイリオ" panose="020B0604030504040204" pitchFamily="50" charset="-128"/>
                <a:ea typeface="メイリオ" panose="020B0604030504040204" pitchFamily="50" charset="-128"/>
              </a:rPr>
              <a:t>▽ゲームタイトル</a:t>
            </a:r>
            <a:r>
              <a:rPr kumimoji="1" lang="en-US" altLang="ja-JP" sz="700" u="sng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kumimoji="1" lang="en-US" altLang="ja-JP" sz="800" b="1">
                <a:latin typeface="メイリオ" panose="020B0604030504040204" pitchFamily="50" charset="-128"/>
                <a:ea typeface="メイリオ" panose="020B0604030504040204" pitchFamily="50" charset="-128"/>
              </a:rPr>
              <a:t>  (</a:t>
            </a:r>
            <a:r>
              <a:rPr kumimoji="1" lang="ja-JP" altLang="en-US" sz="800" b="1">
                <a:latin typeface="メイリオ" panose="020B0604030504040204" pitchFamily="50" charset="-128"/>
                <a:ea typeface="メイリオ" panose="020B0604030504040204" pitchFamily="50" charset="-128"/>
              </a:rPr>
              <a:t>最初に考えるのではなく、コンセプトとルール案を出した後にゲーム内容にあった名称を考案しましょう！</a:t>
            </a:r>
            <a:r>
              <a:rPr kumimoji="1" lang="en-US" altLang="ja-JP" sz="800" b="1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600" b="1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6479BF2-0AC1-4F8B-8D74-E154FABF3758}"/>
              </a:ext>
            </a:extLst>
          </p:cNvPr>
          <p:cNvSpPr/>
          <p:nvPr/>
        </p:nvSpPr>
        <p:spPr>
          <a:xfrm>
            <a:off x="116632" y="1339098"/>
            <a:ext cx="6624736" cy="445550"/>
          </a:xfrm>
          <a:prstGeom prst="rect">
            <a:avLst/>
          </a:pr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134225246">
                  <a:custGeom>
                    <a:avLst/>
                    <a:gdLst>
                      <a:gd name="connsiteX0" fmla="*/ 0 w 6624736"/>
                      <a:gd name="connsiteY0" fmla="*/ 0 h 445550"/>
                      <a:gd name="connsiteX1" fmla="*/ 596226 w 6624736"/>
                      <a:gd name="connsiteY1" fmla="*/ 0 h 445550"/>
                      <a:gd name="connsiteX2" fmla="*/ 1059958 w 6624736"/>
                      <a:gd name="connsiteY2" fmla="*/ 0 h 445550"/>
                      <a:gd name="connsiteX3" fmla="*/ 1788679 w 6624736"/>
                      <a:gd name="connsiteY3" fmla="*/ 0 h 445550"/>
                      <a:gd name="connsiteX4" fmla="*/ 2583647 w 6624736"/>
                      <a:gd name="connsiteY4" fmla="*/ 0 h 445550"/>
                      <a:gd name="connsiteX5" fmla="*/ 3113626 w 6624736"/>
                      <a:gd name="connsiteY5" fmla="*/ 0 h 445550"/>
                      <a:gd name="connsiteX6" fmla="*/ 3643605 w 6624736"/>
                      <a:gd name="connsiteY6" fmla="*/ 0 h 445550"/>
                      <a:gd name="connsiteX7" fmla="*/ 4372326 w 6624736"/>
                      <a:gd name="connsiteY7" fmla="*/ 0 h 445550"/>
                      <a:gd name="connsiteX8" fmla="*/ 4836057 w 6624736"/>
                      <a:gd name="connsiteY8" fmla="*/ 0 h 445550"/>
                      <a:gd name="connsiteX9" fmla="*/ 5366036 w 6624736"/>
                      <a:gd name="connsiteY9" fmla="*/ 0 h 445550"/>
                      <a:gd name="connsiteX10" fmla="*/ 6028510 w 6624736"/>
                      <a:gd name="connsiteY10" fmla="*/ 0 h 445550"/>
                      <a:gd name="connsiteX11" fmla="*/ 6624736 w 6624736"/>
                      <a:gd name="connsiteY11" fmla="*/ 0 h 445550"/>
                      <a:gd name="connsiteX12" fmla="*/ 6624736 w 6624736"/>
                      <a:gd name="connsiteY12" fmla="*/ 445550 h 445550"/>
                      <a:gd name="connsiteX13" fmla="*/ 5962262 w 6624736"/>
                      <a:gd name="connsiteY13" fmla="*/ 445550 h 445550"/>
                      <a:gd name="connsiteX14" fmla="*/ 5299789 w 6624736"/>
                      <a:gd name="connsiteY14" fmla="*/ 445550 h 445550"/>
                      <a:gd name="connsiteX15" fmla="*/ 4703563 w 6624736"/>
                      <a:gd name="connsiteY15" fmla="*/ 445550 h 445550"/>
                      <a:gd name="connsiteX16" fmla="*/ 4173584 w 6624736"/>
                      <a:gd name="connsiteY16" fmla="*/ 445550 h 445550"/>
                      <a:gd name="connsiteX17" fmla="*/ 3643605 w 6624736"/>
                      <a:gd name="connsiteY17" fmla="*/ 445550 h 445550"/>
                      <a:gd name="connsiteX18" fmla="*/ 2981131 w 6624736"/>
                      <a:gd name="connsiteY18" fmla="*/ 445550 h 445550"/>
                      <a:gd name="connsiteX19" fmla="*/ 2252410 w 6624736"/>
                      <a:gd name="connsiteY19" fmla="*/ 445550 h 445550"/>
                      <a:gd name="connsiteX20" fmla="*/ 1457442 w 6624736"/>
                      <a:gd name="connsiteY20" fmla="*/ 445550 h 445550"/>
                      <a:gd name="connsiteX21" fmla="*/ 861216 w 6624736"/>
                      <a:gd name="connsiteY21" fmla="*/ 445550 h 445550"/>
                      <a:gd name="connsiteX22" fmla="*/ 0 w 6624736"/>
                      <a:gd name="connsiteY22" fmla="*/ 445550 h 445550"/>
                      <a:gd name="connsiteX23" fmla="*/ 0 w 6624736"/>
                      <a:gd name="connsiteY23" fmla="*/ 0 h 445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624736" h="445550" extrusionOk="0">
                        <a:moveTo>
                          <a:pt x="0" y="0"/>
                        </a:moveTo>
                        <a:cubicBezTo>
                          <a:pt x="262881" y="3277"/>
                          <a:pt x="355850" y="-6436"/>
                          <a:pt x="596226" y="0"/>
                        </a:cubicBezTo>
                        <a:cubicBezTo>
                          <a:pt x="836602" y="6436"/>
                          <a:pt x="963318" y="7945"/>
                          <a:pt x="1059958" y="0"/>
                        </a:cubicBezTo>
                        <a:cubicBezTo>
                          <a:pt x="1156598" y="-7945"/>
                          <a:pt x="1571087" y="6442"/>
                          <a:pt x="1788679" y="0"/>
                        </a:cubicBezTo>
                        <a:cubicBezTo>
                          <a:pt x="2006271" y="-6442"/>
                          <a:pt x="2407262" y="-21256"/>
                          <a:pt x="2583647" y="0"/>
                        </a:cubicBezTo>
                        <a:cubicBezTo>
                          <a:pt x="2760032" y="21256"/>
                          <a:pt x="2928819" y="-21323"/>
                          <a:pt x="3113626" y="0"/>
                        </a:cubicBezTo>
                        <a:cubicBezTo>
                          <a:pt x="3298433" y="21323"/>
                          <a:pt x="3535549" y="11327"/>
                          <a:pt x="3643605" y="0"/>
                        </a:cubicBezTo>
                        <a:cubicBezTo>
                          <a:pt x="3751661" y="-11327"/>
                          <a:pt x="4127985" y="-4921"/>
                          <a:pt x="4372326" y="0"/>
                        </a:cubicBezTo>
                        <a:cubicBezTo>
                          <a:pt x="4616667" y="4921"/>
                          <a:pt x="4732878" y="-22211"/>
                          <a:pt x="4836057" y="0"/>
                        </a:cubicBezTo>
                        <a:cubicBezTo>
                          <a:pt x="4939236" y="22211"/>
                          <a:pt x="5154724" y="24647"/>
                          <a:pt x="5366036" y="0"/>
                        </a:cubicBezTo>
                        <a:cubicBezTo>
                          <a:pt x="5577348" y="-24647"/>
                          <a:pt x="5713828" y="23370"/>
                          <a:pt x="6028510" y="0"/>
                        </a:cubicBezTo>
                        <a:cubicBezTo>
                          <a:pt x="6343192" y="-23370"/>
                          <a:pt x="6480539" y="1202"/>
                          <a:pt x="6624736" y="0"/>
                        </a:cubicBezTo>
                        <a:cubicBezTo>
                          <a:pt x="6622971" y="109889"/>
                          <a:pt x="6640026" y="280381"/>
                          <a:pt x="6624736" y="445550"/>
                        </a:cubicBezTo>
                        <a:cubicBezTo>
                          <a:pt x="6393292" y="435384"/>
                          <a:pt x="6241790" y="444133"/>
                          <a:pt x="5962262" y="445550"/>
                        </a:cubicBezTo>
                        <a:cubicBezTo>
                          <a:pt x="5682734" y="446967"/>
                          <a:pt x="5579704" y="427870"/>
                          <a:pt x="5299789" y="445550"/>
                        </a:cubicBezTo>
                        <a:cubicBezTo>
                          <a:pt x="5019874" y="463230"/>
                          <a:pt x="4830342" y="427674"/>
                          <a:pt x="4703563" y="445550"/>
                        </a:cubicBezTo>
                        <a:cubicBezTo>
                          <a:pt x="4576784" y="463426"/>
                          <a:pt x="4298907" y="425794"/>
                          <a:pt x="4173584" y="445550"/>
                        </a:cubicBezTo>
                        <a:cubicBezTo>
                          <a:pt x="4048261" y="465306"/>
                          <a:pt x="3832699" y="434144"/>
                          <a:pt x="3643605" y="445550"/>
                        </a:cubicBezTo>
                        <a:cubicBezTo>
                          <a:pt x="3454511" y="456956"/>
                          <a:pt x="3184681" y="472569"/>
                          <a:pt x="2981131" y="445550"/>
                        </a:cubicBezTo>
                        <a:cubicBezTo>
                          <a:pt x="2777581" y="418531"/>
                          <a:pt x="2451143" y="443117"/>
                          <a:pt x="2252410" y="445550"/>
                        </a:cubicBezTo>
                        <a:cubicBezTo>
                          <a:pt x="2053677" y="447983"/>
                          <a:pt x="1713572" y="465545"/>
                          <a:pt x="1457442" y="445550"/>
                        </a:cubicBezTo>
                        <a:cubicBezTo>
                          <a:pt x="1201312" y="425555"/>
                          <a:pt x="1038725" y="462622"/>
                          <a:pt x="861216" y="445550"/>
                        </a:cubicBezTo>
                        <a:cubicBezTo>
                          <a:pt x="683707" y="428478"/>
                          <a:pt x="329123" y="458757"/>
                          <a:pt x="0" y="445550"/>
                        </a:cubicBezTo>
                        <a:cubicBezTo>
                          <a:pt x="18422" y="302828"/>
                          <a:pt x="-9825" y="19218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  <a:cs typeface="Aharoni" panose="02010803020104030203" pitchFamily="2" charset="-79"/>
              </a:rPr>
              <a:t>世論コントロール</a:t>
            </a:r>
            <a:endParaRPr lang="en-US" altLang="ja-JP" dirty="0">
              <a:solidFill>
                <a:schemeClr val="tx1"/>
              </a:solidFill>
              <a:latin typeface="HGS創英角ﾎﾟｯﾌﾟ体" panose="040B0A00000000000000" pitchFamily="50" charset="-128"/>
              <a:ea typeface="HGS創英角ﾎﾟｯﾌﾟ体" panose="040B0A00000000000000" pitchFamily="50" charset="-128"/>
              <a:cs typeface="Aharoni" panose="02010803020104030203" pitchFamily="2" charset="-79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CA28504-EA7D-4306-910D-8FDB6409372F}"/>
              </a:ext>
            </a:extLst>
          </p:cNvPr>
          <p:cNvSpPr txBox="1"/>
          <p:nvPr/>
        </p:nvSpPr>
        <p:spPr>
          <a:xfrm>
            <a:off x="44624" y="1051066"/>
            <a:ext cx="550343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350" b="1" u="sng">
                <a:latin typeface="メイリオ" panose="020B0604030504040204" pitchFamily="50" charset="-128"/>
                <a:ea typeface="メイリオ" panose="020B0604030504040204" pitchFamily="50" charset="-128"/>
              </a:rPr>
              <a:t>▽ゲームコンセプト</a:t>
            </a:r>
            <a:r>
              <a:rPr kumimoji="1" lang="en-US" altLang="ja-JP" sz="800" b="1">
                <a:latin typeface="メイリオ" panose="020B0604030504040204" pitchFamily="50" charset="-128"/>
                <a:ea typeface="メイリオ" panose="020B0604030504040204" pitchFamily="50" charset="-128"/>
              </a:rPr>
              <a:t>  (</a:t>
            </a:r>
            <a:r>
              <a:rPr kumimoji="1" lang="ja-JP" altLang="en-US" sz="800" b="1">
                <a:latin typeface="メイリオ" panose="020B0604030504040204" pitchFamily="50" charset="-128"/>
                <a:ea typeface="メイリオ" panose="020B0604030504040204" pitchFamily="50" charset="-128"/>
              </a:rPr>
              <a:t>達成すべき目標・目的、お客さんにさせたい体験を一言で表すとなんですか？</a:t>
            </a:r>
            <a:r>
              <a:rPr kumimoji="1" lang="en-US" altLang="ja-JP" sz="800" b="1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350" b="1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0725E4C-E595-4080-96BC-36CB20B24B90}"/>
              </a:ext>
            </a:extLst>
          </p:cNvPr>
          <p:cNvSpPr txBox="1"/>
          <p:nvPr/>
        </p:nvSpPr>
        <p:spPr>
          <a:xfrm>
            <a:off x="44624" y="1856656"/>
            <a:ext cx="3240360" cy="1315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50" b="1" u="sng">
                <a:latin typeface="メイリオ" panose="020B0604030504040204" pitchFamily="50" charset="-128"/>
                <a:ea typeface="メイリオ" panose="020B0604030504040204" pitchFamily="50" charset="-128"/>
              </a:rPr>
              <a:t>▽ゲーム概要 </a:t>
            </a:r>
            <a:endParaRPr kumimoji="1" lang="en-US" altLang="ja-JP" sz="1350" b="1" u="sng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200" b="1" u="sng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200" b="1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必要情報①：核となるルール案</a:t>
            </a:r>
            <a:endParaRPr kumimoji="1" lang="en-US" altLang="ja-JP" sz="1200" b="1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sz="800" b="1">
                <a:latin typeface="メイリオ" panose="020B0604030504040204" pitchFamily="50" charset="-128"/>
                <a:ea typeface="メイリオ" panose="020B0604030504040204" pitchFamily="50" charset="-128"/>
              </a:rPr>
              <a:t> (</a:t>
            </a:r>
            <a:r>
              <a:rPr kumimoji="1" lang="ja-JP" altLang="en-US" sz="800" b="1">
                <a:latin typeface="メイリオ" panose="020B0604030504040204" pitchFamily="50" charset="-128"/>
                <a:ea typeface="メイリオ" panose="020B0604030504040204" pitchFamily="50" charset="-128"/>
              </a:rPr>
              <a:t>コンセプトの体験をどのようなルールで表現するつもり？</a:t>
            </a:r>
            <a:r>
              <a:rPr kumimoji="1" lang="en-US" altLang="ja-JP" sz="800" b="1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endParaRPr kumimoji="1" lang="en-US" altLang="ja-JP" sz="200" b="1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200" b="1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必要情報➁：画面イメージ</a:t>
            </a:r>
            <a:endParaRPr kumimoji="1" lang="en-US" altLang="ja-JP" sz="1200" b="1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sz="800" b="1">
                <a:latin typeface="メイリオ" panose="020B0604030504040204" pitchFamily="50" charset="-128"/>
                <a:ea typeface="メイリオ" panose="020B0604030504040204" pitchFamily="50" charset="-128"/>
              </a:rPr>
              <a:t> (</a:t>
            </a:r>
            <a:r>
              <a:rPr kumimoji="1" lang="ja-JP" altLang="en-US" sz="800" b="1">
                <a:latin typeface="メイリオ" panose="020B0604030504040204" pitchFamily="50" charset="-128"/>
                <a:ea typeface="メイリオ" panose="020B0604030504040204" pitchFamily="50" charset="-128"/>
              </a:rPr>
              <a:t>一番楽しい瞬間を再現しましょう。</a:t>
            </a:r>
            <a:r>
              <a:rPr kumimoji="1" lang="en-US" altLang="ja-JP" sz="800" b="1">
                <a:latin typeface="メイリオ" panose="020B0604030504040204" pitchFamily="50" charset="-128"/>
                <a:ea typeface="メイリオ" panose="020B0604030504040204" pitchFamily="50" charset="-128"/>
              </a:rPr>
              <a:t>UI</a:t>
            </a:r>
            <a:r>
              <a:rPr kumimoji="1" lang="ja-JP" altLang="en-US" sz="800" b="1">
                <a:latin typeface="メイリオ" panose="020B0604030504040204" pitchFamily="50" charset="-128"/>
                <a:ea typeface="メイリオ" panose="020B0604030504040204" pitchFamily="50" charset="-128"/>
              </a:rPr>
              <a:t>も忘れずに！</a:t>
            </a:r>
            <a:r>
              <a:rPr kumimoji="1" lang="en-US" altLang="ja-JP" sz="800" b="1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endParaRPr kumimoji="1" lang="en-US" altLang="ja-JP" sz="200" b="1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200" b="1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必要情報③：操作案</a:t>
            </a:r>
            <a:endParaRPr kumimoji="1" lang="en-US" altLang="ja-JP" sz="1200" b="1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sz="800" b="1">
                <a:latin typeface="メイリオ" panose="020B0604030504040204" pitchFamily="50" charset="-128"/>
                <a:ea typeface="メイリオ" panose="020B0604030504040204" pitchFamily="50" charset="-128"/>
              </a:rPr>
              <a:t> (</a:t>
            </a:r>
            <a:r>
              <a:rPr kumimoji="1" lang="ja-JP" altLang="en-US" sz="800" b="1">
                <a:latin typeface="メイリオ" panose="020B0604030504040204" pitchFamily="50" charset="-128"/>
                <a:ea typeface="メイリオ" panose="020B0604030504040204" pitchFamily="50" charset="-128"/>
              </a:rPr>
              <a:t>ルールに合った操作を考案しましょう！</a:t>
            </a:r>
            <a:r>
              <a:rPr kumimoji="1" lang="en-US" altLang="ja-JP" sz="800" b="1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0210F33B-6A2C-4698-9F96-4A381F5E5F86}"/>
              </a:ext>
            </a:extLst>
          </p:cNvPr>
          <p:cNvSpPr/>
          <p:nvPr/>
        </p:nvSpPr>
        <p:spPr>
          <a:xfrm>
            <a:off x="1088740" y="9513458"/>
            <a:ext cx="1368152" cy="2835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850595"/>
                      <a:gd name="connsiteY0" fmla="*/ 0 h 283532"/>
                      <a:gd name="connsiteX1" fmla="*/ 442309 w 850595"/>
                      <a:gd name="connsiteY1" fmla="*/ 0 h 283532"/>
                      <a:gd name="connsiteX2" fmla="*/ 850595 w 850595"/>
                      <a:gd name="connsiteY2" fmla="*/ 0 h 283532"/>
                      <a:gd name="connsiteX3" fmla="*/ 850595 w 850595"/>
                      <a:gd name="connsiteY3" fmla="*/ 283532 h 283532"/>
                      <a:gd name="connsiteX4" fmla="*/ 433803 w 850595"/>
                      <a:gd name="connsiteY4" fmla="*/ 283532 h 283532"/>
                      <a:gd name="connsiteX5" fmla="*/ 0 w 850595"/>
                      <a:gd name="connsiteY5" fmla="*/ 283532 h 283532"/>
                      <a:gd name="connsiteX6" fmla="*/ 0 w 850595"/>
                      <a:gd name="connsiteY6" fmla="*/ 0 h 2835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50595" h="283532" fill="none" extrusionOk="0">
                        <a:moveTo>
                          <a:pt x="0" y="0"/>
                        </a:moveTo>
                        <a:cubicBezTo>
                          <a:pt x="108665" y="-17875"/>
                          <a:pt x="260258" y="-7380"/>
                          <a:pt x="442309" y="0"/>
                        </a:cubicBezTo>
                        <a:cubicBezTo>
                          <a:pt x="624360" y="7380"/>
                          <a:pt x="680457" y="-16523"/>
                          <a:pt x="850595" y="0"/>
                        </a:cubicBezTo>
                        <a:cubicBezTo>
                          <a:pt x="863240" y="86392"/>
                          <a:pt x="858491" y="211184"/>
                          <a:pt x="850595" y="283532"/>
                        </a:cubicBezTo>
                        <a:cubicBezTo>
                          <a:pt x="755356" y="270447"/>
                          <a:pt x="594417" y="295951"/>
                          <a:pt x="433803" y="283532"/>
                        </a:cubicBezTo>
                        <a:cubicBezTo>
                          <a:pt x="273189" y="271113"/>
                          <a:pt x="143347" y="294305"/>
                          <a:pt x="0" y="283532"/>
                        </a:cubicBezTo>
                        <a:cubicBezTo>
                          <a:pt x="-11523" y="165657"/>
                          <a:pt x="-8529" y="103015"/>
                          <a:pt x="0" y="0"/>
                        </a:cubicBezTo>
                        <a:close/>
                      </a:path>
                      <a:path w="850595" h="283532" stroke="0" extrusionOk="0">
                        <a:moveTo>
                          <a:pt x="0" y="0"/>
                        </a:moveTo>
                        <a:cubicBezTo>
                          <a:pt x="196853" y="-13027"/>
                          <a:pt x="304847" y="9055"/>
                          <a:pt x="416792" y="0"/>
                        </a:cubicBezTo>
                        <a:cubicBezTo>
                          <a:pt x="528737" y="-9055"/>
                          <a:pt x="657206" y="-2938"/>
                          <a:pt x="850595" y="0"/>
                        </a:cubicBezTo>
                        <a:cubicBezTo>
                          <a:pt x="859812" y="106609"/>
                          <a:pt x="846053" y="187911"/>
                          <a:pt x="850595" y="283532"/>
                        </a:cubicBezTo>
                        <a:cubicBezTo>
                          <a:pt x="671021" y="278022"/>
                          <a:pt x="594921" y="270115"/>
                          <a:pt x="425298" y="283532"/>
                        </a:cubicBezTo>
                        <a:cubicBezTo>
                          <a:pt x="255675" y="296949"/>
                          <a:pt x="91596" y="294775"/>
                          <a:pt x="0" y="283532"/>
                        </a:cubicBezTo>
                        <a:cubicBezTo>
                          <a:pt x="480" y="191429"/>
                          <a:pt x="7950" y="7045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  <a:latin typeface="メイリオ"/>
                <a:ea typeface="メイリオ"/>
              </a:rPr>
              <a:t>AT12D093</a:t>
            </a:r>
            <a:endParaRPr kumimoji="1" lang="en-US" altLang="ja-JP" sz="12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03DF412-2C6C-4295-97DD-01FBE0584089}"/>
              </a:ext>
            </a:extLst>
          </p:cNvPr>
          <p:cNvSpPr txBox="1"/>
          <p:nvPr/>
        </p:nvSpPr>
        <p:spPr>
          <a:xfrm>
            <a:off x="44624" y="9549462"/>
            <a:ext cx="105028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35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クラス記号</a:t>
            </a:r>
          </a:p>
        </p:txBody>
      </p:sp>
      <p:sp>
        <p:nvSpPr>
          <p:cNvPr id="370" name="テキスト ボックス 369">
            <a:extLst>
              <a:ext uri="{FF2B5EF4-FFF2-40B4-BE49-F238E27FC236}">
                <a16:creationId xmlns:a16="http://schemas.microsoft.com/office/drawing/2014/main" id="{DBC296C1-6134-4D6B-A6A9-EE4A2E6D2E4D}"/>
              </a:ext>
            </a:extLst>
          </p:cNvPr>
          <p:cNvSpPr txBox="1"/>
          <p:nvPr/>
        </p:nvSpPr>
        <p:spPr>
          <a:xfrm>
            <a:off x="38100" y="-15552"/>
            <a:ext cx="67752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10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HAL</a:t>
            </a:r>
            <a:r>
              <a:rPr kumimoji="1" lang="ja-JP" altLang="en-US" sz="10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東京</a:t>
            </a:r>
            <a:r>
              <a:rPr kumimoji="1" lang="en-US" altLang="ja-JP" sz="10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kumimoji="1" lang="ja-JP" altLang="en-US" sz="10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草案テンプレート</a:t>
            </a:r>
          </a:p>
        </p:txBody>
      </p: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31C3D58E-E056-492E-BF21-84A508B25AFB}"/>
              </a:ext>
            </a:extLst>
          </p:cNvPr>
          <p:cNvGrpSpPr>
            <a:grpSpLocks noChangeAspect="1"/>
          </p:cNvGrpSpPr>
          <p:nvPr/>
        </p:nvGrpSpPr>
        <p:grpSpPr>
          <a:xfrm>
            <a:off x="562826" y="6090102"/>
            <a:ext cx="3888432" cy="3096344"/>
            <a:chOff x="2132856" y="4052900"/>
            <a:chExt cx="3318083" cy="2696530"/>
          </a:xfrm>
        </p:grpSpPr>
        <p:grpSp>
          <p:nvGrpSpPr>
            <p:cNvPr id="277" name="グループ化 276">
              <a:extLst>
                <a:ext uri="{FF2B5EF4-FFF2-40B4-BE49-F238E27FC236}">
                  <a16:creationId xmlns:a16="http://schemas.microsoft.com/office/drawing/2014/main" id="{6FE579EC-E867-4B87-B073-1289CC59E94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132856" y="4304928"/>
              <a:ext cx="3318083" cy="2444502"/>
              <a:chOff x="1363979" y="1051560"/>
              <a:chExt cx="3985260" cy="2843213"/>
            </a:xfrm>
            <a:solidFill>
              <a:schemeClr val="bg1"/>
            </a:solidFill>
            <a:effectLst/>
          </p:grpSpPr>
          <p:sp>
            <p:nvSpPr>
              <p:cNvPr id="278" name="正方形/長方形 277">
                <a:extLst>
                  <a:ext uri="{FF2B5EF4-FFF2-40B4-BE49-F238E27FC236}">
                    <a16:creationId xmlns:a16="http://schemas.microsoft.com/office/drawing/2014/main" id="{43534AA2-75CB-4CAF-A3A3-4F9FC71166E8}"/>
                  </a:ext>
                </a:extLst>
              </p:cNvPr>
              <p:cNvSpPr/>
              <p:nvPr/>
            </p:nvSpPr>
            <p:spPr>
              <a:xfrm>
                <a:off x="3152776" y="3375660"/>
                <a:ext cx="395287" cy="3200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79" name="フリーフォーム: 図形 278">
                <a:extLst>
                  <a:ext uri="{FF2B5EF4-FFF2-40B4-BE49-F238E27FC236}">
                    <a16:creationId xmlns:a16="http://schemas.microsoft.com/office/drawing/2014/main" id="{2519BDCB-0F49-40A7-A7A1-16B6524ADFD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63979" y="1051560"/>
                <a:ext cx="3985260" cy="2415540"/>
              </a:xfrm>
              <a:custGeom>
                <a:avLst/>
                <a:gdLst>
                  <a:gd name="connsiteX0" fmla="*/ 109938 w 3985260"/>
                  <a:gd name="connsiteY0" fmla="*/ 102302 h 2415540"/>
                  <a:gd name="connsiteX1" fmla="*/ 109938 w 3985260"/>
                  <a:gd name="connsiteY1" fmla="*/ 2217420 h 2415540"/>
                  <a:gd name="connsiteX2" fmla="*/ 3891273 w 3985260"/>
                  <a:gd name="connsiteY2" fmla="*/ 2217420 h 2415540"/>
                  <a:gd name="connsiteX3" fmla="*/ 3891273 w 3985260"/>
                  <a:gd name="connsiteY3" fmla="*/ 102302 h 2415540"/>
                  <a:gd name="connsiteX4" fmla="*/ 124449 w 3985260"/>
                  <a:gd name="connsiteY4" fmla="*/ 0 h 2415540"/>
                  <a:gd name="connsiteX5" fmla="*/ 3860811 w 3985260"/>
                  <a:gd name="connsiteY5" fmla="*/ 0 h 2415540"/>
                  <a:gd name="connsiteX6" fmla="*/ 3985260 w 3985260"/>
                  <a:gd name="connsiteY6" fmla="*/ 124449 h 2415540"/>
                  <a:gd name="connsiteX7" fmla="*/ 3985260 w 3985260"/>
                  <a:gd name="connsiteY7" fmla="*/ 2291091 h 2415540"/>
                  <a:gd name="connsiteX8" fmla="*/ 3860811 w 3985260"/>
                  <a:gd name="connsiteY8" fmla="*/ 2415540 h 2415540"/>
                  <a:gd name="connsiteX9" fmla="*/ 124449 w 3985260"/>
                  <a:gd name="connsiteY9" fmla="*/ 2415540 h 2415540"/>
                  <a:gd name="connsiteX10" fmla="*/ 0 w 3985260"/>
                  <a:gd name="connsiteY10" fmla="*/ 2291091 h 2415540"/>
                  <a:gd name="connsiteX11" fmla="*/ 0 w 3985260"/>
                  <a:gd name="connsiteY11" fmla="*/ 124449 h 2415540"/>
                  <a:gd name="connsiteX12" fmla="*/ 124449 w 3985260"/>
                  <a:gd name="connsiteY12" fmla="*/ 0 h 24155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985260" h="2415540">
                    <a:moveTo>
                      <a:pt x="109938" y="102302"/>
                    </a:moveTo>
                    <a:lnTo>
                      <a:pt x="109938" y="2217420"/>
                    </a:lnTo>
                    <a:lnTo>
                      <a:pt x="3891273" y="2217420"/>
                    </a:lnTo>
                    <a:lnTo>
                      <a:pt x="3891273" y="102302"/>
                    </a:lnTo>
                    <a:close/>
                    <a:moveTo>
                      <a:pt x="124449" y="0"/>
                    </a:moveTo>
                    <a:lnTo>
                      <a:pt x="3860811" y="0"/>
                    </a:lnTo>
                    <a:cubicBezTo>
                      <a:pt x="3929542" y="0"/>
                      <a:pt x="3985260" y="55718"/>
                      <a:pt x="3985260" y="124449"/>
                    </a:cubicBezTo>
                    <a:lnTo>
                      <a:pt x="3985260" y="2291091"/>
                    </a:lnTo>
                    <a:cubicBezTo>
                      <a:pt x="3985260" y="2359822"/>
                      <a:pt x="3929542" y="2415540"/>
                      <a:pt x="3860811" y="2415540"/>
                    </a:cubicBezTo>
                    <a:lnTo>
                      <a:pt x="124449" y="2415540"/>
                    </a:lnTo>
                    <a:cubicBezTo>
                      <a:pt x="55718" y="2415540"/>
                      <a:pt x="0" y="2359822"/>
                      <a:pt x="0" y="2291091"/>
                    </a:cubicBezTo>
                    <a:lnTo>
                      <a:pt x="0" y="124449"/>
                    </a:lnTo>
                    <a:cubicBezTo>
                      <a:pt x="0" y="55718"/>
                      <a:pt x="55718" y="0"/>
                      <a:pt x="124449" y="0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80" name="四角形: 角を丸くする 6">
                <a:extLst>
                  <a:ext uri="{FF2B5EF4-FFF2-40B4-BE49-F238E27FC236}">
                    <a16:creationId xmlns:a16="http://schemas.microsoft.com/office/drawing/2014/main" id="{A1D2AC5F-40BC-4BC8-B699-C76C20079C7E}"/>
                  </a:ext>
                </a:extLst>
              </p:cNvPr>
              <p:cNvSpPr/>
              <p:nvPr/>
            </p:nvSpPr>
            <p:spPr>
              <a:xfrm>
                <a:off x="2438401" y="3650933"/>
                <a:ext cx="1828800" cy="243840"/>
              </a:xfrm>
              <a:custGeom>
                <a:avLst/>
                <a:gdLst>
                  <a:gd name="connsiteX0" fmla="*/ 0 w 2852420"/>
                  <a:gd name="connsiteY0" fmla="*/ 310039 h 620077"/>
                  <a:gd name="connsiteX1" fmla="*/ 310039 w 2852420"/>
                  <a:gd name="connsiteY1" fmla="*/ 0 h 620077"/>
                  <a:gd name="connsiteX2" fmla="*/ 2542382 w 2852420"/>
                  <a:gd name="connsiteY2" fmla="*/ 0 h 620077"/>
                  <a:gd name="connsiteX3" fmla="*/ 2852421 w 2852420"/>
                  <a:gd name="connsiteY3" fmla="*/ 310039 h 620077"/>
                  <a:gd name="connsiteX4" fmla="*/ 2852420 w 2852420"/>
                  <a:gd name="connsiteY4" fmla="*/ 310039 h 620077"/>
                  <a:gd name="connsiteX5" fmla="*/ 2542381 w 2852420"/>
                  <a:gd name="connsiteY5" fmla="*/ 620078 h 620077"/>
                  <a:gd name="connsiteX6" fmla="*/ 310039 w 2852420"/>
                  <a:gd name="connsiteY6" fmla="*/ 620077 h 620077"/>
                  <a:gd name="connsiteX7" fmla="*/ 0 w 2852420"/>
                  <a:gd name="connsiteY7" fmla="*/ 310038 h 620077"/>
                  <a:gd name="connsiteX8" fmla="*/ 0 w 2852420"/>
                  <a:gd name="connsiteY8" fmla="*/ 310039 h 620077"/>
                  <a:gd name="connsiteX0" fmla="*/ 0 w 2852421"/>
                  <a:gd name="connsiteY0" fmla="*/ 310039 h 620078"/>
                  <a:gd name="connsiteX1" fmla="*/ 310039 w 2852421"/>
                  <a:gd name="connsiteY1" fmla="*/ 0 h 620078"/>
                  <a:gd name="connsiteX2" fmla="*/ 2542382 w 2852421"/>
                  <a:gd name="connsiteY2" fmla="*/ 0 h 620078"/>
                  <a:gd name="connsiteX3" fmla="*/ 2852421 w 2852421"/>
                  <a:gd name="connsiteY3" fmla="*/ 310039 h 620078"/>
                  <a:gd name="connsiteX4" fmla="*/ 2852420 w 2852421"/>
                  <a:gd name="connsiteY4" fmla="*/ 310039 h 620078"/>
                  <a:gd name="connsiteX5" fmla="*/ 2542381 w 2852421"/>
                  <a:gd name="connsiteY5" fmla="*/ 620078 h 620078"/>
                  <a:gd name="connsiteX6" fmla="*/ 0 w 2852421"/>
                  <a:gd name="connsiteY6" fmla="*/ 310038 h 620078"/>
                  <a:gd name="connsiteX7" fmla="*/ 0 w 2852421"/>
                  <a:gd name="connsiteY7" fmla="*/ 310039 h 620078"/>
                  <a:gd name="connsiteX0" fmla="*/ 0 w 2852421"/>
                  <a:gd name="connsiteY0" fmla="*/ 310039 h 310039"/>
                  <a:gd name="connsiteX1" fmla="*/ 310039 w 2852421"/>
                  <a:gd name="connsiteY1" fmla="*/ 0 h 310039"/>
                  <a:gd name="connsiteX2" fmla="*/ 2542382 w 2852421"/>
                  <a:gd name="connsiteY2" fmla="*/ 0 h 310039"/>
                  <a:gd name="connsiteX3" fmla="*/ 2852421 w 2852421"/>
                  <a:gd name="connsiteY3" fmla="*/ 310039 h 310039"/>
                  <a:gd name="connsiteX4" fmla="*/ 2852420 w 2852421"/>
                  <a:gd name="connsiteY4" fmla="*/ 310039 h 310039"/>
                  <a:gd name="connsiteX5" fmla="*/ 0 w 2852421"/>
                  <a:gd name="connsiteY5" fmla="*/ 310038 h 310039"/>
                  <a:gd name="connsiteX6" fmla="*/ 0 w 2852421"/>
                  <a:gd name="connsiteY6" fmla="*/ 310039 h 3100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52421" h="310039">
                    <a:moveTo>
                      <a:pt x="0" y="310039"/>
                    </a:moveTo>
                    <a:cubicBezTo>
                      <a:pt x="0" y="138809"/>
                      <a:pt x="138809" y="0"/>
                      <a:pt x="310039" y="0"/>
                    </a:cubicBezTo>
                    <a:lnTo>
                      <a:pt x="2542382" y="0"/>
                    </a:lnTo>
                    <a:cubicBezTo>
                      <a:pt x="2713612" y="0"/>
                      <a:pt x="2852421" y="138809"/>
                      <a:pt x="2852421" y="310039"/>
                    </a:cubicBezTo>
                    <a:lnTo>
                      <a:pt x="2852420" y="310039"/>
                    </a:lnTo>
                    <a:lnTo>
                      <a:pt x="0" y="310038"/>
                    </a:lnTo>
                    <a:lnTo>
                      <a:pt x="0" y="310039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BE5454C6-6709-4C42-B623-C9EC64F0EAE8}"/>
                </a:ext>
              </a:extLst>
            </p:cNvPr>
            <p:cNvSpPr txBox="1"/>
            <p:nvPr/>
          </p:nvSpPr>
          <p:spPr>
            <a:xfrm>
              <a:off x="2276872" y="4052900"/>
              <a:ext cx="18473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ja-JP" altLang="en-US" sz="70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CDF40E70-F5AD-4FC7-B76A-A9D12AEDC304}"/>
              </a:ext>
            </a:extLst>
          </p:cNvPr>
          <p:cNvGrpSpPr/>
          <p:nvPr/>
        </p:nvGrpSpPr>
        <p:grpSpPr>
          <a:xfrm>
            <a:off x="2797143" y="1790178"/>
            <a:ext cx="3801019" cy="2340261"/>
            <a:chOff x="2963397" y="1748643"/>
            <a:chExt cx="3801019" cy="2340261"/>
          </a:xfrm>
        </p:grpSpPr>
        <p:grpSp>
          <p:nvGrpSpPr>
            <p:cNvPr id="28" name="グループ化 27">
              <a:extLst>
                <a:ext uri="{FF2B5EF4-FFF2-40B4-BE49-F238E27FC236}">
                  <a16:creationId xmlns:a16="http://schemas.microsoft.com/office/drawing/2014/main" id="{DEC58608-395A-4D58-B0B5-9917355A7E9F}"/>
                </a:ext>
              </a:extLst>
            </p:cNvPr>
            <p:cNvGrpSpPr/>
            <p:nvPr/>
          </p:nvGrpSpPr>
          <p:grpSpPr>
            <a:xfrm>
              <a:off x="2963397" y="1748643"/>
              <a:ext cx="3741967" cy="1595224"/>
              <a:chOff x="2924037" y="2360713"/>
              <a:chExt cx="3741967" cy="1335793"/>
            </a:xfrm>
          </p:grpSpPr>
          <p:grpSp>
            <p:nvGrpSpPr>
              <p:cNvPr id="1027" name="グループ化 1026">
                <a:extLst>
                  <a:ext uri="{FF2B5EF4-FFF2-40B4-BE49-F238E27FC236}">
                    <a16:creationId xmlns:a16="http://schemas.microsoft.com/office/drawing/2014/main" id="{D1CB50C1-68BD-4E69-B21F-EF05A71513FE}"/>
                  </a:ext>
                </a:extLst>
              </p:cNvPr>
              <p:cNvGrpSpPr/>
              <p:nvPr/>
            </p:nvGrpSpPr>
            <p:grpSpPr>
              <a:xfrm flipH="1">
                <a:off x="2924037" y="2360713"/>
                <a:ext cx="3741967" cy="1335793"/>
                <a:chOff x="587921" y="6454960"/>
                <a:chExt cx="6190952" cy="1138881"/>
              </a:xfrm>
            </p:grpSpPr>
            <p:sp>
              <p:nvSpPr>
                <p:cNvPr id="134" name="フリーフォーム: 図形 133">
                  <a:extLst>
                    <a:ext uri="{FF2B5EF4-FFF2-40B4-BE49-F238E27FC236}">
                      <a16:creationId xmlns:a16="http://schemas.microsoft.com/office/drawing/2014/main" id="{D4808BD7-3F8F-48FC-B8F5-03EB5A74FF73}"/>
                    </a:ext>
                  </a:extLst>
                </p:cNvPr>
                <p:cNvSpPr/>
                <p:nvPr/>
              </p:nvSpPr>
              <p:spPr>
                <a:xfrm>
                  <a:off x="587921" y="6659301"/>
                  <a:ext cx="6190952" cy="934540"/>
                </a:xfrm>
                <a:custGeom>
                  <a:avLst/>
                  <a:gdLst>
                    <a:gd name="connsiteX0" fmla="*/ 0 w 5753100"/>
                    <a:gd name="connsiteY0" fmla="*/ 635000 h 1092200"/>
                    <a:gd name="connsiteX1" fmla="*/ 330200 w 5753100"/>
                    <a:gd name="connsiteY1" fmla="*/ 533400 h 1092200"/>
                    <a:gd name="connsiteX2" fmla="*/ 431800 w 5753100"/>
                    <a:gd name="connsiteY2" fmla="*/ 330200 h 1092200"/>
                    <a:gd name="connsiteX3" fmla="*/ 3746500 w 5753100"/>
                    <a:gd name="connsiteY3" fmla="*/ 0 h 1092200"/>
                    <a:gd name="connsiteX4" fmla="*/ 5702300 w 5753100"/>
                    <a:gd name="connsiteY4" fmla="*/ 330200 h 1092200"/>
                    <a:gd name="connsiteX5" fmla="*/ 5753100 w 5753100"/>
                    <a:gd name="connsiteY5" fmla="*/ 825500 h 1092200"/>
                    <a:gd name="connsiteX6" fmla="*/ 4165600 w 5753100"/>
                    <a:gd name="connsiteY6" fmla="*/ 1092200 h 1092200"/>
                    <a:gd name="connsiteX7" fmla="*/ 457200 w 5753100"/>
                    <a:gd name="connsiteY7" fmla="*/ 1028700 h 1092200"/>
                    <a:gd name="connsiteX8" fmla="*/ 317500 w 5753100"/>
                    <a:gd name="connsiteY8" fmla="*/ 800100 h 1092200"/>
                    <a:gd name="connsiteX9" fmla="*/ 0 w 5753100"/>
                    <a:gd name="connsiteY9" fmla="*/ 635000 h 1092200"/>
                    <a:gd name="connsiteX0" fmla="*/ 0 w 5753100"/>
                    <a:gd name="connsiteY0" fmla="*/ 635000 h 1092200"/>
                    <a:gd name="connsiteX1" fmla="*/ 330200 w 5753100"/>
                    <a:gd name="connsiteY1" fmla="*/ 533400 h 1092200"/>
                    <a:gd name="connsiteX2" fmla="*/ 497964 w 5753100"/>
                    <a:gd name="connsiteY2" fmla="*/ 320811 h 1092200"/>
                    <a:gd name="connsiteX3" fmla="*/ 3746500 w 5753100"/>
                    <a:gd name="connsiteY3" fmla="*/ 0 h 1092200"/>
                    <a:gd name="connsiteX4" fmla="*/ 5702300 w 5753100"/>
                    <a:gd name="connsiteY4" fmla="*/ 330200 h 1092200"/>
                    <a:gd name="connsiteX5" fmla="*/ 5753100 w 5753100"/>
                    <a:gd name="connsiteY5" fmla="*/ 825500 h 1092200"/>
                    <a:gd name="connsiteX6" fmla="*/ 4165600 w 5753100"/>
                    <a:gd name="connsiteY6" fmla="*/ 1092200 h 1092200"/>
                    <a:gd name="connsiteX7" fmla="*/ 457200 w 5753100"/>
                    <a:gd name="connsiteY7" fmla="*/ 1028700 h 1092200"/>
                    <a:gd name="connsiteX8" fmla="*/ 317500 w 5753100"/>
                    <a:gd name="connsiteY8" fmla="*/ 800100 h 1092200"/>
                    <a:gd name="connsiteX9" fmla="*/ 0 w 5753100"/>
                    <a:gd name="connsiteY9" fmla="*/ 635000 h 1092200"/>
                    <a:gd name="connsiteX0" fmla="*/ 0 w 5753100"/>
                    <a:gd name="connsiteY0" fmla="*/ 635000 h 1092200"/>
                    <a:gd name="connsiteX1" fmla="*/ 349104 w 5753100"/>
                    <a:gd name="connsiteY1" fmla="*/ 561566 h 1092200"/>
                    <a:gd name="connsiteX2" fmla="*/ 497964 w 5753100"/>
                    <a:gd name="connsiteY2" fmla="*/ 320811 h 1092200"/>
                    <a:gd name="connsiteX3" fmla="*/ 3746500 w 5753100"/>
                    <a:gd name="connsiteY3" fmla="*/ 0 h 1092200"/>
                    <a:gd name="connsiteX4" fmla="*/ 5702300 w 5753100"/>
                    <a:gd name="connsiteY4" fmla="*/ 330200 h 1092200"/>
                    <a:gd name="connsiteX5" fmla="*/ 5753100 w 5753100"/>
                    <a:gd name="connsiteY5" fmla="*/ 825500 h 1092200"/>
                    <a:gd name="connsiteX6" fmla="*/ 4165600 w 5753100"/>
                    <a:gd name="connsiteY6" fmla="*/ 1092200 h 1092200"/>
                    <a:gd name="connsiteX7" fmla="*/ 457200 w 5753100"/>
                    <a:gd name="connsiteY7" fmla="*/ 1028700 h 1092200"/>
                    <a:gd name="connsiteX8" fmla="*/ 317500 w 5753100"/>
                    <a:gd name="connsiteY8" fmla="*/ 800100 h 1092200"/>
                    <a:gd name="connsiteX9" fmla="*/ 0 w 5753100"/>
                    <a:gd name="connsiteY9" fmla="*/ 635000 h 1092200"/>
                    <a:gd name="connsiteX0" fmla="*/ 0 w 5762552"/>
                    <a:gd name="connsiteY0" fmla="*/ 681943 h 1092200"/>
                    <a:gd name="connsiteX1" fmla="*/ 358556 w 5762552"/>
                    <a:gd name="connsiteY1" fmla="*/ 561566 h 1092200"/>
                    <a:gd name="connsiteX2" fmla="*/ 507416 w 5762552"/>
                    <a:gd name="connsiteY2" fmla="*/ 320811 h 1092200"/>
                    <a:gd name="connsiteX3" fmla="*/ 3755952 w 5762552"/>
                    <a:gd name="connsiteY3" fmla="*/ 0 h 1092200"/>
                    <a:gd name="connsiteX4" fmla="*/ 5711752 w 5762552"/>
                    <a:gd name="connsiteY4" fmla="*/ 330200 h 1092200"/>
                    <a:gd name="connsiteX5" fmla="*/ 5762552 w 5762552"/>
                    <a:gd name="connsiteY5" fmla="*/ 825500 h 1092200"/>
                    <a:gd name="connsiteX6" fmla="*/ 4175052 w 5762552"/>
                    <a:gd name="connsiteY6" fmla="*/ 1092200 h 1092200"/>
                    <a:gd name="connsiteX7" fmla="*/ 466652 w 5762552"/>
                    <a:gd name="connsiteY7" fmla="*/ 1028700 h 1092200"/>
                    <a:gd name="connsiteX8" fmla="*/ 326952 w 5762552"/>
                    <a:gd name="connsiteY8" fmla="*/ 800100 h 1092200"/>
                    <a:gd name="connsiteX9" fmla="*/ 0 w 5762552"/>
                    <a:gd name="connsiteY9" fmla="*/ 681943 h 1092200"/>
                    <a:gd name="connsiteX0" fmla="*/ 0 w 5762552"/>
                    <a:gd name="connsiteY0" fmla="*/ 681943 h 1092200"/>
                    <a:gd name="connsiteX1" fmla="*/ 358556 w 5762552"/>
                    <a:gd name="connsiteY1" fmla="*/ 561566 h 1092200"/>
                    <a:gd name="connsiteX2" fmla="*/ 3755952 w 5762552"/>
                    <a:gd name="connsiteY2" fmla="*/ 0 h 1092200"/>
                    <a:gd name="connsiteX3" fmla="*/ 5711752 w 5762552"/>
                    <a:gd name="connsiteY3" fmla="*/ 330200 h 1092200"/>
                    <a:gd name="connsiteX4" fmla="*/ 5762552 w 5762552"/>
                    <a:gd name="connsiteY4" fmla="*/ 825500 h 1092200"/>
                    <a:gd name="connsiteX5" fmla="*/ 4175052 w 5762552"/>
                    <a:gd name="connsiteY5" fmla="*/ 1092200 h 1092200"/>
                    <a:gd name="connsiteX6" fmla="*/ 466652 w 5762552"/>
                    <a:gd name="connsiteY6" fmla="*/ 1028700 h 1092200"/>
                    <a:gd name="connsiteX7" fmla="*/ 326952 w 5762552"/>
                    <a:gd name="connsiteY7" fmla="*/ 800100 h 1092200"/>
                    <a:gd name="connsiteX8" fmla="*/ 0 w 5762552"/>
                    <a:gd name="connsiteY8" fmla="*/ 681943 h 1092200"/>
                    <a:gd name="connsiteX0" fmla="*/ 0 w 5719355"/>
                    <a:gd name="connsiteY0" fmla="*/ 642714 h 1092200"/>
                    <a:gd name="connsiteX1" fmla="*/ 315359 w 5719355"/>
                    <a:gd name="connsiteY1" fmla="*/ 561566 h 1092200"/>
                    <a:gd name="connsiteX2" fmla="*/ 3712755 w 5719355"/>
                    <a:gd name="connsiteY2" fmla="*/ 0 h 1092200"/>
                    <a:gd name="connsiteX3" fmla="*/ 5668555 w 5719355"/>
                    <a:gd name="connsiteY3" fmla="*/ 330200 h 1092200"/>
                    <a:gd name="connsiteX4" fmla="*/ 5719355 w 5719355"/>
                    <a:gd name="connsiteY4" fmla="*/ 825500 h 1092200"/>
                    <a:gd name="connsiteX5" fmla="*/ 4131855 w 5719355"/>
                    <a:gd name="connsiteY5" fmla="*/ 1092200 h 1092200"/>
                    <a:gd name="connsiteX6" fmla="*/ 423455 w 5719355"/>
                    <a:gd name="connsiteY6" fmla="*/ 1028700 h 1092200"/>
                    <a:gd name="connsiteX7" fmla="*/ 283755 w 5719355"/>
                    <a:gd name="connsiteY7" fmla="*/ 800100 h 1092200"/>
                    <a:gd name="connsiteX8" fmla="*/ 0 w 5719355"/>
                    <a:gd name="connsiteY8" fmla="*/ 642714 h 1092200"/>
                    <a:gd name="connsiteX0" fmla="*/ 0 w 5744039"/>
                    <a:gd name="connsiteY0" fmla="*/ 642714 h 1092200"/>
                    <a:gd name="connsiteX1" fmla="*/ 340043 w 5744039"/>
                    <a:gd name="connsiteY1" fmla="*/ 561566 h 1092200"/>
                    <a:gd name="connsiteX2" fmla="*/ 3737439 w 5744039"/>
                    <a:gd name="connsiteY2" fmla="*/ 0 h 1092200"/>
                    <a:gd name="connsiteX3" fmla="*/ 5693239 w 5744039"/>
                    <a:gd name="connsiteY3" fmla="*/ 330200 h 1092200"/>
                    <a:gd name="connsiteX4" fmla="*/ 5744039 w 5744039"/>
                    <a:gd name="connsiteY4" fmla="*/ 825500 h 1092200"/>
                    <a:gd name="connsiteX5" fmla="*/ 4156539 w 5744039"/>
                    <a:gd name="connsiteY5" fmla="*/ 1092200 h 1092200"/>
                    <a:gd name="connsiteX6" fmla="*/ 448139 w 5744039"/>
                    <a:gd name="connsiteY6" fmla="*/ 1028700 h 1092200"/>
                    <a:gd name="connsiteX7" fmla="*/ 308439 w 5744039"/>
                    <a:gd name="connsiteY7" fmla="*/ 800100 h 1092200"/>
                    <a:gd name="connsiteX8" fmla="*/ 0 w 5744039"/>
                    <a:gd name="connsiteY8" fmla="*/ 642714 h 1092200"/>
                    <a:gd name="connsiteX0" fmla="*/ 0 w 5744039"/>
                    <a:gd name="connsiteY0" fmla="*/ 642714 h 1092200"/>
                    <a:gd name="connsiteX1" fmla="*/ 340043 w 5744039"/>
                    <a:gd name="connsiteY1" fmla="*/ 561566 h 1092200"/>
                    <a:gd name="connsiteX2" fmla="*/ 3737439 w 5744039"/>
                    <a:gd name="connsiteY2" fmla="*/ 0 h 1092200"/>
                    <a:gd name="connsiteX3" fmla="*/ 5693239 w 5744039"/>
                    <a:gd name="connsiteY3" fmla="*/ 330200 h 1092200"/>
                    <a:gd name="connsiteX4" fmla="*/ 5744039 w 5744039"/>
                    <a:gd name="connsiteY4" fmla="*/ 825500 h 1092200"/>
                    <a:gd name="connsiteX5" fmla="*/ 4156539 w 5744039"/>
                    <a:gd name="connsiteY5" fmla="*/ 1092200 h 1092200"/>
                    <a:gd name="connsiteX6" fmla="*/ 441968 w 5744039"/>
                    <a:gd name="connsiteY6" fmla="*/ 1011888 h 1092200"/>
                    <a:gd name="connsiteX7" fmla="*/ 308439 w 5744039"/>
                    <a:gd name="connsiteY7" fmla="*/ 800100 h 1092200"/>
                    <a:gd name="connsiteX8" fmla="*/ 0 w 5744039"/>
                    <a:gd name="connsiteY8" fmla="*/ 642714 h 1092200"/>
                    <a:gd name="connsiteX0" fmla="*/ 0 w 5744039"/>
                    <a:gd name="connsiteY0" fmla="*/ 642714 h 1092200"/>
                    <a:gd name="connsiteX1" fmla="*/ 340043 w 5744039"/>
                    <a:gd name="connsiteY1" fmla="*/ 561566 h 1092200"/>
                    <a:gd name="connsiteX2" fmla="*/ 3737439 w 5744039"/>
                    <a:gd name="connsiteY2" fmla="*/ 0 h 1092200"/>
                    <a:gd name="connsiteX3" fmla="*/ 5693239 w 5744039"/>
                    <a:gd name="connsiteY3" fmla="*/ 330200 h 1092200"/>
                    <a:gd name="connsiteX4" fmla="*/ 5744039 w 5744039"/>
                    <a:gd name="connsiteY4" fmla="*/ 825500 h 1092200"/>
                    <a:gd name="connsiteX5" fmla="*/ 4156539 w 5744039"/>
                    <a:gd name="connsiteY5" fmla="*/ 1092200 h 1092200"/>
                    <a:gd name="connsiteX6" fmla="*/ 441968 w 5744039"/>
                    <a:gd name="connsiteY6" fmla="*/ 1011888 h 1092200"/>
                    <a:gd name="connsiteX7" fmla="*/ 314610 w 5744039"/>
                    <a:gd name="connsiteY7" fmla="*/ 777684 h 1092200"/>
                    <a:gd name="connsiteX8" fmla="*/ 0 w 5744039"/>
                    <a:gd name="connsiteY8" fmla="*/ 642714 h 1092200"/>
                    <a:gd name="connsiteX0" fmla="*/ 0 w 5744039"/>
                    <a:gd name="connsiteY0" fmla="*/ 642714 h 1092200"/>
                    <a:gd name="connsiteX1" fmla="*/ 340043 w 5744039"/>
                    <a:gd name="connsiteY1" fmla="*/ 561566 h 1092200"/>
                    <a:gd name="connsiteX2" fmla="*/ 3737439 w 5744039"/>
                    <a:gd name="connsiteY2" fmla="*/ 0 h 1092200"/>
                    <a:gd name="connsiteX3" fmla="*/ 5693239 w 5744039"/>
                    <a:gd name="connsiteY3" fmla="*/ 330200 h 1092200"/>
                    <a:gd name="connsiteX4" fmla="*/ 5744039 w 5744039"/>
                    <a:gd name="connsiteY4" fmla="*/ 825500 h 1092200"/>
                    <a:gd name="connsiteX5" fmla="*/ 4156539 w 5744039"/>
                    <a:gd name="connsiteY5" fmla="*/ 1092200 h 1092200"/>
                    <a:gd name="connsiteX6" fmla="*/ 441968 w 5744039"/>
                    <a:gd name="connsiteY6" fmla="*/ 1011888 h 1092200"/>
                    <a:gd name="connsiteX7" fmla="*/ 314610 w 5744039"/>
                    <a:gd name="connsiteY7" fmla="*/ 777684 h 1092200"/>
                    <a:gd name="connsiteX8" fmla="*/ 0 w 5744039"/>
                    <a:gd name="connsiteY8" fmla="*/ 642714 h 1092200"/>
                    <a:gd name="connsiteX0" fmla="*/ 0 w 5744039"/>
                    <a:gd name="connsiteY0" fmla="*/ 642714 h 1075388"/>
                    <a:gd name="connsiteX1" fmla="*/ 340043 w 5744039"/>
                    <a:gd name="connsiteY1" fmla="*/ 561566 h 1075388"/>
                    <a:gd name="connsiteX2" fmla="*/ 3737439 w 5744039"/>
                    <a:gd name="connsiteY2" fmla="*/ 0 h 1075388"/>
                    <a:gd name="connsiteX3" fmla="*/ 5693239 w 5744039"/>
                    <a:gd name="connsiteY3" fmla="*/ 330200 h 1075388"/>
                    <a:gd name="connsiteX4" fmla="*/ 5744039 w 5744039"/>
                    <a:gd name="connsiteY4" fmla="*/ 825500 h 1075388"/>
                    <a:gd name="connsiteX5" fmla="*/ 4199737 w 5744039"/>
                    <a:gd name="connsiteY5" fmla="*/ 1075388 h 1075388"/>
                    <a:gd name="connsiteX6" fmla="*/ 441968 w 5744039"/>
                    <a:gd name="connsiteY6" fmla="*/ 1011888 h 1075388"/>
                    <a:gd name="connsiteX7" fmla="*/ 314610 w 5744039"/>
                    <a:gd name="connsiteY7" fmla="*/ 777684 h 1075388"/>
                    <a:gd name="connsiteX8" fmla="*/ 0 w 5744039"/>
                    <a:gd name="connsiteY8" fmla="*/ 642714 h 1075388"/>
                    <a:gd name="connsiteX0" fmla="*/ 0 w 5731697"/>
                    <a:gd name="connsiteY0" fmla="*/ 642714 h 1075388"/>
                    <a:gd name="connsiteX1" fmla="*/ 340043 w 5731697"/>
                    <a:gd name="connsiteY1" fmla="*/ 561566 h 1075388"/>
                    <a:gd name="connsiteX2" fmla="*/ 3737439 w 5731697"/>
                    <a:gd name="connsiteY2" fmla="*/ 0 h 1075388"/>
                    <a:gd name="connsiteX3" fmla="*/ 5693239 w 5731697"/>
                    <a:gd name="connsiteY3" fmla="*/ 330200 h 1075388"/>
                    <a:gd name="connsiteX4" fmla="*/ 5731697 w 5731697"/>
                    <a:gd name="connsiteY4" fmla="*/ 814292 h 1075388"/>
                    <a:gd name="connsiteX5" fmla="*/ 4199737 w 5731697"/>
                    <a:gd name="connsiteY5" fmla="*/ 1075388 h 1075388"/>
                    <a:gd name="connsiteX6" fmla="*/ 441968 w 5731697"/>
                    <a:gd name="connsiteY6" fmla="*/ 1011888 h 1075388"/>
                    <a:gd name="connsiteX7" fmla="*/ 314610 w 5731697"/>
                    <a:gd name="connsiteY7" fmla="*/ 777684 h 1075388"/>
                    <a:gd name="connsiteX8" fmla="*/ 0 w 5731697"/>
                    <a:gd name="connsiteY8" fmla="*/ 642714 h 1075388"/>
                    <a:gd name="connsiteX0" fmla="*/ 0 w 5731697"/>
                    <a:gd name="connsiteY0" fmla="*/ 312514 h 745188"/>
                    <a:gd name="connsiteX1" fmla="*/ 340043 w 5731697"/>
                    <a:gd name="connsiteY1" fmla="*/ 231366 h 745188"/>
                    <a:gd name="connsiteX2" fmla="*/ 3547952 w 5731697"/>
                    <a:gd name="connsiteY2" fmla="*/ 429494 h 745188"/>
                    <a:gd name="connsiteX3" fmla="*/ 5693239 w 5731697"/>
                    <a:gd name="connsiteY3" fmla="*/ 0 h 745188"/>
                    <a:gd name="connsiteX4" fmla="*/ 5731697 w 5731697"/>
                    <a:gd name="connsiteY4" fmla="*/ 484092 h 745188"/>
                    <a:gd name="connsiteX5" fmla="*/ 4199737 w 5731697"/>
                    <a:gd name="connsiteY5" fmla="*/ 745188 h 745188"/>
                    <a:gd name="connsiteX6" fmla="*/ 441968 w 5731697"/>
                    <a:gd name="connsiteY6" fmla="*/ 681688 h 745188"/>
                    <a:gd name="connsiteX7" fmla="*/ 314610 w 5731697"/>
                    <a:gd name="connsiteY7" fmla="*/ 447484 h 745188"/>
                    <a:gd name="connsiteX8" fmla="*/ 0 w 5731697"/>
                    <a:gd name="connsiteY8" fmla="*/ 312514 h 745188"/>
                    <a:gd name="connsiteX0" fmla="*/ 0 w 5731697"/>
                    <a:gd name="connsiteY0" fmla="*/ 312514 h 745188"/>
                    <a:gd name="connsiteX1" fmla="*/ 340043 w 5731697"/>
                    <a:gd name="connsiteY1" fmla="*/ 231366 h 745188"/>
                    <a:gd name="connsiteX2" fmla="*/ 3547952 w 5731697"/>
                    <a:gd name="connsiteY2" fmla="*/ 429494 h 745188"/>
                    <a:gd name="connsiteX3" fmla="*/ 5693239 w 5731697"/>
                    <a:gd name="connsiteY3" fmla="*/ 0 h 745188"/>
                    <a:gd name="connsiteX4" fmla="*/ 5731697 w 5731697"/>
                    <a:gd name="connsiteY4" fmla="*/ 484092 h 745188"/>
                    <a:gd name="connsiteX5" fmla="*/ 4199737 w 5731697"/>
                    <a:gd name="connsiteY5" fmla="*/ 745188 h 745188"/>
                    <a:gd name="connsiteX6" fmla="*/ 1238332 w 5731697"/>
                    <a:gd name="connsiteY6" fmla="*/ 710356 h 745188"/>
                    <a:gd name="connsiteX7" fmla="*/ 314610 w 5731697"/>
                    <a:gd name="connsiteY7" fmla="*/ 447484 h 745188"/>
                    <a:gd name="connsiteX8" fmla="*/ 0 w 5731697"/>
                    <a:gd name="connsiteY8" fmla="*/ 312514 h 745188"/>
                    <a:gd name="connsiteX0" fmla="*/ 0 w 5731697"/>
                    <a:gd name="connsiteY0" fmla="*/ 312514 h 841665"/>
                    <a:gd name="connsiteX1" fmla="*/ 340043 w 5731697"/>
                    <a:gd name="connsiteY1" fmla="*/ 231366 h 841665"/>
                    <a:gd name="connsiteX2" fmla="*/ 3547952 w 5731697"/>
                    <a:gd name="connsiteY2" fmla="*/ 429494 h 841665"/>
                    <a:gd name="connsiteX3" fmla="*/ 5693239 w 5731697"/>
                    <a:gd name="connsiteY3" fmla="*/ 0 h 841665"/>
                    <a:gd name="connsiteX4" fmla="*/ 5731697 w 5731697"/>
                    <a:gd name="connsiteY4" fmla="*/ 484092 h 841665"/>
                    <a:gd name="connsiteX5" fmla="*/ 4199737 w 5731697"/>
                    <a:gd name="connsiteY5" fmla="*/ 745188 h 841665"/>
                    <a:gd name="connsiteX6" fmla="*/ 1238332 w 5731697"/>
                    <a:gd name="connsiteY6" fmla="*/ 710356 h 841665"/>
                    <a:gd name="connsiteX7" fmla="*/ 437127 w 5731697"/>
                    <a:gd name="connsiteY7" fmla="*/ 841665 h 841665"/>
                    <a:gd name="connsiteX8" fmla="*/ 0 w 5731697"/>
                    <a:gd name="connsiteY8" fmla="*/ 312514 h 841665"/>
                    <a:gd name="connsiteX0" fmla="*/ 0 w 5731697"/>
                    <a:gd name="connsiteY0" fmla="*/ 312514 h 841665"/>
                    <a:gd name="connsiteX1" fmla="*/ 340043 w 5731697"/>
                    <a:gd name="connsiteY1" fmla="*/ 231366 h 841665"/>
                    <a:gd name="connsiteX2" fmla="*/ 3547952 w 5731697"/>
                    <a:gd name="connsiteY2" fmla="*/ 429494 h 841665"/>
                    <a:gd name="connsiteX3" fmla="*/ 5693239 w 5731697"/>
                    <a:gd name="connsiteY3" fmla="*/ 0 h 841665"/>
                    <a:gd name="connsiteX4" fmla="*/ 5731697 w 5731697"/>
                    <a:gd name="connsiteY4" fmla="*/ 484092 h 841665"/>
                    <a:gd name="connsiteX5" fmla="*/ 4199737 w 5731697"/>
                    <a:gd name="connsiteY5" fmla="*/ 745188 h 841665"/>
                    <a:gd name="connsiteX6" fmla="*/ 1284276 w 5731697"/>
                    <a:gd name="connsiteY6" fmla="*/ 667354 h 841665"/>
                    <a:gd name="connsiteX7" fmla="*/ 437127 w 5731697"/>
                    <a:gd name="connsiteY7" fmla="*/ 841665 h 841665"/>
                    <a:gd name="connsiteX8" fmla="*/ 0 w 5731697"/>
                    <a:gd name="connsiteY8" fmla="*/ 312514 h 841665"/>
                    <a:gd name="connsiteX0" fmla="*/ 0 w 5731697"/>
                    <a:gd name="connsiteY0" fmla="*/ 312514 h 863166"/>
                    <a:gd name="connsiteX1" fmla="*/ 340043 w 5731697"/>
                    <a:gd name="connsiteY1" fmla="*/ 231366 h 863166"/>
                    <a:gd name="connsiteX2" fmla="*/ 3547952 w 5731697"/>
                    <a:gd name="connsiteY2" fmla="*/ 429494 h 863166"/>
                    <a:gd name="connsiteX3" fmla="*/ 5693239 w 5731697"/>
                    <a:gd name="connsiteY3" fmla="*/ 0 h 863166"/>
                    <a:gd name="connsiteX4" fmla="*/ 5731697 w 5731697"/>
                    <a:gd name="connsiteY4" fmla="*/ 484092 h 863166"/>
                    <a:gd name="connsiteX5" fmla="*/ 4199737 w 5731697"/>
                    <a:gd name="connsiteY5" fmla="*/ 745188 h 863166"/>
                    <a:gd name="connsiteX6" fmla="*/ 1284276 w 5731697"/>
                    <a:gd name="connsiteY6" fmla="*/ 667354 h 863166"/>
                    <a:gd name="connsiteX7" fmla="*/ 437127 w 5731697"/>
                    <a:gd name="connsiteY7" fmla="*/ 863166 h 863166"/>
                    <a:gd name="connsiteX8" fmla="*/ 0 w 5731697"/>
                    <a:gd name="connsiteY8" fmla="*/ 312514 h 863166"/>
                    <a:gd name="connsiteX0" fmla="*/ 0 w 5731697"/>
                    <a:gd name="connsiteY0" fmla="*/ 312514 h 863166"/>
                    <a:gd name="connsiteX1" fmla="*/ 340043 w 5731697"/>
                    <a:gd name="connsiteY1" fmla="*/ 231366 h 863166"/>
                    <a:gd name="connsiteX2" fmla="*/ 3547952 w 5731697"/>
                    <a:gd name="connsiteY2" fmla="*/ 429494 h 863166"/>
                    <a:gd name="connsiteX3" fmla="*/ 5693239 w 5731697"/>
                    <a:gd name="connsiteY3" fmla="*/ 0 h 863166"/>
                    <a:gd name="connsiteX4" fmla="*/ 5731697 w 5731697"/>
                    <a:gd name="connsiteY4" fmla="*/ 484092 h 863166"/>
                    <a:gd name="connsiteX5" fmla="*/ 4199737 w 5731697"/>
                    <a:gd name="connsiteY5" fmla="*/ 745188 h 863166"/>
                    <a:gd name="connsiteX6" fmla="*/ 1284276 w 5731697"/>
                    <a:gd name="connsiteY6" fmla="*/ 688854 h 863166"/>
                    <a:gd name="connsiteX7" fmla="*/ 437127 w 5731697"/>
                    <a:gd name="connsiteY7" fmla="*/ 863166 h 863166"/>
                    <a:gd name="connsiteX8" fmla="*/ 0 w 5731697"/>
                    <a:gd name="connsiteY8" fmla="*/ 312514 h 863166"/>
                    <a:gd name="connsiteX0" fmla="*/ 0 w 5731697"/>
                    <a:gd name="connsiteY0" fmla="*/ 312514 h 863166"/>
                    <a:gd name="connsiteX1" fmla="*/ 340043 w 5731697"/>
                    <a:gd name="connsiteY1" fmla="*/ 231366 h 863166"/>
                    <a:gd name="connsiteX2" fmla="*/ 3547952 w 5731697"/>
                    <a:gd name="connsiteY2" fmla="*/ 429494 h 863166"/>
                    <a:gd name="connsiteX3" fmla="*/ 5693239 w 5731697"/>
                    <a:gd name="connsiteY3" fmla="*/ 0 h 863166"/>
                    <a:gd name="connsiteX4" fmla="*/ 5731697 w 5731697"/>
                    <a:gd name="connsiteY4" fmla="*/ 484092 h 863166"/>
                    <a:gd name="connsiteX5" fmla="*/ 4199737 w 5731697"/>
                    <a:gd name="connsiteY5" fmla="*/ 745188 h 863166"/>
                    <a:gd name="connsiteX6" fmla="*/ 1314906 w 5731697"/>
                    <a:gd name="connsiteY6" fmla="*/ 681687 h 863166"/>
                    <a:gd name="connsiteX7" fmla="*/ 437127 w 5731697"/>
                    <a:gd name="connsiteY7" fmla="*/ 863166 h 863166"/>
                    <a:gd name="connsiteX8" fmla="*/ 0 w 5731697"/>
                    <a:gd name="connsiteY8" fmla="*/ 312514 h 863166"/>
                    <a:gd name="connsiteX0" fmla="*/ 272546 w 5391655"/>
                    <a:gd name="connsiteY0" fmla="*/ 520355 h 863166"/>
                    <a:gd name="connsiteX1" fmla="*/ 1 w 5391655"/>
                    <a:gd name="connsiteY1" fmla="*/ 231366 h 863166"/>
                    <a:gd name="connsiteX2" fmla="*/ 3207910 w 5391655"/>
                    <a:gd name="connsiteY2" fmla="*/ 429494 h 863166"/>
                    <a:gd name="connsiteX3" fmla="*/ 5353197 w 5391655"/>
                    <a:gd name="connsiteY3" fmla="*/ 0 h 863166"/>
                    <a:gd name="connsiteX4" fmla="*/ 5391655 w 5391655"/>
                    <a:gd name="connsiteY4" fmla="*/ 484092 h 863166"/>
                    <a:gd name="connsiteX5" fmla="*/ 3859695 w 5391655"/>
                    <a:gd name="connsiteY5" fmla="*/ 745188 h 863166"/>
                    <a:gd name="connsiteX6" fmla="*/ 974864 w 5391655"/>
                    <a:gd name="connsiteY6" fmla="*/ 681687 h 863166"/>
                    <a:gd name="connsiteX7" fmla="*/ 97085 w 5391655"/>
                    <a:gd name="connsiteY7" fmla="*/ 863166 h 863166"/>
                    <a:gd name="connsiteX8" fmla="*/ 272546 w 5391655"/>
                    <a:gd name="connsiteY8" fmla="*/ 520355 h 863166"/>
                    <a:gd name="connsiteX0" fmla="*/ 777929 w 5897038"/>
                    <a:gd name="connsiteY0" fmla="*/ 520355 h 863166"/>
                    <a:gd name="connsiteX1" fmla="*/ 0 w 5897038"/>
                    <a:gd name="connsiteY1" fmla="*/ 310202 h 863166"/>
                    <a:gd name="connsiteX2" fmla="*/ 3713293 w 5897038"/>
                    <a:gd name="connsiteY2" fmla="*/ 429494 h 863166"/>
                    <a:gd name="connsiteX3" fmla="*/ 5858580 w 5897038"/>
                    <a:gd name="connsiteY3" fmla="*/ 0 h 863166"/>
                    <a:gd name="connsiteX4" fmla="*/ 5897038 w 5897038"/>
                    <a:gd name="connsiteY4" fmla="*/ 484092 h 863166"/>
                    <a:gd name="connsiteX5" fmla="*/ 4365078 w 5897038"/>
                    <a:gd name="connsiteY5" fmla="*/ 745188 h 863166"/>
                    <a:gd name="connsiteX6" fmla="*/ 1480247 w 5897038"/>
                    <a:gd name="connsiteY6" fmla="*/ 681687 h 863166"/>
                    <a:gd name="connsiteX7" fmla="*/ 602468 w 5897038"/>
                    <a:gd name="connsiteY7" fmla="*/ 863166 h 863166"/>
                    <a:gd name="connsiteX8" fmla="*/ 777929 w 5897038"/>
                    <a:gd name="connsiteY8" fmla="*/ 520355 h 863166"/>
                    <a:gd name="connsiteX0" fmla="*/ 747300 w 5866409"/>
                    <a:gd name="connsiteY0" fmla="*/ 520355 h 863166"/>
                    <a:gd name="connsiteX1" fmla="*/ 0 w 5866409"/>
                    <a:gd name="connsiteY1" fmla="*/ 310202 h 863166"/>
                    <a:gd name="connsiteX2" fmla="*/ 3682664 w 5866409"/>
                    <a:gd name="connsiteY2" fmla="*/ 429494 h 863166"/>
                    <a:gd name="connsiteX3" fmla="*/ 5827951 w 5866409"/>
                    <a:gd name="connsiteY3" fmla="*/ 0 h 863166"/>
                    <a:gd name="connsiteX4" fmla="*/ 5866409 w 5866409"/>
                    <a:gd name="connsiteY4" fmla="*/ 484092 h 863166"/>
                    <a:gd name="connsiteX5" fmla="*/ 4334449 w 5866409"/>
                    <a:gd name="connsiteY5" fmla="*/ 745188 h 863166"/>
                    <a:gd name="connsiteX6" fmla="*/ 1449618 w 5866409"/>
                    <a:gd name="connsiteY6" fmla="*/ 681687 h 863166"/>
                    <a:gd name="connsiteX7" fmla="*/ 571839 w 5866409"/>
                    <a:gd name="connsiteY7" fmla="*/ 863166 h 863166"/>
                    <a:gd name="connsiteX8" fmla="*/ 747300 w 5866409"/>
                    <a:gd name="connsiteY8" fmla="*/ 520355 h 863166"/>
                    <a:gd name="connsiteX0" fmla="*/ 747300 w 5866409"/>
                    <a:gd name="connsiteY0" fmla="*/ 520355 h 863166"/>
                    <a:gd name="connsiteX1" fmla="*/ 0 w 5866409"/>
                    <a:gd name="connsiteY1" fmla="*/ 310202 h 863166"/>
                    <a:gd name="connsiteX2" fmla="*/ 374690 w 5866409"/>
                    <a:gd name="connsiteY2" fmla="*/ 13812 h 863166"/>
                    <a:gd name="connsiteX3" fmla="*/ 5827951 w 5866409"/>
                    <a:gd name="connsiteY3" fmla="*/ 0 h 863166"/>
                    <a:gd name="connsiteX4" fmla="*/ 5866409 w 5866409"/>
                    <a:gd name="connsiteY4" fmla="*/ 484092 h 863166"/>
                    <a:gd name="connsiteX5" fmla="*/ 4334449 w 5866409"/>
                    <a:gd name="connsiteY5" fmla="*/ 745188 h 863166"/>
                    <a:gd name="connsiteX6" fmla="*/ 1449618 w 5866409"/>
                    <a:gd name="connsiteY6" fmla="*/ 681687 h 863166"/>
                    <a:gd name="connsiteX7" fmla="*/ 571839 w 5866409"/>
                    <a:gd name="connsiteY7" fmla="*/ 863166 h 863166"/>
                    <a:gd name="connsiteX8" fmla="*/ 747300 w 5866409"/>
                    <a:gd name="connsiteY8" fmla="*/ 520355 h 863166"/>
                    <a:gd name="connsiteX0" fmla="*/ 762615 w 5881724"/>
                    <a:gd name="connsiteY0" fmla="*/ 520355 h 863166"/>
                    <a:gd name="connsiteX1" fmla="*/ 0 w 5881724"/>
                    <a:gd name="connsiteY1" fmla="*/ 331702 h 863166"/>
                    <a:gd name="connsiteX2" fmla="*/ 390005 w 5881724"/>
                    <a:gd name="connsiteY2" fmla="*/ 13812 h 863166"/>
                    <a:gd name="connsiteX3" fmla="*/ 5843266 w 5881724"/>
                    <a:gd name="connsiteY3" fmla="*/ 0 h 863166"/>
                    <a:gd name="connsiteX4" fmla="*/ 5881724 w 5881724"/>
                    <a:gd name="connsiteY4" fmla="*/ 484092 h 863166"/>
                    <a:gd name="connsiteX5" fmla="*/ 4349764 w 5881724"/>
                    <a:gd name="connsiteY5" fmla="*/ 745188 h 863166"/>
                    <a:gd name="connsiteX6" fmla="*/ 1464933 w 5881724"/>
                    <a:gd name="connsiteY6" fmla="*/ 681687 h 863166"/>
                    <a:gd name="connsiteX7" fmla="*/ 587154 w 5881724"/>
                    <a:gd name="connsiteY7" fmla="*/ 863166 h 863166"/>
                    <a:gd name="connsiteX8" fmla="*/ 762615 w 5881724"/>
                    <a:gd name="connsiteY8" fmla="*/ 520355 h 863166"/>
                    <a:gd name="connsiteX0" fmla="*/ 731986 w 5881724"/>
                    <a:gd name="connsiteY0" fmla="*/ 527522 h 863166"/>
                    <a:gd name="connsiteX1" fmla="*/ 0 w 5881724"/>
                    <a:gd name="connsiteY1" fmla="*/ 331702 h 863166"/>
                    <a:gd name="connsiteX2" fmla="*/ 390005 w 5881724"/>
                    <a:gd name="connsiteY2" fmla="*/ 13812 h 863166"/>
                    <a:gd name="connsiteX3" fmla="*/ 5843266 w 5881724"/>
                    <a:gd name="connsiteY3" fmla="*/ 0 h 863166"/>
                    <a:gd name="connsiteX4" fmla="*/ 5881724 w 5881724"/>
                    <a:gd name="connsiteY4" fmla="*/ 484092 h 863166"/>
                    <a:gd name="connsiteX5" fmla="*/ 4349764 w 5881724"/>
                    <a:gd name="connsiteY5" fmla="*/ 745188 h 863166"/>
                    <a:gd name="connsiteX6" fmla="*/ 1464933 w 5881724"/>
                    <a:gd name="connsiteY6" fmla="*/ 681687 h 863166"/>
                    <a:gd name="connsiteX7" fmla="*/ 587154 w 5881724"/>
                    <a:gd name="connsiteY7" fmla="*/ 863166 h 863166"/>
                    <a:gd name="connsiteX8" fmla="*/ 731986 w 5881724"/>
                    <a:gd name="connsiteY8" fmla="*/ 527522 h 863166"/>
                    <a:gd name="connsiteX0" fmla="*/ 777930 w 5881724"/>
                    <a:gd name="connsiteY0" fmla="*/ 534689 h 863166"/>
                    <a:gd name="connsiteX1" fmla="*/ 0 w 5881724"/>
                    <a:gd name="connsiteY1" fmla="*/ 331702 h 863166"/>
                    <a:gd name="connsiteX2" fmla="*/ 390005 w 5881724"/>
                    <a:gd name="connsiteY2" fmla="*/ 13812 h 863166"/>
                    <a:gd name="connsiteX3" fmla="*/ 5843266 w 5881724"/>
                    <a:gd name="connsiteY3" fmla="*/ 0 h 863166"/>
                    <a:gd name="connsiteX4" fmla="*/ 5881724 w 5881724"/>
                    <a:gd name="connsiteY4" fmla="*/ 484092 h 863166"/>
                    <a:gd name="connsiteX5" fmla="*/ 4349764 w 5881724"/>
                    <a:gd name="connsiteY5" fmla="*/ 745188 h 863166"/>
                    <a:gd name="connsiteX6" fmla="*/ 1464933 w 5881724"/>
                    <a:gd name="connsiteY6" fmla="*/ 681687 h 863166"/>
                    <a:gd name="connsiteX7" fmla="*/ 587154 w 5881724"/>
                    <a:gd name="connsiteY7" fmla="*/ 863166 h 863166"/>
                    <a:gd name="connsiteX8" fmla="*/ 777930 w 5881724"/>
                    <a:gd name="connsiteY8" fmla="*/ 534689 h 863166"/>
                    <a:gd name="connsiteX0" fmla="*/ 777930 w 5881724"/>
                    <a:gd name="connsiteY0" fmla="*/ 534689 h 863166"/>
                    <a:gd name="connsiteX1" fmla="*/ 0 w 5881724"/>
                    <a:gd name="connsiteY1" fmla="*/ 331702 h 863166"/>
                    <a:gd name="connsiteX2" fmla="*/ 390005 w 5881724"/>
                    <a:gd name="connsiteY2" fmla="*/ 13812 h 863166"/>
                    <a:gd name="connsiteX3" fmla="*/ 5843266 w 5881724"/>
                    <a:gd name="connsiteY3" fmla="*/ 0 h 863166"/>
                    <a:gd name="connsiteX4" fmla="*/ 5881724 w 5881724"/>
                    <a:gd name="connsiteY4" fmla="*/ 484092 h 863166"/>
                    <a:gd name="connsiteX5" fmla="*/ 4362015 w 5881724"/>
                    <a:gd name="connsiteY5" fmla="*/ 734671 h 863166"/>
                    <a:gd name="connsiteX6" fmla="*/ 1464933 w 5881724"/>
                    <a:gd name="connsiteY6" fmla="*/ 681687 h 863166"/>
                    <a:gd name="connsiteX7" fmla="*/ 587154 w 5881724"/>
                    <a:gd name="connsiteY7" fmla="*/ 863166 h 863166"/>
                    <a:gd name="connsiteX8" fmla="*/ 777930 w 5881724"/>
                    <a:gd name="connsiteY8" fmla="*/ 534689 h 863166"/>
                    <a:gd name="connsiteX0" fmla="*/ 888196 w 5991990"/>
                    <a:gd name="connsiteY0" fmla="*/ 534689 h 863166"/>
                    <a:gd name="connsiteX1" fmla="*/ 0 w 5991990"/>
                    <a:gd name="connsiteY1" fmla="*/ 293293 h 863166"/>
                    <a:gd name="connsiteX2" fmla="*/ 500271 w 5991990"/>
                    <a:gd name="connsiteY2" fmla="*/ 13812 h 863166"/>
                    <a:gd name="connsiteX3" fmla="*/ 5953532 w 5991990"/>
                    <a:gd name="connsiteY3" fmla="*/ 0 h 863166"/>
                    <a:gd name="connsiteX4" fmla="*/ 5991990 w 5991990"/>
                    <a:gd name="connsiteY4" fmla="*/ 484092 h 863166"/>
                    <a:gd name="connsiteX5" fmla="*/ 4472281 w 5991990"/>
                    <a:gd name="connsiteY5" fmla="*/ 734671 h 863166"/>
                    <a:gd name="connsiteX6" fmla="*/ 1575199 w 5991990"/>
                    <a:gd name="connsiteY6" fmla="*/ 681687 h 863166"/>
                    <a:gd name="connsiteX7" fmla="*/ 697420 w 5991990"/>
                    <a:gd name="connsiteY7" fmla="*/ 863166 h 863166"/>
                    <a:gd name="connsiteX8" fmla="*/ 888196 w 5991990"/>
                    <a:gd name="connsiteY8" fmla="*/ 534689 h 863166"/>
                    <a:gd name="connsiteX0" fmla="*/ 888196 w 6016494"/>
                    <a:gd name="connsiteY0" fmla="*/ 534689 h 863166"/>
                    <a:gd name="connsiteX1" fmla="*/ 0 w 6016494"/>
                    <a:gd name="connsiteY1" fmla="*/ 293293 h 863166"/>
                    <a:gd name="connsiteX2" fmla="*/ 500271 w 6016494"/>
                    <a:gd name="connsiteY2" fmla="*/ 13812 h 863166"/>
                    <a:gd name="connsiteX3" fmla="*/ 5953532 w 6016494"/>
                    <a:gd name="connsiteY3" fmla="*/ 0 h 863166"/>
                    <a:gd name="connsiteX4" fmla="*/ 6016494 w 6016494"/>
                    <a:gd name="connsiteY4" fmla="*/ 455286 h 863166"/>
                    <a:gd name="connsiteX5" fmla="*/ 4472281 w 6016494"/>
                    <a:gd name="connsiteY5" fmla="*/ 734671 h 863166"/>
                    <a:gd name="connsiteX6" fmla="*/ 1575199 w 6016494"/>
                    <a:gd name="connsiteY6" fmla="*/ 681687 h 863166"/>
                    <a:gd name="connsiteX7" fmla="*/ 697420 w 6016494"/>
                    <a:gd name="connsiteY7" fmla="*/ 863166 h 863166"/>
                    <a:gd name="connsiteX8" fmla="*/ 888196 w 6016494"/>
                    <a:gd name="connsiteY8" fmla="*/ 534689 h 863166"/>
                    <a:gd name="connsiteX0" fmla="*/ 888196 w 6016494"/>
                    <a:gd name="connsiteY0" fmla="*/ 534689 h 863166"/>
                    <a:gd name="connsiteX1" fmla="*/ 0 w 6016494"/>
                    <a:gd name="connsiteY1" fmla="*/ 293293 h 863166"/>
                    <a:gd name="connsiteX2" fmla="*/ 500271 w 6016494"/>
                    <a:gd name="connsiteY2" fmla="*/ 13812 h 863166"/>
                    <a:gd name="connsiteX3" fmla="*/ 5953532 w 6016494"/>
                    <a:gd name="connsiteY3" fmla="*/ 0 h 863166"/>
                    <a:gd name="connsiteX4" fmla="*/ 6016494 w 6016494"/>
                    <a:gd name="connsiteY4" fmla="*/ 455286 h 863166"/>
                    <a:gd name="connsiteX5" fmla="*/ 4509037 w 6016494"/>
                    <a:gd name="connsiteY5" fmla="*/ 657854 h 863166"/>
                    <a:gd name="connsiteX6" fmla="*/ 1575199 w 6016494"/>
                    <a:gd name="connsiteY6" fmla="*/ 681687 h 863166"/>
                    <a:gd name="connsiteX7" fmla="*/ 697420 w 6016494"/>
                    <a:gd name="connsiteY7" fmla="*/ 863166 h 863166"/>
                    <a:gd name="connsiteX8" fmla="*/ 888196 w 6016494"/>
                    <a:gd name="connsiteY8" fmla="*/ 534689 h 863166"/>
                    <a:gd name="connsiteX0" fmla="*/ 888196 w 6016494"/>
                    <a:gd name="connsiteY0" fmla="*/ 534689 h 863166"/>
                    <a:gd name="connsiteX1" fmla="*/ 0 w 6016494"/>
                    <a:gd name="connsiteY1" fmla="*/ 293293 h 863166"/>
                    <a:gd name="connsiteX2" fmla="*/ 500271 w 6016494"/>
                    <a:gd name="connsiteY2" fmla="*/ 13812 h 863166"/>
                    <a:gd name="connsiteX3" fmla="*/ 5953532 w 6016494"/>
                    <a:gd name="connsiteY3" fmla="*/ 0 h 863166"/>
                    <a:gd name="connsiteX4" fmla="*/ 6016494 w 6016494"/>
                    <a:gd name="connsiteY4" fmla="*/ 455286 h 863166"/>
                    <a:gd name="connsiteX5" fmla="*/ 4509037 w 6016494"/>
                    <a:gd name="connsiteY5" fmla="*/ 657854 h 863166"/>
                    <a:gd name="connsiteX6" fmla="*/ 1134135 w 6016494"/>
                    <a:gd name="connsiteY6" fmla="*/ 590467 h 863166"/>
                    <a:gd name="connsiteX7" fmla="*/ 697420 w 6016494"/>
                    <a:gd name="connsiteY7" fmla="*/ 863166 h 863166"/>
                    <a:gd name="connsiteX8" fmla="*/ 888196 w 6016494"/>
                    <a:gd name="connsiteY8" fmla="*/ 534689 h 863166"/>
                    <a:gd name="connsiteX0" fmla="*/ 667665 w 6016494"/>
                    <a:gd name="connsiteY0" fmla="*/ 525087 h 863166"/>
                    <a:gd name="connsiteX1" fmla="*/ 0 w 6016494"/>
                    <a:gd name="connsiteY1" fmla="*/ 293293 h 863166"/>
                    <a:gd name="connsiteX2" fmla="*/ 500271 w 6016494"/>
                    <a:gd name="connsiteY2" fmla="*/ 13812 h 863166"/>
                    <a:gd name="connsiteX3" fmla="*/ 5953532 w 6016494"/>
                    <a:gd name="connsiteY3" fmla="*/ 0 h 863166"/>
                    <a:gd name="connsiteX4" fmla="*/ 6016494 w 6016494"/>
                    <a:gd name="connsiteY4" fmla="*/ 455286 h 863166"/>
                    <a:gd name="connsiteX5" fmla="*/ 4509037 w 6016494"/>
                    <a:gd name="connsiteY5" fmla="*/ 657854 h 863166"/>
                    <a:gd name="connsiteX6" fmla="*/ 1134135 w 6016494"/>
                    <a:gd name="connsiteY6" fmla="*/ 590467 h 863166"/>
                    <a:gd name="connsiteX7" fmla="*/ 697420 w 6016494"/>
                    <a:gd name="connsiteY7" fmla="*/ 863166 h 863166"/>
                    <a:gd name="connsiteX8" fmla="*/ 667665 w 6016494"/>
                    <a:gd name="connsiteY8" fmla="*/ 525087 h 863166"/>
                    <a:gd name="connsiteX0" fmla="*/ 667665 w 6016494"/>
                    <a:gd name="connsiteY0" fmla="*/ 525087 h 863166"/>
                    <a:gd name="connsiteX1" fmla="*/ 0 w 6016494"/>
                    <a:gd name="connsiteY1" fmla="*/ 293293 h 863166"/>
                    <a:gd name="connsiteX2" fmla="*/ 500271 w 6016494"/>
                    <a:gd name="connsiteY2" fmla="*/ 13812 h 863166"/>
                    <a:gd name="connsiteX3" fmla="*/ 5953532 w 6016494"/>
                    <a:gd name="connsiteY3" fmla="*/ 0 h 863166"/>
                    <a:gd name="connsiteX4" fmla="*/ 6016494 w 6016494"/>
                    <a:gd name="connsiteY4" fmla="*/ 455286 h 863166"/>
                    <a:gd name="connsiteX5" fmla="*/ 4509037 w 6016494"/>
                    <a:gd name="connsiteY5" fmla="*/ 657854 h 863166"/>
                    <a:gd name="connsiteX6" fmla="*/ 1587450 w 6016494"/>
                    <a:gd name="connsiteY6" fmla="*/ 609672 h 863166"/>
                    <a:gd name="connsiteX7" fmla="*/ 697420 w 6016494"/>
                    <a:gd name="connsiteY7" fmla="*/ 863166 h 863166"/>
                    <a:gd name="connsiteX8" fmla="*/ 667665 w 6016494"/>
                    <a:gd name="connsiteY8" fmla="*/ 525087 h 863166"/>
                    <a:gd name="connsiteX0" fmla="*/ 667665 w 6016494"/>
                    <a:gd name="connsiteY0" fmla="*/ 525087 h 824757"/>
                    <a:gd name="connsiteX1" fmla="*/ 0 w 6016494"/>
                    <a:gd name="connsiteY1" fmla="*/ 293293 h 824757"/>
                    <a:gd name="connsiteX2" fmla="*/ 500271 w 6016494"/>
                    <a:gd name="connsiteY2" fmla="*/ 13812 h 824757"/>
                    <a:gd name="connsiteX3" fmla="*/ 5953532 w 6016494"/>
                    <a:gd name="connsiteY3" fmla="*/ 0 h 824757"/>
                    <a:gd name="connsiteX4" fmla="*/ 6016494 w 6016494"/>
                    <a:gd name="connsiteY4" fmla="*/ 455286 h 824757"/>
                    <a:gd name="connsiteX5" fmla="*/ 4509037 w 6016494"/>
                    <a:gd name="connsiteY5" fmla="*/ 657854 h 824757"/>
                    <a:gd name="connsiteX6" fmla="*/ 1587450 w 6016494"/>
                    <a:gd name="connsiteY6" fmla="*/ 609672 h 824757"/>
                    <a:gd name="connsiteX7" fmla="*/ 856692 w 6016494"/>
                    <a:gd name="connsiteY7" fmla="*/ 824757 h 824757"/>
                    <a:gd name="connsiteX8" fmla="*/ 667665 w 6016494"/>
                    <a:gd name="connsiteY8" fmla="*/ 525087 h 824757"/>
                    <a:gd name="connsiteX0" fmla="*/ 912700 w 6016494"/>
                    <a:gd name="connsiteY0" fmla="*/ 539490 h 824757"/>
                    <a:gd name="connsiteX1" fmla="*/ 0 w 6016494"/>
                    <a:gd name="connsiteY1" fmla="*/ 293293 h 824757"/>
                    <a:gd name="connsiteX2" fmla="*/ 500271 w 6016494"/>
                    <a:gd name="connsiteY2" fmla="*/ 13812 h 824757"/>
                    <a:gd name="connsiteX3" fmla="*/ 5953532 w 6016494"/>
                    <a:gd name="connsiteY3" fmla="*/ 0 h 824757"/>
                    <a:gd name="connsiteX4" fmla="*/ 6016494 w 6016494"/>
                    <a:gd name="connsiteY4" fmla="*/ 455286 h 824757"/>
                    <a:gd name="connsiteX5" fmla="*/ 4509037 w 6016494"/>
                    <a:gd name="connsiteY5" fmla="*/ 657854 h 824757"/>
                    <a:gd name="connsiteX6" fmla="*/ 1587450 w 6016494"/>
                    <a:gd name="connsiteY6" fmla="*/ 609672 h 824757"/>
                    <a:gd name="connsiteX7" fmla="*/ 856692 w 6016494"/>
                    <a:gd name="connsiteY7" fmla="*/ 824757 h 824757"/>
                    <a:gd name="connsiteX8" fmla="*/ 912700 w 6016494"/>
                    <a:gd name="connsiteY8" fmla="*/ 539490 h 824757"/>
                    <a:gd name="connsiteX0" fmla="*/ 667665 w 6016494"/>
                    <a:gd name="connsiteY0" fmla="*/ 515484 h 824757"/>
                    <a:gd name="connsiteX1" fmla="*/ 0 w 6016494"/>
                    <a:gd name="connsiteY1" fmla="*/ 293293 h 824757"/>
                    <a:gd name="connsiteX2" fmla="*/ 500271 w 6016494"/>
                    <a:gd name="connsiteY2" fmla="*/ 13812 h 824757"/>
                    <a:gd name="connsiteX3" fmla="*/ 5953532 w 6016494"/>
                    <a:gd name="connsiteY3" fmla="*/ 0 h 824757"/>
                    <a:gd name="connsiteX4" fmla="*/ 6016494 w 6016494"/>
                    <a:gd name="connsiteY4" fmla="*/ 455286 h 824757"/>
                    <a:gd name="connsiteX5" fmla="*/ 4509037 w 6016494"/>
                    <a:gd name="connsiteY5" fmla="*/ 657854 h 824757"/>
                    <a:gd name="connsiteX6" fmla="*/ 1587450 w 6016494"/>
                    <a:gd name="connsiteY6" fmla="*/ 609672 h 824757"/>
                    <a:gd name="connsiteX7" fmla="*/ 856692 w 6016494"/>
                    <a:gd name="connsiteY7" fmla="*/ 824757 h 824757"/>
                    <a:gd name="connsiteX8" fmla="*/ 667665 w 6016494"/>
                    <a:gd name="connsiteY8" fmla="*/ 515484 h 8247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016494" h="824757">
                      <a:moveTo>
                        <a:pt x="667665" y="515484"/>
                      </a:moveTo>
                      <a:lnTo>
                        <a:pt x="0" y="293293"/>
                      </a:lnTo>
                      <a:lnTo>
                        <a:pt x="500271" y="13812"/>
                      </a:lnTo>
                      <a:lnTo>
                        <a:pt x="5953532" y="0"/>
                      </a:lnTo>
                      <a:lnTo>
                        <a:pt x="6016494" y="455286"/>
                      </a:lnTo>
                      <a:lnTo>
                        <a:pt x="4509037" y="657854"/>
                      </a:lnTo>
                      <a:lnTo>
                        <a:pt x="1587450" y="609672"/>
                      </a:lnTo>
                      <a:lnTo>
                        <a:pt x="856692" y="824757"/>
                      </a:lnTo>
                      <a:lnTo>
                        <a:pt x="667665" y="51548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024" name="フリーフォーム: 図形 1023">
                  <a:extLst>
                    <a:ext uri="{FF2B5EF4-FFF2-40B4-BE49-F238E27FC236}">
                      <a16:creationId xmlns:a16="http://schemas.microsoft.com/office/drawing/2014/main" id="{122FF6F4-FB8B-451C-86A7-9B5D833E4C29}"/>
                    </a:ext>
                  </a:extLst>
                </p:cNvPr>
                <p:cNvSpPr/>
                <p:nvPr/>
              </p:nvSpPr>
              <p:spPr>
                <a:xfrm>
                  <a:off x="595780" y="6454960"/>
                  <a:ext cx="6181593" cy="1120267"/>
                </a:xfrm>
                <a:custGeom>
                  <a:avLst/>
                  <a:gdLst>
                    <a:gd name="connsiteX0" fmla="*/ 0 w 5753100"/>
                    <a:gd name="connsiteY0" fmla="*/ 635000 h 1092200"/>
                    <a:gd name="connsiteX1" fmla="*/ 330200 w 5753100"/>
                    <a:gd name="connsiteY1" fmla="*/ 533400 h 1092200"/>
                    <a:gd name="connsiteX2" fmla="*/ 431800 w 5753100"/>
                    <a:gd name="connsiteY2" fmla="*/ 330200 h 1092200"/>
                    <a:gd name="connsiteX3" fmla="*/ 3746500 w 5753100"/>
                    <a:gd name="connsiteY3" fmla="*/ 0 h 1092200"/>
                    <a:gd name="connsiteX4" fmla="*/ 5702300 w 5753100"/>
                    <a:gd name="connsiteY4" fmla="*/ 330200 h 1092200"/>
                    <a:gd name="connsiteX5" fmla="*/ 5753100 w 5753100"/>
                    <a:gd name="connsiteY5" fmla="*/ 825500 h 1092200"/>
                    <a:gd name="connsiteX6" fmla="*/ 4165600 w 5753100"/>
                    <a:gd name="connsiteY6" fmla="*/ 1092200 h 1092200"/>
                    <a:gd name="connsiteX7" fmla="*/ 457200 w 5753100"/>
                    <a:gd name="connsiteY7" fmla="*/ 1028700 h 1092200"/>
                    <a:gd name="connsiteX8" fmla="*/ 317500 w 5753100"/>
                    <a:gd name="connsiteY8" fmla="*/ 800100 h 1092200"/>
                    <a:gd name="connsiteX9" fmla="*/ 0 w 5753100"/>
                    <a:gd name="connsiteY9" fmla="*/ 635000 h 1092200"/>
                    <a:gd name="connsiteX0" fmla="*/ 0 w 5753100"/>
                    <a:gd name="connsiteY0" fmla="*/ 635000 h 1092200"/>
                    <a:gd name="connsiteX1" fmla="*/ 330200 w 5753100"/>
                    <a:gd name="connsiteY1" fmla="*/ 533400 h 1092200"/>
                    <a:gd name="connsiteX2" fmla="*/ 497964 w 5753100"/>
                    <a:gd name="connsiteY2" fmla="*/ 320811 h 1092200"/>
                    <a:gd name="connsiteX3" fmla="*/ 3746500 w 5753100"/>
                    <a:gd name="connsiteY3" fmla="*/ 0 h 1092200"/>
                    <a:gd name="connsiteX4" fmla="*/ 5702300 w 5753100"/>
                    <a:gd name="connsiteY4" fmla="*/ 330200 h 1092200"/>
                    <a:gd name="connsiteX5" fmla="*/ 5753100 w 5753100"/>
                    <a:gd name="connsiteY5" fmla="*/ 825500 h 1092200"/>
                    <a:gd name="connsiteX6" fmla="*/ 4165600 w 5753100"/>
                    <a:gd name="connsiteY6" fmla="*/ 1092200 h 1092200"/>
                    <a:gd name="connsiteX7" fmla="*/ 457200 w 5753100"/>
                    <a:gd name="connsiteY7" fmla="*/ 1028700 h 1092200"/>
                    <a:gd name="connsiteX8" fmla="*/ 317500 w 5753100"/>
                    <a:gd name="connsiteY8" fmla="*/ 800100 h 1092200"/>
                    <a:gd name="connsiteX9" fmla="*/ 0 w 5753100"/>
                    <a:gd name="connsiteY9" fmla="*/ 635000 h 1092200"/>
                    <a:gd name="connsiteX0" fmla="*/ 0 w 5753100"/>
                    <a:gd name="connsiteY0" fmla="*/ 635000 h 1092200"/>
                    <a:gd name="connsiteX1" fmla="*/ 349104 w 5753100"/>
                    <a:gd name="connsiteY1" fmla="*/ 561566 h 1092200"/>
                    <a:gd name="connsiteX2" fmla="*/ 497964 w 5753100"/>
                    <a:gd name="connsiteY2" fmla="*/ 320811 h 1092200"/>
                    <a:gd name="connsiteX3" fmla="*/ 3746500 w 5753100"/>
                    <a:gd name="connsiteY3" fmla="*/ 0 h 1092200"/>
                    <a:gd name="connsiteX4" fmla="*/ 5702300 w 5753100"/>
                    <a:gd name="connsiteY4" fmla="*/ 330200 h 1092200"/>
                    <a:gd name="connsiteX5" fmla="*/ 5753100 w 5753100"/>
                    <a:gd name="connsiteY5" fmla="*/ 825500 h 1092200"/>
                    <a:gd name="connsiteX6" fmla="*/ 4165600 w 5753100"/>
                    <a:gd name="connsiteY6" fmla="*/ 1092200 h 1092200"/>
                    <a:gd name="connsiteX7" fmla="*/ 457200 w 5753100"/>
                    <a:gd name="connsiteY7" fmla="*/ 1028700 h 1092200"/>
                    <a:gd name="connsiteX8" fmla="*/ 317500 w 5753100"/>
                    <a:gd name="connsiteY8" fmla="*/ 800100 h 1092200"/>
                    <a:gd name="connsiteX9" fmla="*/ 0 w 5753100"/>
                    <a:gd name="connsiteY9" fmla="*/ 635000 h 1092200"/>
                    <a:gd name="connsiteX0" fmla="*/ 0 w 5762552"/>
                    <a:gd name="connsiteY0" fmla="*/ 681943 h 1092200"/>
                    <a:gd name="connsiteX1" fmla="*/ 358556 w 5762552"/>
                    <a:gd name="connsiteY1" fmla="*/ 561566 h 1092200"/>
                    <a:gd name="connsiteX2" fmla="*/ 507416 w 5762552"/>
                    <a:gd name="connsiteY2" fmla="*/ 320811 h 1092200"/>
                    <a:gd name="connsiteX3" fmla="*/ 3755952 w 5762552"/>
                    <a:gd name="connsiteY3" fmla="*/ 0 h 1092200"/>
                    <a:gd name="connsiteX4" fmla="*/ 5711752 w 5762552"/>
                    <a:gd name="connsiteY4" fmla="*/ 330200 h 1092200"/>
                    <a:gd name="connsiteX5" fmla="*/ 5762552 w 5762552"/>
                    <a:gd name="connsiteY5" fmla="*/ 825500 h 1092200"/>
                    <a:gd name="connsiteX6" fmla="*/ 4175052 w 5762552"/>
                    <a:gd name="connsiteY6" fmla="*/ 1092200 h 1092200"/>
                    <a:gd name="connsiteX7" fmla="*/ 466652 w 5762552"/>
                    <a:gd name="connsiteY7" fmla="*/ 1028700 h 1092200"/>
                    <a:gd name="connsiteX8" fmla="*/ 326952 w 5762552"/>
                    <a:gd name="connsiteY8" fmla="*/ 800100 h 1092200"/>
                    <a:gd name="connsiteX9" fmla="*/ 0 w 5762552"/>
                    <a:gd name="connsiteY9" fmla="*/ 681943 h 1092200"/>
                    <a:gd name="connsiteX0" fmla="*/ 0 w 5762552"/>
                    <a:gd name="connsiteY0" fmla="*/ 545772 h 956029"/>
                    <a:gd name="connsiteX1" fmla="*/ 358556 w 5762552"/>
                    <a:gd name="connsiteY1" fmla="*/ 425395 h 956029"/>
                    <a:gd name="connsiteX2" fmla="*/ 507416 w 5762552"/>
                    <a:gd name="connsiteY2" fmla="*/ 184640 h 956029"/>
                    <a:gd name="connsiteX3" fmla="*/ 3755952 w 5762552"/>
                    <a:gd name="connsiteY3" fmla="*/ 0 h 956029"/>
                    <a:gd name="connsiteX4" fmla="*/ 5711752 w 5762552"/>
                    <a:gd name="connsiteY4" fmla="*/ 194029 h 956029"/>
                    <a:gd name="connsiteX5" fmla="*/ 5762552 w 5762552"/>
                    <a:gd name="connsiteY5" fmla="*/ 689329 h 956029"/>
                    <a:gd name="connsiteX6" fmla="*/ 4175052 w 5762552"/>
                    <a:gd name="connsiteY6" fmla="*/ 956029 h 956029"/>
                    <a:gd name="connsiteX7" fmla="*/ 466652 w 5762552"/>
                    <a:gd name="connsiteY7" fmla="*/ 892529 h 956029"/>
                    <a:gd name="connsiteX8" fmla="*/ 326952 w 5762552"/>
                    <a:gd name="connsiteY8" fmla="*/ 663929 h 956029"/>
                    <a:gd name="connsiteX9" fmla="*/ 0 w 5762552"/>
                    <a:gd name="connsiteY9" fmla="*/ 545772 h 956029"/>
                    <a:gd name="connsiteX0" fmla="*/ 0 w 5762552"/>
                    <a:gd name="connsiteY0" fmla="*/ 488437 h 898694"/>
                    <a:gd name="connsiteX1" fmla="*/ 358556 w 5762552"/>
                    <a:gd name="connsiteY1" fmla="*/ 368060 h 898694"/>
                    <a:gd name="connsiteX2" fmla="*/ 507416 w 5762552"/>
                    <a:gd name="connsiteY2" fmla="*/ 127305 h 898694"/>
                    <a:gd name="connsiteX3" fmla="*/ 3755952 w 5762552"/>
                    <a:gd name="connsiteY3" fmla="*/ 0 h 898694"/>
                    <a:gd name="connsiteX4" fmla="*/ 5711752 w 5762552"/>
                    <a:gd name="connsiteY4" fmla="*/ 136694 h 898694"/>
                    <a:gd name="connsiteX5" fmla="*/ 5762552 w 5762552"/>
                    <a:gd name="connsiteY5" fmla="*/ 631994 h 898694"/>
                    <a:gd name="connsiteX6" fmla="*/ 4175052 w 5762552"/>
                    <a:gd name="connsiteY6" fmla="*/ 898694 h 898694"/>
                    <a:gd name="connsiteX7" fmla="*/ 466652 w 5762552"/>
                    <a:gd name="connsiteY7" fmla="*/ 835194 h 898694"/>
                    <a:gd name="connsiteX8" fmla="*/ 326952 w 5762552"/>
                    <a:gd name="connsiteY8" fmla="*/ 606594 h 898694"/>
                    <a:gd name="connsiteX9" fmla="*/ 0 w 5762552"/>
                    <a:gd name="connsiteY9" fmla="*/ 488437 h 898694"/>
                    <a:gd name="connsiteX0" fmla="*/ 0 w 5762552"/>
                    <a:gd name="connsiteY0" fmla="*/ 488437 h 898694"/>
                    <a:gd name="connsiteX1" fmla="*/ 358556 w 5762552"/>
                    <a:gd name="connsiteY1" fmla="*/ 368060 h 898694"/>
                    <a:gd name="connsiteX2" fmla="*/ 507416 w 5762552"/>
                    <a:gd name="connsiteY2" fmla="*/ 127305 h 898694"/>
                    <a:gd name="connsiteX3" fmla="*/ 3755952 w 5762552"/>
                    <a:gd name="connsiteY3" fmla="*/ 0 h 898694"/>
                    <a:gd name="connsiteX4" fmla="*/ 5711752 w 5762552"/>
                    <a:gd name="connsiteY4" fmla="*/ 136694 h 898694"/>
                    <a:gd name="connsiteX5" fmla="*/ 5762552 w 5762552"/>
                    <a:gd name="connsiteY5" fmla="*/ 631994 h 898694"/>
                    <a:gd name="connsiteX6" fmla="*/ 4175052 w 5762552"/>
                    <a:gd name="connsiteY6" fmla="*/ 898694 h 898694"/>
                    <a:gd name="connsiteX7" fmla="*/ 1293645 w 5762552"/>
                    <a:gd name="connsiteY7" fmla="*/ 849528 h 898694"/>
                    <a:gd name="connsiteX8" fmla="*/ 326952 w 5762552"/>
                    <a:gd name="connsiteY8" fmla="*/ 606594 h 898694"/>
                    <a:gd name="connsiteX9" fmla="*/ 0 w 5762552"/>
                    <a:gd name="connsiteY9" fmla="*/ 488437 h 898694"/>
                    <a:gd name="connsiteX0" fmla="*/ 0 w 5762552"/>
                    <a:gd name="connsiteY0" fmla="*/ 488437 h 1022275"/>
                    <a:gd name="connsiteX1" fmla="*/ 358556 w 5762552"/>
                    <a:gd name="connsiteY1" fmla="*/ 368060 h 1022275"/>
                    <a:gd name="connsiteX2" fmla="*/ 507416 w 5762552"/>
                    <a:gd name="connsiteY2" fmla="*/ 127305 h 1022275"/>
                    <a:gd name="connsiteX3" fmla="*/ 3755952 w 5762552"/>
                    <a:gd name="connsiteY3" fmla="*/ 0 h 1022275"/>
                    <a:gd name="connsiteX4" fmla="*/ 5711752 w 5762552"/>
                    <a:gd name="connsiteY4" fmla="*/ 136694 h 1022275"/>
                    <a:gd name="connsiteX5" fmla="*/ 5762552 w 5762552"/>
                    <a:gd name="connsiteY5" fmla="*/ 631994 h 1022275"/>
                    <a:gd name="connsiteX6" fmla="*/ 4175052 w 5762552"/>
                    <a:gd name="connsiteY6" fmla="*/ 898694 h 1022275"/>
                    <a:gd name="connsiteX7" fmla="*/ 1293645 w 5762552"/>
                    <a:gd name="connsiteY7" fmla="*/ 849528 h 1022275"/>
                    <a:gd name="connsiteX8" fmla="*/ 449469 w 5762552"/>
                    <a:gd name="connsiteY8" fmla="*/ 1022275 h 1022275"/>
                    <a:gd name="connsiteX9" fmla="*/ 0 w 5762552"/>
                    <a:gd name="connsiteY9" fmla="*/ 488437 h 1022275"/>
                    <a:gd name="connsiteX0" fmla="*/ 315290 w 5403995"/>
                    <a:gd name="connsiteY0" fmla="*/ 724945 h 1022275"/>
                    <a:gd name="connsiteX1" fmla="*/ -1 w 5403995"/>
                    <a:gd name="connsiteY1" fmla="*/ 368060 h 1022275"/>
                    <a:gd name="connsiteX2" fmla="*/ 148859 w 5403995"/>
                    <a:gd name="connsiteY2" fmla="*/ 127305 h 1022275"/>
                    <a:gd name="connsiteX3" fmla="*/ 3397395 w 5403995"/>
                    <a:gd name="connsiteY3" fmla="*/ 0 h 1022275"/>
                    <a:gd name="connsiteX4" fmla="*/ 5353195 w 5403995"/>
                    <a:gd name="connsiteY4" fmla="*/ 136694 h 1022275"/>
                    <a:gd name="connsiteX5" fmla="*/ 5403995 w 5403995"/>
                    <a:gd name="connsiteY5" fmla="*/ 631994 h 1022275"/>
                    <a:gd name="connsiteX6" fmla="*/ 3816495 w 5403995"/>
                    <a:gd name="connsiteY6" fmla="*/ 898694 h 1022275"/>
                    <a:gd name="connsiteX7" fmla="*/ 935088 w 5403995"/>
                    <a:gd name="connsiteY7" fmla="*/ 849528 h 1022275"/>
                    <a:gd name="connsiteX8" fmla="*/ 90912 w 5403995"/>
                    <a:gd name="connsiteY8" fmla="*/ 1022275 h 1022275"/>
                    <a:gd name="connsiteX9" fmla="*/ 315290 w 5403995"/>
                    <a:gd name="connsiteY9" fmla="*/ 724945 h 1022275"/>
                    <a:gd name="connsiteX0" fmla="*/ 468439 w 5557144"/>
                    <a:gd name="connsiteY0" fmla="*/ 724945 h 1022275"/>
                    <a:gd name="connsiteX1" fmla="*/ 0 w 5557144"/>
                    <a:gd name="connsiteY1" fmla="*/ 482731 h 1022275"/>
                    <a:gd name="connsiteX2" fmla="*/ 302008 w 5557144"/>
                    <a:gd name="connsiteY2" fmla="*/ 127305 h 1022275"/>
                    <a:gd name="connsiteX3" fmla="*/ 3550544 w 5557144"/>
                    <a:gd name="connsiteY3" fmla="*/ 0 h 1022275"/>
                    <a:gd name="connsiteX4" fmla="*/ 5506344 w 5557144"/>
                    <a:gd name="connsiteY4" fmla="*/ 136694 h 1022275"/>
                    <a:gd name="connsiteX5" fmla="*/ 5557144 w 5557144"/>
                    <a:gd name="connsiteY5" fmla="*/ 631994 h 1022275"/>
                    <a:gd name="connsiteX6" fmla="*/ 3969644 w 5557144"/>
                    <a:gd name="connsiteY6" fmla="*/ 898694 h 1022275"/>
                    <a:gd name="connsiteX7" fmla="*/ 1088237 w 5557144"/>
                    <a:gd name="connsiteY7" fmla="*/ 849528 h 1022275"/>
                    <a:gd name="connsiteX8" fmla="*/ 244061 w 5557144"/>
                    <a:gd name="connsiteY8" fmla="*/ 1022275 h 1022275"/>
                    <a:gd name="connsiteX9" fmla="*/ 468439 w 5557144"/>
                    <a:gd name="connsiteY9" fmla="*/ 724945 h 1022275"/>
                    <a:gd name="connsiteX0" fmla="*/ 820677 w 5909382"/>
                    <a:gd name="connsiteY0" fmla="*/ 724945 h 1022275"/>
                    <a:gd name="connsiteX1" fmla="*/ 0 w 5909382"/>
                    <a:gd name="connsiteY1" fmla="*/ 482731 h 1022275"/>
                    <a:gd name="connsiteX2" fmla="*/ 654246 w 5909382"/>
                    <a:gd name="connsiteY2" fmla="*/ 127305 h 1022275"/>
                    <a:gd name="connsiteX3" fmla="*/ 3902782 w 5909382"/>
                    <a:gd name="connsiteY3" fmla="*/ 0 h 1022275"/>
                    <a:gd name="connsiteX4" fmla="*/ 5858582 w 5909382"/>
                    <a:gd name="connsiteY4" fmla="*/ 136694 h 1022275"/>
                    <a:gd name="connsiteX5" fmla="*/ 5909382 w 5909382"/>
                    <a:gd name="connsiteY5" fmla="*/ 631994 h 1022275"/>
                    <a:gd name="connsiteX6" fmla="*/ 4321882 w 5909382"/>
                    <a:gd name="connsiteY6" fmla="*/ 898694 h 1022275"/>
                    <a:gd name="connsiteX7" fmla="*/ 1440475 w 5909382"/>
                    <a:gd name="connsiteY7" fmla="*/ 849528 h 1022275"/>
                    <a:gd name="connsiteX8" fmla="*/ 596299 w 5909382"/>
                    <a:gd name="connsiteY8" fmla="*/ 1022275 h 1022275"/>
                    <a:gd name="connsiteX9" fmla="*/ 820677 w 5909382"/>
                    <a:gd name="connsiteY9" fmla="*/ 724945 h 1022275"/>
                    <a:gd name="connsiteX0" fmla="*/ 820677 w 5909382"/>
                    <a:gd name="connsiteY0" fmla="*/ 724945 h 1022275"/>
                    <a:gd name="connsiteX1" fmla="*/ 0 w 5909382"/>
                    <a:gd name="connsiteY1" fmla="*/ 482731 h 1022275"/>
                    <a:gd name="connsiteX2" fmla="*/ 424525 w 5909382"/>
                    <a:gd name="connsiteY2" fmla="*/ 91470 h 1022275"/>
                    <a:gd name="connsiteX3" fmla="*/ 3902782 w 5909382"/>
                    <a:gd name="connsiteY3" fmla="*/ 0 h 1022275"/>
                    <a:gd name="connsiteX4" fmla="*/ 5858582 w 5909382"/>
                    <a:gd name="connsiteY4" fmla="*/ 136694 h 1022275"/>
                    <a:gd name="connsiteX5" fmla="*/ 5909382 w 5909382"/>
                    <a:gd name="connsiteY5" fmla="*/ 631994 h 1022275"/>
                    <a:gd name="connsiteX6" fmla="*/ 4321882 w 5909382"/>
                    <a:gd name="connsiteY6" fmla="*/ 898694 h 1022275"/>
                    <a:gd name="connsiteX7" fmla="*/ 1440475 w 5909382"/>
                    <a:gd name="connsiteY7" fmla="*/ 849528 h 1022275"/>
                    <a:gd name="connsiteX8" fmla="*/ 596299 w 5909382"/>
                    <a:gd name="connsiteY8" fmla="*/ 1022275 h 1022275"/>
                    <a:gd name="connsiteX9" fmla="*/ 820677 w 5909382"/>
                    <a:gd name="connsiteY9" fmla="*/ 724945 h 1022275"/>
                    <a:gd name="connsiteX0" fmla="*/ 820677 w 5909382"/>
                    <a:gd name="connsiteY0" fmla="*/ 724945 h 1022275"/>
                    <a:gd name="connsiteX1" fmla="*/ 0 w 5909382"/>
                    <a:gd name="connsiteY1" fmla="*/ 482731 h 1022275"/>
                    <a:gd name="connsiteX2" fmla="*/ 393896 w 5909382"/>
                    <a:gd name="connsiteY2" fmla="*/ 134472 h 1022275"/>
                    <a:gd name="connsiteX3" fmla="*/ 3902782 w 5909382"/>
                    <a:gd name="connsiteY3" fmla="*/ 0 h 1022275"/>
                    <a:gd name="connsiteX4" fmla="*/ 5858582 w 5909382"/>
                    <a:gd name="connsiteY4" fmla="*/ 136694 h 1022275"/>
                    <a:gd name="connsiteX5" fmla="*/ 5909382 w 5909382"/>
                    <a:gd name="connsiteY5" fmla="*/ 631994 h 1022275"/>
                    <a:gd name="connsiteX6" fmla="*/ 4321882 w 5909382"/>
                    <a:gd name="connsiteY6" fmla="*/ 898694 h 1022275"/>
                    <a:gd name="connsiteX7" fmla="*/ 1440475 w 5909382"/>
                    <a:gd name="connsiteY7" fmla="*/ 849528 h 1022275"/>
                    <a:gd name="connsiteX8" fmla="*/ 596299 w 5909382"/>
                    <a:gd name="connsiteY8" fmla="*/ 1022275 h 1022275"/>
                    <a:gd name="connsiteX9" fmla="*/ 820677 w 5909382"/>
                    <a:gd name="connsiteY9" fmla="*/ 724945 h 1022275"/>
                    <a:gd name="connsiteX0" fmla="*/ 820677 w 5909382"/>
                    <a:gd name="connsiteY0" fmla="*/ 724945 h 1022275"/>
                    <a:gd name="connsiteX1" fmla="*/ 0 w 5909382"/>
                    <a:gd name="connsiteY1" fmla="*/ 482731 h 1022275"/>
                    <a:gd name="connsiteX2" fmla="*/ 393896 w 5909382"/>
                    <a:gd name="connsiteY2" fmla="*/ 134472 h 1022275"/>
                    <a:gd name="connsiteX3" fmla="*/ 3902782 w 5909382"/>
                    <a:gd name="connsiteY3" fmla="*/ 0 h 1022275"/>
                    <a:gd name="connsiteX4" fmla="*/ 5870834 w 5909382"/>
                    <a:gd name="connsiteY4" fmla="*/ 93484 h 1022275"/>
                    <a:gd name="connsiteX5" fmla="*/ 5909382 w 5909382"/>
                    <a:gd name="connsiteY5" fmla="*/ 631994 h 1022275"/>
                    <a:gd name="connsiteX6" fmla="*/ 4321882 w 5909382"/>
                    <a:gd name="connsiteY6" fmla="*/ 898694 h 1022275"/>
                    <a:gd name="connsiteX7" fmla="*/ 1440475 w 5909382"/>
                    <a:gd name="connsiteY7" fmla="*/ 849528 h 1022275"/>
                    <a:gd name="connsiteX8" fmla="*/ 596299 w 5909382"/>
                    <a:gd name="connsiteY8" fmla="*/ 1022275 h 1022275"/>
                    <a:gd name="connsiteX9" fmla="*/ 820677 w 5909382"/>
                    <a:gd name="connsiteY9" fmla="*/ 724945 h 1022275"/>
                    <a:gd name="connsiteX0" fmla="*/ 820677 w 5909382"/>
                    <a:gd name="connsiteY0" fmla="*/ 724945 h 1022275"/>
                    <a:gd name="connsiteX1" fmla="*/ 0 w 5909382"/>
                    <a:gd name="connsiteY1" fmla="*/ 482731 h 1022275"/>
                    <a:gd name="connsiteX2" fmla="*/ 393896 w 5909382"/>
                    <a:gd name="connsiteY2" fmla="*/ 134472 h 1022275"/>
                    <a:gd name="connsiteX3" fmla="*/ 3596488 w 5909382"/>
                    <a:gd name="connsiteY3" fmla="*/ 0 h 1022275"/>
                    <a:gd name="connsiteX4" fmla="*/ 5870834 w 5909382"/>
                    <a:gd name="connsiteY4" fmla="*/ 93484 h 1022275"/>
                    <a:gd name="connsiteX5" fmla="*/ 5909382 w 5909382"/>
                    <a:gd name="connsiteY5" fmla="*/ 631994 h 1022275"/>
                    <a:gd name="connsiteX6" fmla="*/ 4321882 w 5909382"/>
                    <a:gd name="connsiteY6" fmla="*/ 898694 h 1022275"/>
                    <a:gd name="connsiteX7" fmla="*/ 1440475 w 5909382"/>
                    <a:gd name="connsiteY7" fmla="*/ 849528 h 1022275"/>
                    <a:gd name="connsiteX8" fmla="*/ 596299 w 5909382"/>
                    <a:gd name="connsiteY8" fmla="*/ 1022275 h 1022275"/>
                    <a:gd name="connsiteX9" fmla="*/ 820677 w 5909382"/>
                    <a:gd name="connsiteY9" fmla="*/ 724945 h 1022275"/>
                    <a:gd name="connsiteX0" fmla="*/ 820677 w 5909382"/>
                    <a:gd name="connsiteY0" fmla="*/ 724945 h 1022275"/>
                    <a:gd name="connsiteX1" fmla="*/ 0 w 5909382"/>
                    <a:gd name="connsiteY1" fmla="*/ 482731 h 1022275"/>
                    <a:gd name="connsiteX2" fmla="*/ 393896 w 5909382"/>
                    <a:gd name="connsiteY2" fmla="*/ 134472 h 1022275"/>
                    <a:gd name="connsiteX3" fmla="*/ 3596488 w 5909382"/>
                    <a:gd name="connsiteY3" fmla="*/ 0 h 1022275"/>
                    <a:gd name="connsiteX4" fmla="*/ 5883086 w 5909382"/>
                    <a:gd name="connsiteY4" fmla="*/ 112688 h 1022275"/>
                    <a:gd name="connsiteX5" fmla="*/ 5909382 w 5909382"/>
                    <a:gd name="connsiteY5" fmla="*/ 631994 h 1022275"/>
                    <a:gd name="connsiteX6" fmla="*/ 4321882 w 5909382"/>
                    <a:gd name="connsiteY6" fmla="*/ 898694 h 1022275"/>
                    <a:gd name="connsiteX7" fmla="*/ 1440475 w 5909382"/>
                    <a:gd name="connsiteY7" fmla="*/ 849528 h 1022275"/>
                    <a:gd name="connsiteX8" fmla="*/ 596299 w 5909382"/>
                    <a:gd name="connsiteY8" fmla="*/ 1022275 h 1022275"/>
                    <a:gd name="connsiteX9" fmla="*/ 820677 w 5909382"/>
                    <a:gd name="connsiteY9" fmla="*/ 724945 h 1022275"/>
                    <a:gd name="connsiteX0" fmla="*/ 820677 w 5909382"/>
                    <a:gd name="connsiteY0" fmla="*/ 724945 h 1022275"/>
                    <a:gd name="connsiteX1" fmla="*/ 0 w 5909382"/>
                    <a:gd name="connsiteY1" fmla="*/ 482731 h 1022275"/>
                    <a:gd name="connsiteX2" fmla="*/ 185616 w 5909382"/>
                    <a:gd name="connsiteY2" fmla="*/ 144074 h 1022275"/>
                    <a:gd name="connsiteX3" fmla="*/ 3596488 w 5909382"/>
                    <a:gd name="connsiteY3" fmla="*/ 0 h 1022275"/>
                    <a:gd name="connsiteX4" fmla="*/ 5883086 w 5909382"/>
                    <a:gd name="connsiteY4" fmla="*/ 112688 h 1022275"/>
                    <a:gd name="connsiteX5" fmla="*/ 5909382 w 5909382"/>
                    <a:gd name="connsiteY5" fmla="*/ 631994 h 1022275"/>
                    <a:gd name="connsiteX6" fmla="*/ 4321882 w 5909382"/>
                    <a:gd name="connsiteY6" fmla="*/ 898694 h 1022275"/>
                    <a:gd name="connsiteX7" fmla="*/ 1440475 w 5909382"/>
                    <a:gd name="connsiteY7" fmla="*/ 849528 h 1022275"/>
                    <a:gd name="connsiteX8" fmla="*/ 596299 w 5909382"/>
                    <a:gd name="connsiteY8" fmla="*/ 1022275 h 1022275"/>
                    <a:gd name="connsiteX9" fmla="*/ 820677 w 5909382"/>
                    <a:gd name="connsiteY9" fmla="*/ 724945 h 1022275"/>
                    <a:gd name="connsiteX0" fmla="*/ 820677 w 5909382"/>
                    <a:gd name="connsiteY0" fmla="*/ 696138 h 993468"/>
                    <a:gd name="connsiteX1" fmla="*/ 0 w 5909382"/>
                    <a:gd name="connsiteY1" fmla="*/ 453924 h 993468"/>
                    <a:gd name="connsiteX2" fmla="*/ 185616 w 5909382"/>
                    <a:gd name="connsiteY2" fmla="*/ 115267 h 993468"/>
                    <a:gd name="connsiteX3" fmla="*/ 5274979 w 5909382"/>
                    <a:gd name="connsiteY3" fmla="*/ 0 h 993468"/>
                    <a:gd name="connsiteX4" fmla="*/ 5883086 w 5909382"/>
                    <a:gd name="connsiteY4" fmla="*/ 83881 h 993468"/>
                    <a:gd name="connsiteX5" fmla="*/ 5909382 w 5909382"/>
                    <a:gd name="connsiteY5" fmla="*/ 603187 h 993468"/>
                    <a:gd name="connsiteX6" fmla="*/ 4321882 w 5909382"/>
                    <a:gd name="connsiteY6" fmla="*/ 869887 h 993468"/>
                    <a:gd name="connsiteX7" fmla="*/ 1440475 w 5909382"/>
                    <a:gd name="connsiteY7" fmla="*/ 820721 h 993468"/>
                    <a:gd name="connsiteX8" fmla="*/ 596299 w 5909382"/>
                    <a:gd name="connsiteY8" fmla="*/ 993468 h 993468"/>
                    <a:gd name="connsiteX9" fmla="*/ 820677 w 5909382"/>
                    <a:gd name="connsiteY9" fmla="*/ 696138 h 993468"/>
                    <a:gd name="connsiteX0" fmla="*/ 820677 w 5909382"/>
                    <a:gd name="connsiteY0" fmla="*/ 724945 h 1022275"/>
                    <a:gd name="connsiteX1" fmla="*/ 0 w 5909382"/>
                    <a:gd name="connsiteY1" fmla="*/ 482731 h 1022275"/>
                    <a:gd name="connsiteX2" fmla="*/ 185616 w 5909382"/>
                    <a:gd name="connsiteY2" fmla="*/ 144074 h 1022275"/>
                    <a:gd name="connsiteX3" fmla="*/ 4380601 w 5909382"/>
                    <a:gd name="connsiteY3" fmla="*/ 0 h 1022275"/>
                    <a:gd name="connsiteX4" fmla="*/ 5883086 w 5909382"/>
                    <a:gd name="connsiteY4" fmla="*/ 112688 h 1022275"/>
                    <a:gd name="connsiteX5" fmla="*/ 5909382 w 5909382"/>
                    <a:gd name="connsiteY5" fmla="*/ 631994 h 1022275"/>
                    <a:gd name="connsiteX6" fmla="*/ 4321882 w 5909382"/>
                    <a:gd name="connsiteY6" fmla="*/ 898694 h 1022275"/>
                    <a:gd name="connsiteX7" fmla="*/ 1440475 w 5909382"/>
                    <a:gd name="connsiteY7" fmla="*/ 849528 h 1022275"/>
                    <a:gd name="connsiteX8" fmla="*/ 596299 w 5909382"/>
                    <a:gd name="connsiteY8" fmla="*/ 1022275 h 1022275"/>
                    <a:gd name="connsiteX9" fmla="*/ 820677 w 5909382"/>
                    <a:gd name="connsiteY9" fmla="*/ 724945 h 1022275"/>
                    <a:gd name="connsiteX0" fmla="*/ 820677 w 5909382"/>
                    <a:gd name="connsiteY0" fmla="*/ 724945 h 1022275"/>
                    <a:gd name="connsiteX1" fmla="*/ 0 w 5909382"/>
                    <a:gd name="connsiteY1" fmla="*/ 482731 h 1022275"/>
                    <a:gd name="connsiteX2" fmla="*/ 75350 w 5909382"/>
                    <a:gd name="connsiteY2" fmla="*/ 129671 h 1022275"/>
                    <a:gd name="connsiteX3" fmla="*/ 4380601 w 5909382"/>
                    <a:gd name="connsiteY3" fmla="*/ 0 h 1022275"/>
                    <a:gd name="connsiteX4" fmla="*/ 5883086 w 5909382"/>
                    <a:gd name="connsiteY4" fmla="*/ 112688 h 1022275"/>
                    <a:gd name="connsiteX5" fmla="*/ 5909382 w 5909382"/>
                    <a:gd name="connsiteY5" fmla="*/ 631994 h 1022275"/>
                    <a:gd name="connsiteX6" fmla="*/ 4321882 w 5909382"/>
                    <a:gd name="connsiteY6" fmla="*/ 898694 h 1022275"/>
                    <a:gd name="connsiteX7" fmla="*/ 1440475 w 5909382"/>
                    <a:gd name="connsiteY7" fmla="*/ 849528 h 1022275"/>
                    <a:gd name="connsiteX8" fmla="*/ 596299 w 5909382"/>
                    <a:gd name="connsiteY8" fmla="*/ 1022275 h 1022275"/>
                    <a:gd name="connsiteX9" fmla="*/ 820677 w 5909382"/>
                    <a:gd name="connsiteY9" fmla="*/ 724945 h 1022275"/>
                    <a:gd name="connsiteX0" fmla="*/ 918691 w 6007396"/>
                    <a:gd name="connsiteY0" fmla="*/ 724945 h 1022275"/>
                    <a:gd name="connsiteX1" fmla="*/ 0 w 6007396"/>
                    <a:gd name="connsiteY1" fmla="*/ 458725 h 1022275"/>
                    <a:gd name="connsiteX2" fmla="*/ 173364 w 6007396"/>
                    <a:gd name="connsiteY2" fmla="*/ 129671 h 1022275"/>
                    <a:gd name="connsiteX3" fmla="*/ 4478615 w 6007396"/>
                    <a:gd name="connsiteY3" fmla="*/ 0 h 1022275"/>
                    <a:gd name="connsiteX4" fmla="*/ 5981100 w 6007396"/>
                    <a:gd name="connsiteY4" fmla="*/ 112688 h 1022275"/>
                    <a:gd name="connsiteX5" fmla="*/ 6007396 w 6007396"/>
                    <a:gd name="connsiteY5" fmla="*/ 631994 h 1022275"/>
                    <a:gd name="connsiteX6" fmla="*/ 4419896 w 6007396"/>
                    <a:gd name="connsiteY6" fmla="*/ 898694 h 1022275"/>
                    <a:gd name="connsiteX7" fmla="*/ 1538489 w 6007396"/>
                    <a:gd name="connsiteY7" fmla="*/ 849528 h 1022275"/>
                    <a:gd name="connsiteX8" fmla="*/ 694313 w 6007396"/>
                    <a:gd name="connsiteY8" fmla="*/ 1022275 h 1022275"/>
                    <a:gd name="connsiteX9" fmla="*/ 918691 w 6007396"/>
                    <a:gd name="connsiteY9" fmla="*/ 724945 h 1022275"/>
                    <a:gd name="connsiteX0" fmla="*/ 661403 w 6007396"/>
                    <a:gd name="connsiteY0" fmla="*/ 700940 h 1022275"/>
                    <a:gd name="connsiteX1" fmla="*/ 0 w 6007396"/>
                    <a:gd name="connsiteY1" fmla="*/ 458725 h 1022275"/>
                    <a:gd name="connsiteX2" fmla="*/ 173364 w 6007396"/>
                    <a:gd name="connsiteY2" fmla="*/ 129671 h 1022275"/>
                    <a:gd name="connsiteX3" fmla="*/ 4478615 w 6007396"/>
                    <a:gd name="connsiteY3" fmla="*/ 0 h 1022275"/>
                    <a:gd name="connsiteX4" fmla="*/ 5981100 w 6007396"/>
                    <a:gd name="connsiteY4" fmla="*/ 112688 h 1022275"/>
                    <a:gd name="connsiteX5" fmla="*/ 6007396 w 6007396"/>
                    <a:gd name="connsiteY5" fmla="*/ 631994 h 1022275"/>
                    <a:gd name="connsiteX6" fmla="*/ 4419896 w 6007396"/>
                    <a:gd name="connsiteY6" fmla="*/ 898694 h 1022275"/>
                    <a:gd name="connsiteX7" fmla="*/ 1538489 w 6007396"/>
                    <a:gd name="connsiteY7" fmla="*/ 849528 h 1022275"/>
                    <a:gd name="connsiteX8" fmla="*/ 694313 w 6007396"/>
                    <a:gd name="connsiteY8" fmla="*/ 1022275 h 1022275"/>
                    <a:gd name="connsiteX9" fmla="*/ 661403 w 6007396"/>
                    <a:gd name="connsiteY9" fmla="*/ 700940 h 1022275"/>
                    <a:gd name="connsiteX0" fmla="*/ 661403 w 6007396"/>
                    <a:gd name="connsiteY0" fmla="*/ 700940 h 1022275"/>
                    <a:gd name="connsiteX1" fmla="*/ 0 w 6007396"/>
                    <a:gd name="connsiteY1" fmla="*/ 458725 h 1022275"/>
                    <a:gd name="connsiteX2" fmla="*/ 173364 w 6007396"/>
                    <a:gd name="connsiteY2" fmla="*/ 129671 h 1022275"/>
                    <a:gd name="connsiteX3" fmla="*/ 4478615 w 6007396"/>
                    <a:gd name="connsiteY3" fmla="*/ 0 h 1022275"/>
                    <a:gd name="connsiteX4" fmla="*/ 5981100 w 6007396"/>
                    <a:gd name="connsiteY4" fmla="*/ 112688 h 1022275"/>
                    <a:gd name="connsiteX5" fmla="*/ 6007396 w 6007396"/>
                    <a:gd name="connsiteY5" fmla="*/ 631994 h 1022275"/>
                    <a:gd name="connsiteX6" fmla="*/ 4419896 w 6007396"/>
                    <a:gd name="connsiteY6" fmla="*/ 898694 h 1022275"/>
                    <a:gd name="connsiteX7" fmla="*/ 1121930 w 6007396"/>
                    <a:gd name="connsiteY7" fmla="*/ 758307 h 1022275"/>
                    <a:gd name="connsiteX8" fmla="*/ 694313 w 6007396"/>
                    <a:gd name="connsiteY8" fmla="*/ 1022275 h 1022275"/>
                    <a:gd name="connsiteX9" fmla="*/ 661403 w 6007396"/>
                    <a:gd name="connsiteY9" fmla="*/ 700940 h 1022275"/>
                    <a:gd name="connsiteX0" fmla="*/ 661403 w 6007396"/>
                    <a:gd name="connsiteY0" fmla="*/ 700940 h 1022275"/>
                    <a:gd name="connsiteX1" fmla="*/ 0 w 6007396"/>
                    <a:gd name="connsiteY1" fmla="*/ 458725 h 1022275"/>
                    <a:gd name="connsiteX2" fmla="*/ 173364 w 6007396"/>
                    <a:gd name="connsiteY2" fmla="*/ 129671 h 1022275"/>
                    <a:gd name="connsiteX3" fmla="*/ 4478615 w 6007396"/>
                    <a:gd name="connsiteY3" fmla="*/ 0 h 1022275"/>
                    <a:gd name="connsiteX4" fmla="*/ 5981100 w 6007396"/>
                    <a:gd name="connsiteY4" fmla="*/ 112688 h 1022275"/>
                    <a:gd name="connsiteX5" fmla="*/ 6007396 w 6007396"/>
                    <a:gd name="connsiteY5" fmla="*/ 631994 h 1022275"/>
                    <a:gd name="connsiteX6" fmla="*/ 4554666 w 6007396"/>
                    <a:gd name="connsiteY6" fmla="*/ 826678 h 1022275"/>
                    <a:gd name="connsiteX7" fmla="*/ 1121930 w 6007396"/>
                    <a:gd name="connsiteY7" fmla="*/ 758307 h 1022275"/>
                    <a:gd name="connsiteX8" fmla="*/ 694313 w 6007396"/>
                    <a:gd name="connsiteY8" fmla="*/ 1022275 h 1022275"/>
                    <a:gd name="connsiteX9" fmla="*/ 661403 w 6007396"/>
                    <a:gd name="connsiteY9" fmla="*/ 700940 h 1022275"/>
                    <a:gd name="connsiteX0" fmla="*/ 661403 w 6007396"/>
                    <a:gd name="connsiteY0" fmla="*/ 700940 h 1022275"/>
                    <a:gd name="connsiteX1" fmla="*/ 0 w 6007396"/>
                    <a:gd name="connsiteY1" fmla="*/ 458725 h 1022275"/>
                    <a:gd name="connsiteX2" fmla="*/ 173364 w 6007396"/>
                    <a:gd name="connsiteY2" fmla="*/ 129671 h 1022275"/>
                    <a:gd name="connsiteX3" fmla="*/ 4478615 w 6007396"/>
                    <a:gd name="connsiteY3" fmla="*/ 0 h 1022275"/>
                    <a:gd name="connsiteX4" fmla="*/ 5981100 w 6007396"/>
                    <a:gd name="connsiteY4" fmla="*/ 112688 h 1022275"/>
                    <a:gd name="connsiteX5" fmla="*/ 6007396 w 6007396"/>
                    <a:gd name="connsiteY5" fmla="*/ 631994 h 1022275"/>
                    <a:gd name="connsiteX6" fmla="*/ 4554666 w 6007396"/>
                    <a:gd name="connsiteY6" fmla="*/ 826678 h 1022275"/>
                    <a:gd name="connsiteX7" fmla="*/ 1612000 w 6007396"/>
                    <a:gd name="connsiteY7" fmla="*/ 772710 h 1022275"/>
                    <a:gd name="connsiteX8" fmla="*/ 694313 w 6007396"/>
                    <a:gd name="connsiteY8" fmla="*/ 1022275 h 1022275"/>
                    <a:gd name="connsiteX9" fmla="*/ 661403 w 6007396"/>
                    <a:gd name="connsiteY9" fmla="*/ 700940 h 1022275"/>
                    <a:gd name="connsiteX0" fmla="*/ 661403 w 6007396"/>
                    <a:gd name="connsiteY0" fmla="*/ 700940 h 988667"/>
                    <a:gd name="connsiteX1" fmla="*/ 0 w 6007396"/>
                    <a:gd name="connsiteY1" fmla="*/ 458725 h 988667"/>
                    <a:gd name="connsiteX2" fmla="*/ 173364 w 6007396"/>
                    <a:gd name="connsiteY2" fmla="*/ 129671 h 988667"/>
                    <a:gd name="connsiteX3" fmla="*/ 4478615 w 6007396"/>
                    <a:gd name="connsiteY3" fmla="*/ 0 h 988667"/>
                    <a:gd name="connsiteX4" fmla="*/ 5981100 w 6007396"/>
                    <a:gd name="connsiteY4" fmla="*/ 112688 h 988667"/>
                    <a:gd name="connsiteX5" fmla="*/ 6007396 w 6007396"/>
                    <a:gd name="connsiteY5" fmla="*/ 631994 h 988667"/>
                    <a:gd name="connsiteX6" fmla="*/ 4554666 w 6007396"/>
                    <a:gd name="connsiteY6" fmla="*/ 826678 h 988667"/>
                    <a:gd name="connsiteX7" fmla="*/ 1612000 w 6007396"/>
                    <a:gd name="connsiteY7" fmla="*/ 772710 h 988667"/>
                    <a:gd name="connsiteX8" fmla="*/ 865837 w 6007396"/>
                    <a:gd name="connsiteY8" fmla="*/ 988667 h 988667"/>
                    <a:gd name="connsiteX9" fmla="*/ 661403 w 6007396"/>
                    <a:gd name="connsiteY9" fmla="*/ 700940 h 988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007396" h="988667">
                      <a:moveTo>
                        <a:pt x="661403" y="700940"/>
                      </a:moveTo>
                      <a:lnTo>
                        <a:pt x="0" y="458725"/>
                      </a:lnTo>
                      <a:lnTo>
                        <a:pt x="173364" y="129671"/>
                      </a:lnTo>
                      <a:lnTo>
                        <a:pt x="4478615" y="0"/>
                      </a:lnTo>
                      <a:lnTo>
                        <a:pt x="5981100" y="112688"/>
                      </a:lnTo>
                      <a:lnTo>
                        <a:pt x="6007396" y="631994"/>
                      </a:lnTo>
                      <a:lnTo>
                        <a:pt x="4554666" y="826678"/>
                      </a:lnTo>
                      <a:lnTo>
                        <a:pt x="1612000" y="772710"/>
                      </a:lnTo>
                      <a:lnTo>
                        <a:pt x="865837" y="988667"/>
                      </a:lnTo>
                      <a:lnTo>
                        <a:pt x="661403" y="70094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tIns="45720" rIns="91440" bIns="45720" rtlCol="0" anchor="ctr"/>
                <a:lstStyle/>
                <a:p>
                  <a:pPr algn="ctr"/>
                  <a:r>
                    <a:rPr lang="ja-JP" altLang="en-US">
                      <a:ea typeface="游ゴシック"/>
                      <a:cs typeface="Calibri"/>
                    </a:rPr>
                    <a:t>h</a:t>
                  </a:r>
                  <a:endParaRPr kumimoji="1" lang="ja-JP" altLang="en-US"/>
                </a:p>
              </p:txBody>
            </p:sp>
          </p:grpSp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191646C2-22D2-4B42-A621-FC23B80AAFAC}"/>
                  </a:ext>
                </a:extLst>
              </p:cNvPr>
              <p:cNvSpPr txBox="1"/>
              <p:nvPr/>
            </p:nvSpPr>
            <p:spPr>
              <a:xfrm flipH="1">
                <a:off x="2944170" y="2481309"/>
                <a:ext cx="3159839" cy="2577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100" b="1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このゲームの</a:t>
                </a:r>
                <a:r>
                  <a:rPr kumimoji="1" lang="ja-JP" altLang="en-US" sz="1400" b="1">
                    <a:solidFill>
                      <a:srgbClr val="FF0000"/>
                    </a:solidFill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「遊び」</a:t>
                </a:r>
                <a:r>
                  <a:rPr kumimoji="1" lang="ja-JP" altLang="en-US" sz="1100" b="1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のオリジナリティは</a:t>
                </a:r>
                <a:r>
                  <a:rPr kumimoji="1" lang="en-US" altLang="ja-JP" sz="1100" b="1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…</a:t>
                </a:r>
              </a:p>
            </p:txBody>
          </p:sp>
        </p:grpSp>
        <p:grpSp>
          <p:nvGrpSpPr>
            <p:cNvPr id="27" name="グループ化 26">
              <a:extLst>
                <a:ext uri="{FF2B5EF4-FFF2-40B4-BE49-F238E27FC236}">
                  <a16:creationId xmlns:a16="http://schemas.microsoft.com/office/drawing/2014/main" id="{7D202FC6-2D75-4573-88B7-1522F3C2C614}"/>
                </a:ext>
              </a:extLst>
            </p:cNvPr>
            <p:cNvGrpSpPr/>
            <p:nvPr/>
          </p:nvGrpSpPr>
          <p:grpSpPr>
            <a:xfrm>
              <a:off x="6057292" y="3226650"/>
              <a:ext cx="707124" cy="862254"/>
              <a:chOff x="6093296" y="3226650"/>
              <a:chExt cx="707124" cy="862254"/>
            </a:xfrm>
          </p:grpSpPr>
          <p:grpSp>
            <p:nvGrpSpPr>
              <p:cNvPr id="26" name="グループ化 25">
                <a:extLst>
                  <a:ext uri="{FF2B5EF4-FFF2-40B4-BE49-F238E27FC236}">
                    <a16:creationId xmlns:a16="http://schemas.microsoft.com/office/drawing/2014/main" id="{C500084C-A324-4A9A-9DD6-7B3349D481C7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flipH="1">
                <a:off x="6093296" y="3404828"/>
                <a:ext cx="599262" cy="684076"/>
                <a:chOff x="152636" y="7617296"/>
                <a:chExt cx="606538" cy="692382"/>
              </a:xfrm>
            </p:grpSpPr>
            <p:grpSp>
              <p:nvGrpSpPr>
                <p:cNvPr id="25" name="グループ化 24">
                  <a:extLst>
                    <a:ext uri="{FF2B5EF4-FFF2-40B4-BE49-F238E27FC236}">
                      <a16:creationId xmlns:a16="http://schemas.microsoft.com/office/drawing/2014/main" id="{F190C702-5DD2-4D2D-86D6-3B9A5899E102}"/>
                    </a:ext>
                  </a:extLst>
                </p:cNvPr>
                <p:cNvGrpSpPr/>
                <p:nvPr/>
              </p:nvGrpSpPr>
              <p:grpSpPr>
                <a:xfrm>
                  <a:off x="152636" y="7796343"/>
                  <a:ext cx="606538" cy="513335"/>
                  <a:chOff x="152636" y="7796343"/>
                  <a:chExt cx="606538" cy="513335"/>
                </a:xfrm>
              </p:grpSpPr>
              <p:grpSp>
                <p:nvGrpSpPr>
                  <p:cNvPr id="22" name="グループ化 21">
                    <a:extLst>
                      <a:ext uri="{FF2B5EF4-FFF2-40B4-BE49-F238E27FC236}">
                        <a16:creationId xmlns:a16="http://schemas.microsoft.com/office/drawing/2014/main" id="{FEC79CF0-FB06-4F75-914E-E1425E24404C}"/>
                      </a:ext>
                    </a:extLst>
                  </p:cNvPr>
                  <p:cNvGrpSpPr/>
                  <p:nvPr/>
                </p:nvGrpSpPr>
                <p:grpSpPr>
                  <a:xfrm>
                    <a:off x="152636" y="7796343"/>
                    <a:ext cx="606538" cy="513335"/>
                    <a:chOff x="152636" y="7796343"/>
                    <a:chExt cx="606538" cy="513335"/>
                  </a:xfrm>
                </p:grpSpPr>
                <p:sp>
                  <p:nvSpPr>
                    <p:cNvPr id="97" name="フリーフォーム: 図形 96">
                      <a:extLst>
                        <a:ext uri="{FF2B5EF4-FFF2-40B4-BE49-F238E27FC236}">
                          <a16:creationId xmlns:a16="http://schemas.microsoft.com/office/drawing/2014/main" id="{88EC8755-DFF9-4854-B452-9C06EAFFA6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1756" y="7826620"/>
                      <a:ext cx="358208" cy="483058"/>
                    </a:xfrm>
                    <a:custGeom>
                      <a:avLst/>
                      <a:gdLst>
                        <a:gd name="connsiteX0" fmla="*/ 171450 w 1428750"/>
                        <a:gd name="connsiteY0" fmla="*/ 0 h 1900237"/>
                        <a:gd name="connsiteX1" fmla="*/ 1181100 w 1428750"/>
                        <a:gd name="connsiteY1" fmla="*/ 500062 h 1900237"/>
                        <a:gd name="connsiteX2" fmla="*/ 1033463 w 1428750"/>
                        <a:gd name="connsiteY2" fmla="*/ 600075 h 1900237"/>
                        <a:gd name="connsiteX3" fmla="*/ 995363 w 1428750"/>
                        <a:gd name="connsiteY3" fmla="*/ 742950 h 1900237"/>
                        <a:gd name="connsiteX4" fmla="*/ 1066800 w 1428750"/>
                        <a:gd name="connsiteY4" fmla="*/ 914400 h 1900237"/>
                        <a:gd name="connsiteX5" fmla="*/ 1276350 w 1428750"/>
                        <a:gd name="connsiteY5" fmla="*/ 881062 h 1900237"/>
                        <a:gd name="connsiteX6" fmla="*/ 1428750 w 1428750"/>
                        <a:gd name="connsiteY6" fmla="*/ 1019175 h 1900237"/>
                        <a:gd name="connsiteX7" fmla="*/ 1190625 w 1428750"/>
                        <a:gd name="connsiteY7" fmla="*/ 1390650 h 1900237"/>
                        <a:gd name="connsiteX8" fmla="*/ 1281113 w 1428750"/>
                        <a:gd name="connsiteY8" fmla="*/ 1590675 h 1900237"/>
                        <a:gd name="connsiteX9" fmla="*/ 1004888 w 1428750"/>
                        <a:gd name="connsiteY9" fmla="*/ 1590675 h 1900237"/>
                        <a:gd name="connsiteX10" fmla="*/ 904875 w 1428750"/>
                        <a:gd name="connsiteY10" fmla="*/ 1385887 h 1900237"/>
                        <a:gd name="connsiteX11" fmla="*/ 1023938 w 1428750"/>
                        <a:gd name="connsiteY11" fmla="*/ 1309687 h 1900237"/>
                        <a:gd name="connsiteX12" fmla="*/ 1062038 w 1428750"/>
                        <a:gd name="connsiteY12" fmla="*/ 1143000 h 1900237"/>
                        <a:gd name="connsiteX13" fmla="*/ 723900 w 1428750"/>
                        <a:gd name="connsiteY13" fmla="*/ 1281112 h 1900237"/>
                        <a:gd name="connsiteX14" fmla="*/ 428625 w 1428750"/>
                        <a:gd name="connsiteY14" fmla="*/ 1300162 h 1900237"/>
                        <a:gd name="connsiteX15" fmla="*/ 423863 w 1428750"/>
                        <a:gd name="connsiteY15" fmla="*/ 1485900 h 1900237"/>
                        <a:gd name="connsiteX16" fmla="*/ 490538 w 1428750"/>
                        <a:gd name="connsiteY16" fmla="*/ 1695450 h 1900237"/>
                        <a:gd name="connsiteX17" fmla="*/ 233363 w 1428750"/>
                        <a:gd name="connsiteY17" fmla="*/ 1900237 h 1900237"/>
                        <a:gd name="connsiteX18" fmla="*/ 176213 w 1428750"/>
                        <a:gd name="connsiteY18" fmla="*/ 1700212 h 1900237"/>
                        <a:gd name="connsiteX19" fmla="*/ 247650 w 1428750"/>
                        <a:gd name="connsiteY19" fmla="*/ 1590675 h 1900237"/>
                        <a:gd name="connsiteX20" fmla="*/ 9525 w 1428750"/>
                        <a:gd name="connsiteY20" fmla="*/ 928687 h 1900237"/>
                        <a:gd name="connsiteX21" fmla="*/ 0 w 1428750"/>
                        <a:gd name="connsiteY21" fmla="*/ 433387 h 1900237"/>
                        <a:gd name="connsiteX22" fmla="*/ 171450 w 1428750"/>
                        <a:gd name="connsiteY22" fmla="*/ 0 h 1900237"/>
                        <a:gd name="connsiteX0" fmla="*/ 204788 w 1428750"/>
                        <a:gd name="connsiteY0" fmla="*/ 0 h 1931193"/>
                        <a:gd name="connsiteX1" fmla="*/ 1181100 w 1428750"/>
                        <a:gd name="connsiteY1" fmla="*/ 531018 h 1931193"/>
                        <a:gd name="connsiteX2" fmla="*/ 1033463 w 1428750"/>
                        <a:gd name="connsiteY2" fmla="*/ 631031 h 1931193"/>
                        <a:gd name="connsiteX3" fmla="*/ 995363 w 1428750"/>
                        <a:gd name="connsiteY3" fmla="*/ 773906 h 1931193"/>
                        <a:gd name="connsiteX4" fmla="*/ 1066800 w 1428750"/>
                        <a:gd name="connsiteY4" fmla="*/ 945356 h 1931193"/>
                        <a:gd name="connsiteX5" fmla="*/ 1276350 w 1428750"/>
                        <a:gd name="connsiteY5" fmla="*/ 912018 h 1931193"/>
                        <a:gd name="connsiteX6" fmla="*/ 1428750 w 1428750"/>
                        <a:gd name="connsiteY6" fmla="*/ 1050131 h 1931193"/>
                        <a:gd name="connsiteX7" fmla="*/ 1190625 w 1428750"/>
                        <a:gd name="connsiteY7" fmla="*/ 1421606 h 1931193"/>
                        <a:gd name="connsiteX8" fmla="*/ 1281113 w 1428750"/>
                        <a:gd name="connsiteY8" fmla="*/ 1621631 h 1931193"/>
                        <a:gd name="connsiteX9" fmla="*/ 1004888 w 1428750"/>
                        <a:gd name="connsiteY9" fmla="*/ 1621631 h 1931193"/>
                        <a:gd name="connsiteX10" fmla="*/ 904875 w 1428750"/>
                        <a:gd name="connsiteY10" fmla="*/ 1416843 h 1931193"/>
                        <a:gd name="connsiteX11" fmla="*/ 1023938 w 1428750"/>
                        <a:gd name="connsiteY11" fmla="*/ 1340643 h 1931193"/>
                        <a:gd name="connsiteX12" fmla="*/ 1062038 w 1428750"/>
                        <a:gd name="connsiteY12" fmla="*/ 1173956 h 1931193"/>
                        <a:gd name="connsiteX13" fmla="*/ 723900 w 1428750"/>
                        <a:gd name="connsiteY13" fmla="*/ 1312068 h 1931193"/>
                        <a:gd name="connsiteX14" fmla="*/ 428625 w 1428750"/>
                        <a:gd name="connsiteY14" fmla="*/ 1331118 h 1931193"/>
                        <a:gd name="connsiteX15" fmla="*/ 423863 w 1428750"/>
                        <a:gd name="connsiteY15" fmla="*/ 1516856 h 1931193"/>
                        <a:gd name="connsiteX16" fmla="*/ 490538 w 1428750"/>
                        <a:gd name="connsiteY16" fmla="*/ 1726406 h 1931193"/>
                        <a:gd name="connsiteX17" fmla="*/ 233363 w 1428750"/>
                        <a:gd name="connsiteY17" fmla="*/ 1931193 h 1931193"/>
                        <a:gd name="connsiteX18" fmla="*/ 176213 w 1428750"/>
                        <a:gd name="connsiteY18" fmla="*/ 1731168 h 1931193"/>
                        <a:gd name="connsiteX19" fmla="*/ 247650 w 1428750"/>
                        <a:gd name="connsiteY19" fmla="*/ 1621631 h 1931193"/>
                        <a:gd name="connsiteX20" fmla="*/ 9525 w 1428750"/>
                        <a:gd name="connsiteY20" fmla="*/ 959643 h 1931193"/>
                        <a:gd name="connsiteX21" fmla="*/ 0 w 1428750"/>
                        <a:gd name="connsiteY21" fmla="*/ 464343 h 1931193"/>
                        <a:gd name="connsiteX22" fmla="*/ 204788 w 1428750"/>
                        <a:gd name="connsiteY22" fmla="*/ 0 h 1931193"/>
                        <a:gd name="connsiteX0" fmla="*/ 211468 w 1435430"/>
                        <a:gd name="connsiteY0" fmla="*/ 0 h 1931193"/>
                        <a:gd name="connsiteX1" fmla="*/ 1187780 w 1435430"/>
                        <a:gd name="connsiteY1" fmla="*/ 531018 h 1931193"/>
                        <a:gd name="connsiteX2" fmla="*/ 1040143 w 1435430"/>
                        <a:gd name="connsiteY2" fmla="*/ 631031 h 1931193"/>
                        <a:gd name="connsiteX3" fmla="*/ 1002043 w 1435430"/>
                        <a:gd name="connsiteY3" fmla="*/ 773906 h 1931193"/>
                        <a:gd name="connsiteX4" fmla="*/ 1073480 w 1435430"/>
                        <a:gd name="connsiteY4" fmla="*/ 945356 h 1931193"/>
                        <a:gd name="connsiteX5" fmla="*/ 1283030 w 1435430"/>
                        <a:gd name="connsiteY5" fmla="*/ 912018 h 1931193"/>
                        <a:gd name="connsiteX6" fmla="*/ 1435430 w 1435430"/>
                        <a:gd name="connsiteY6" fmla="*/ 1050131 h 1931193"/>
                        <a:gd name="connsiteX7" fmla="*/ 1197305 w 1435430"/>
                        <a:gd name="connsiteY7" fmla="*/ 1421606 h 1931193"/>
                        <a:gd name="connsiteX8" fmla="*/ 1287793 w 1435430"/>
                        <a:gd name="connsiteY8" fmla="*/ 1621631 h 1931193"/>
                        <a:gd name="connsiteX9" fmla="*/ 1011568 w 1435430"/>
                        <a:gd name="connsiteY9" fmla="*/ 1621631 h 1931193"/>
                        <a:gd name="connsiteX10" fmla="*/ 911555 w 1435430"/>
                        <a:gd name="connsiteY10" fmla="*/ 1416843 h 1931193"/>
                        <a:gd name="connsiteX11" fmla="*/ 1030618 w 1435430"/>
                        <a:gd name="connsiteY11" fmla="*/ 1340643 h 1931193"/>
                        <a:gd name="connsiteX12" fmla="*/ 1068718 w 1435430"/>
                        <a:gd name="connsiteY12" fmla="*/ 1173956 h 1931193"/>
                        <a:gd name="connsiteX13" fmla="*/ 730580 w 1435430"/>
                        <a:gd name="connsiteY13" fmla="*/ 1312068 h 1931193"/>
                        <a:gd name="connsiteX14" fmla="*/ 435305 w 1435430"/>
                        <a:gd name="connsiteY14" fmla="*/ 1331118 h 1931193"/>
                        <a:gd name="connsiteX15" fmla="*/ 430543 w 1435430"/>
                        <a:gd name="connsiteY15" fmla="*/ 1516856 h 1931193"/>
                        <a:gd name="connsiteX16" fmla="*/ 497218 w 1435430"/>
                        <a:gd name="connsiteY16" fmla="*/ 1726406 h 1931193"/>
                        <a:gd name="connsiteX17" fmla="*/ 240043 w 1435430"/>
                        <a:gd name="connsiteY17" fmla="*/ 1931193 h 1931193"/>
                        <a:gd name="connsiteX18" fmla="*/ 182893 w 1435430"/>
                        <a:gd name="connsiteY18" fmla="*/ 1731168 h 1931193"/>
                        <a:gd name="connsiteX19" fmla="*/ 254330 w 1435430"/>
                        <a:gd name="connsiteY19" fmla="*/ 1621631 h 1931193"/>
                        <a:gd name="connsiteX20" fmla="*/ 16205 w 1435430"/>
                        <a:gd name="connsiteY20" fmla="*/ 959643 h 1931193"/>
                        <a:gd name="connsiteX21" fmla="*/ 6680 w 1435430"/>
                        <a:gd name="connsiteY21" fmla="*/ 464343 h 1931193"/>
                        <a:gd name="connsiteX22" fmla="*/ 211468 w 1435430"/>
                        <a:gd name="connsiteY22" fmla="*/ 0 h 1931193"/>
                        <a:gd name="connsiteX0" fmla="*/ 209530 w 1433492"/>
                        <a:gd name="connsiteY0" fmla="*/ 0 h 1931193"/>
                        <a:gd name="connsiteX1" fmla="*/ 1185842 w 1433492"/>
                        <a:gd name="connsiteY1" fmla="*/ 531018 h 1931193"/>
                        <a:gd name="connsiteX2" fmla="*/ 1038205 w 1433492"/>
                        <a:gd name="connsiteY2" fmla="*/ 631031 h 1931193"/>
                        <a:gd name="connsiteX3" fmla="*/ 1000105 w 1433492"/>
                        <a:gd name="connsiteY3" fmla="*/ 773906 h 1931193"/>
                        <a:gd name="connsiteX4" fmla="*/ 1071542 w 1433492"/>
                        <a:gd name="connsiteY4" fmla="*/ 945356 h 1931193"/>
                        <a:gd name="connsiteX5" fmla="*/ 1281092 w 1433492"/>
                        <a:gd name="connsiteY5" fmla="*/ 912018 h 1931193"/>
                        <a:gd name="connsiteX6" fmla="*/ 1433492 w 1433492"/>
                        <a:gd name="connsiteY6" fmla="*/ 1050131 h 1931193"/>
                        <a:gd name="connsiteX7" fmla="*/ 1195367 w 1433492"/>
                        <a:gd name="connsiteY7" fmla="*/ 1421606 h 1931193"/>
                        <a:gd name="connsiteX8" fmla="*/ 1285855 w 1433492"/>
                        <a:gd name="connsiteY8" fmla="*/ 1621631 h 1931193"/>
                        <a:gd name="connsiteX9" fmla="*/ 1009630 w 1433492"/>
                        <a:gd name="connsiteY9" fmla="*/ 1621631 h 1931193"/>
                        <a:gd name="connsiteX10" fmla="*/ 909617 w 1433492"/>
                        <a:gd name="connsiteY10" fmla="*/ 1416843 h 1931193"/>
                        <a:gd name="connsiteX11" fmla="*/ 1028680 w 1433492"/>
                        <a:gd name="connsiteY11" fmla="*/ 1340643 h 1931193"/>
                        <a:gd name="connsiteX12" fmla="*/ 1066780 w 1433492"/>
                        <a:gd name="connsiteY12" fmla="*/ 1173956 h 1931193"/>
                        <a:gd name="connsiteX13" fmla="*/ 728642 w 1433492"/>
                        <a:gd name="connsiteY13" fmla="*/ 1312068 h 1931193"/>
                        <a:gd name="connsiteX14" fmla="*/ 433367 w 1433492"/>
                        <a:gd name="connsiteY14" fmla="*/ 1331118 h 1931193"/>
                        <a:gd name="connsiteX15" fmla="*/ 428605 w 1433492"/>
                        <a:gd name="connsiteY15" fmla="*/ 1516856 h 1931193"/>
                        <a:gd name="connsiteX16" fmla="*/ 495280 w 1433492"/>
                        <a:gd name="connsiteY16" fmla="*/ 1726406 h 1931193"/>
                        <a:gd name="connsiteX17" fmla="*/ 238105 w 1433492"/>
                        <a:gd name="connsiteY17" fmla="*/ 1931193 h 1931193"/>
                        <a:gd name="connsiteX18" fmla="*/ 180955 w 1433492"/>
                        <a:gd name="connsiteY18" fmla="*/ 1731168 h 1931193"/>
                        <a:gd name="connsiteX19" fmla="*/ 252392 w 1433492"/>
                        <a:gd name="connsiteY19" fmla="*/ 1621631 h 1931193"/>
                        <a:gd name="connsiteX20" fmla="*/ 14267 w 1433492"/>
                        <a:gd name="connsiteY20" fmla="*/ 959643 h 1931193"/>
                        <a:gd name="connsiteX21" fmla="*/ 7124 w 1433492"/>
                        <a:gd name="connsiteY21" fmla="*/ 538162 h 1931193"/>
                        <a:gd name="connsiteX22" fmla="*/ 209530 w 1433492"/>
                        <a:gd name="connsiteY22" fmla="*/ 0 h 1931193"/>
                        <a:gd name="connsiteX0" fmla="*/ 212808 w 1436770"/>
                        <a:gd name="connsiteY0" fmla="*/ 0 h 1931193"/>
                        <a:gd name="connsiteX1" fmla="*/ 1189120 w 1436770"/>
                        <a:gd name="connsiteY1" fmla="*/ 531018 h 1931193"/>
                        <a:gd name="connsiteX2" fmla="*/ 1041483 w 1436770"/>
                        <a:gd name="connsiteY2" fmla="*/ 631031 h 1931193"/>
                        <a:gd name="connsiteX3" fmla="*/ 1003383 w 1436770"/>
                        <a:gd name="connsiteY3" fmla="*/ 773906 h 1931193"/>
                        <a:gd name="connsiteX4" fmla="*/ 1074820 w 1436770"/>
                        <a:gd name="connsiteY4" fmla="*/ 945356 h 1931193"/>
                        <a:gd name="connsiteX5" fmla="*/ 1284370 w 1436770"/>
                        <a:gd name="connsiteY5" fmla="*/ 912018 h 1931193"/>
                        <a:gd name="connsiteX6" fmla="*/ 1436770 w 1436770"/>
                        <a:gd name="connsiteY6" fmla="*/ 1050131 h 1931193"/>
                        <a:gd name="connsiteX7" fmla="*/ 1198645 w 1436770"/>
                        <a:gd name="connsiteY7" fmla="*/ 1421606 h 1931193"/>
                        <a:gd name="connsiteX8" fmla="*/ 1289133 w 1436770"/>
                        <a:gd name="connsiteY8" fmla="*/ 1621631 h 1931193"/>
                        <a:gd name="connsiteX9" fmla="*/ 1012908 w 1436770"/>
                        <a:gd name="connsiteY9" fmla="*/ 1621631 h 1931193"/>
                        <a:gd name="connsiteX10" fmla="*/ 912895 w 1436770"/>
                        <a:gd name="connsiteY10" fmla="*/ 1416843 h 1931193"/>
                        <a:gd name="connsiteX11" fmla="*/ 1031958 w 1436770"/>
                        <a:gd name="connsiteY11" fmla="*/ 1340643 h 1931193"/>
                        <a:gd name="connsiteX12" fmla="*/ 1070058 w 1436770"/>
                        <a:gd name="connsiteY12" fmla="*/ 1173956 h 1931193"/>
                        <a:gd name="connsiteX13" fmla="*/ 731920 w 1436770"/>
                        <a:gd name="connsiteY13" fmla="*/ 1312068 h 1931193"/>
                        <a:gd name="connsiteX14" fmla="*/ 436645 w 1436770"/>
                        <a:gd name="connsiteY14" fmla="*/ 1331118 h 1931193"/>
                        <a:gd name="connsiteX15" fmla="*/ 431883 w 1436770"/>
                        <a:gd name="connsiteY15" fmla="*/ 1516856 h 1931193"/>
                        <a:gd name="connsiteX16" fmla="*/ 498558 w 1436770"/>
                        <a:gd name="connsiteY16" fmla="*/ 1726406 h 1931193"/>
                        <a:gd name="connsiteX17" fmla="*/ 241383 w 1436770"/>
                        <a:gd name="connsiteY17" fmla="*/ 1931193 h 1931193"/>
                        <a:gd name="connsiteX18" fmla="*/ 184233 w 1436770"/>
                        <a:gd name="connsiteY18" fmla="*/ 1731168 h 1931193"/>
                        <a:gd name="connsiteX19" fmla="*/ 255670 w 1436770"/>
                        <a:gd name="connsiteY19" fmla="*/ 1621631 h 1931193"/>
                        <a:gd name="connsiteX20" fmla="*/ 17545 w 1436770"/>
                        <a:gd name="connsiteY20" fmla="*/ 959643 h 1931193"/>
                        <a:gd name="connsiteX21" fmla="*/ 10402 w 1436770"/>
                        <a:gd name="connsiteY21" fmla="*/ 538162 h 1931193"/>
                        <a:gd name="connsiteX22" fmla="*/ 212808 w 1436770"/>
                        <a:gd name="connsiteY22" fmla="*/ 0 h 1931193"/>
                        <a:gd name="connsiteX0" fmla="*/ 212808 w 1436770"/>
                        <a:gd name="connsiteY0" fmla="*/ 0 h 1931193"/>
                        <a:gd name="connsiteX1" fmla="*/ 1189120 w 1436770"/>
                        <a:gd name="connsiteY1" fmla="*/ 531018 h 1931193"/>
                        <a:gd name="connsiteX2" fmla="*/ 1041483 w 1436770"/>
                        <a:gd name="connsiteY2" fmla="*/ 631031 h 1931193"/>
                        <a:gd name="connsiteX3" fmla="*/ 1003383 w 1436770"/>
                        <a:gd name="connsiteY3" fmla="*/ 773906 h 1931193"/>
                        <a:gd name="connsiteX4" fmla="*/ 1074820 w 1436770"/>
                        <a:gd name="connsiteY4" fmla="*/ 945356 h 1931193"/>
                        <a:gd name="connsiteX5" fmla="*/ 1284370 w 1436770"/>
                        <a:gd name="connsiteY5" fmla="*/ 912018 h 1931193"/>
                        <a:gd name="connsiteX6" fmla="*/ 1436770 w 1436770"/>
                        <a:gd name="connsiteY6" fmla="*/ 1050131 h 1931193"/>
                        <a:gd name="connsiteX7" fmla="*/ 1198645 w 1436770"/>
                        <a:gd name="connsiteY7" fmla="*/ 1421606 h 1931193"/>
                        <a:gd name="connsiteX8" fmla="*/ 1289133 w 1436770"/>
                        <a:gd name="connsiteY8" fmla="*/ 1621631 h 1931193"/>
                        <a:gd name="connsiteX9" fmla="*/ 1012908 w 1436770"/>
                        <a:gd name="connsiteY9" fmla="*/ 1621631 h 1931193"/>
                        <a:gd name="connsiteX10" fmla="*/ 912895 w 1436770"/>
                        <a:gd name="connsiteY10" fmla="*/ 1416843 h 1931193"/>
                        <a:gd name="connsiteX11" fmla="*/ 1031958 w 1436770"/>
                        <a:gd name="connsiteY11" fmla="*/ 1340643 h 1931193"/>
                        <a:gd name="connsiteX12" fmla="*/ 1070058 w 1436770"/>
                        <a:gd name="connsiteY12" fmla="*/ 1173956 h 1931193"/>
                        <a:gd name="connsiteX13" fmla="*/ 731920 w 1436770"/>
                        <a:gd name="connsiteY13" fmla="*/ 1312068 h 1931193"/>
                        <a:gd name="connsiteX14" fmla="*/ 436645 w 1436770"/>
                        <a:gd name="connsiteY14" fmla="*/ 1331118 h 1931193"/>
                        <a:gd name="connsiteX15" fmla="*/ 431883 w 1436770"/>
                        <a:gd name="connsiteY15" fmla="*/ 1516856 h 1931193"/>
                        <a:gd name="connsiteX16" fmla="*/ 498558 w 1436770"/>
                        <a:gd name="connsiteY16" fmla="*/ 1726406 h 1931193"/>
                        <a:gd name="connsiteX17" fmla="*/ 241383 w 1436770"/>
                        <a:gd name="connsiteY17" fmla="*/ 1931193 h 1931193"/>
                        <a:gd name="connsiteX18" fmla="*/ 184233 w 1436770"/>
                        <a:gd name="connsiteY18" fmla="*/ 1731168 h 1931193"/>
                        <a:gd name="connsiteX19" fmla="*/ 255670 w 1436770"/>
                        <a:gd name="connsiteY19" fmla="*/ 1621631 h 1931193"/>
                        <a:gd name="connsiteX20" fmla="*/ 17545 w 1436770"/>
                        <a:gd name="connsiteY20" fmla="*/ 959643 h 1931193"/>
                        <a:gd name="connsiteX21" fmla="*/ 10402 w 1436770"/>
                        <a:gd name="connsiteY21" fmla="*/ 538162 h 1931193"/>
                        <a:gd name="connsiteX22" fmla="*/ 212808 w 1436770"/>
                        <a:gd name="connsiteY22" fmla="*/ 0 h 1931193"/>
                        <a:gd name="connsiteX0" fmla="*/ 212808 w 1436770"/>
                        <a:gd name="connsiteY0" fmla="*/ 0 h 1931193"/>
                        <a:gd name="connsiteX1" fmla="*/ 1189120 w 1436770"/>
                        <a:gd name="connsiteY1" fmla="*/ 531018 h 1931193"/>
                        <a:gd name="connsiteX2" fmla="*/ 1041483 w 1436770"/>
                        <a:gd name="connsiteY2" fmla="*/ 631031 h 1931193"/>
                        <a:gd name="connsiteX3" fmla="*/ 1003383 w 1436770"/>
                        <a:gd name="connsiteY3" fmla="*/ 773906 h 1931193"/>
                        <a:gd name="connsiteX4" fmla="*/ 1074820 w 1436770"/>
                        <a:gd name="connsiteY4" fmla="*/ 945356 h 1931193"/>
                        <a:gd name="connsiteX5" fmla="*/ 1284370 w 1436770"/>
                        <a:gd name="connsiteY5" fmla="*/ 912018 h 1931193"/>
                        <a:gd name="connsiteX6" fmla="*/ 1436770 w 1436770"/>
                        <a:gd name="connsiteY6" fmla="*/ 1050131 h 1931193"/>
                        <a:gd name="connsiteX7" fmla="*/ 1198645 w 1436770"/>
                        <a:gd name="connsiteY7" fmla="*/ 1421606 h 1931193"/>
                        <a:gd name="connsiteX8" fmla="*/ 1289133 w 1436770"/>
                        <a:gd name="connsiteY8" fmla="*/ 1621631 h 1931193"/>
                        <a:gd name="connsiteX9" fmla="*/ 1012908 w 1436770"/>
                        <a:gd name="connsiteY9" fmla="*/ 1621631 h 1931193"/>
                        <a:gd name="connsiteX10" fmla="*/ 912895 w 1436770"/>
                        <a:gd name="connsiteY10" fmla="*/ 1416843 h 1931193"/>
                        <a:gd name="connsiteX11" fmla="*/ 1031958 w 1436770"/>
                        <a:gd name="connsiteY11" fmla="*/ 1340643 h 1931193"/>
                        <a:gd name="connsiteX12" fmla="*/ 1070058 w 1436770"/>
                        <a:gd name="connsiteY12" fmla="*/ 1173956 h 1931193"/>
                        <a:gd name="connsiteX13" fmla="*/ 731920 w 1436770"/>
                        <a:gd name="connsiteY13" fmla="*/ 1312068 h 1931193"/>
                        <a:gd name="connsiteX14" fmla="*/ 436645 w 1436770"/>
                        <a:gd name="connsiteY14" fmla="*/ 1331118 h 1931193"/>
                        <a:gd name="connsiteX15" fmla="*/ 431883 w 1436770"/>
                        <a:gd name="connsiteY15" fmla="*/ 1516856 h 1931193"/>
                        <a:gd name="connsiteX16" fmla="*/ 498558 w 1436770"/>
                        <a:gd name="connsiteY16" fmla="*/ 1726406 h 1931193"/>
                        <a:gd name="connsiteX17" fmla="*/ 241383 w 1436770"/>
                        <a:gd name="connsiteY17" fmla="*/ 1931193 h 1931193"/>
                        <a:gd name="connsiteX18" fmla="*/ 177089 w 1436770"/>
                        <a:gd name="connsiteY18" fmla="*/ 1764506 h 1931193"/>
                        <a:gd name="connsiteX19" fmla="*/ 255670 w 1436770"/>
                        <a:gd name="connsiteY19" fmla="*/ 1621631 h 1931193"/>
                        <a:gd name="connsiteX20" fmla="*/ 17545 w 1436770"/>
                        <a:gd name="connsiteY20" fmla="*/ 959643 h 1931193"/>
                        <a:gd name="connsiteX21" fmla="*/ 10402 w 1436770"/>
                        <a:gd name="connsiteY21" fmla="*/ 538162 h 1931193"/>
                        <a:gd name="connsiteX22" fmla="*/ 212808 w 1436770"/>
                        <a:gd name="connsiteY22" fmla="*/ 0 h 1931193"/>
                        <a:gd name="connsiteX0" fmla="*/ 212808 w 1436770"/>
                        <a:gd name="connsiteY0" fmla="*/ 0 h 1931193"/>
                        <a:gd name="connsiteX1" fmla="*/ 1189120 w 1436770"/>
                        <a:gd name="connsiteY1" fmla="*/ 531018 h 1931193"/>
                        <a:gd name="connsiteX2" fmla="*/ 1041483 w 1436770"/>
                        <a:gd name="connsiteY2" fmla="*/ 631031 h 1931193"/>
                        <a:gd name="connsiteX3" fmla="*/ 1003383 w 1436770"/>
                        <a:gd name="connsiteY3" fmla="*/ 773906 h 1931193"/>
                        <a:gd name="connsiteX4" fmla="*/ 1074820 w 1436770"/>
                        <a:gd name="connsiteY4" fmla="*/ 945356 h 1931193"/>
                        <a:gd name="connsiteX5" fmla="*/ 1284370 w 1436770"/>
                        <a:gd name="connsiteY5" fmla="*/ 912018 h 1931193"/>
                        <a:gd name="connsiteX6" fmla="*/ 1436770 w 1436770"/>
                        <a:gd name="connsiteY6" fmla="*/ 1050131 h 1931193"/>
                        <a:gd name="connsiteX7" fmla="*/ 1198645 w 1436770"/>
                        <a:gd name="connsiteY7" fmla="*/ 1421606 h 1931193"/>
                        <a:gd name="connsiteX8" fmla="*/ 1289133 w 1436770"/>
                        <a:gd name="connsiteY8" fmla="*/ 1621631 h 1931193"/>
                        <a:gd name="connsiteX9" fmla="*/ 1012908 w 1436770"/>
                        <a:gd name="connsiteY9" fmla="*/ 1621631 h 1931193"/>
                        <a:gd name="connsiteX10" fmla="*/ 912895 w 1436770"/>
                        <a:gd name="connsiteY10" fmla="*/ 1416843 h 1931193"/>
                        <a:gd name="connsiteX11" fmla="*/ 1031958 w 1436770"/>
                        <a:gd name="connsiteY11" fmla="*/ 1340643 h 1931193"/>
                        <a:gd name="connsiteX12" fmla="*/ 1070058 w 1436770"/>
                        <a:gd name="connsiteY12" fmla="*/ 1173956 h 1931193"/>
                        <a:gd name="connsiteX13" fmla="*/ 731920 w 1436770"/>
                        <a:gd name="connsiteY13" fmla="*/ 1312068 h 1931193"/>
                        <a:gd name="connsiteX14" fmla="*/ 436645 w 1436770"/>
                        <a:gd name="connsiteY14" fmla="*/ 1331118 h 1931193"/>
                        <a:gd name="connsiteX15" fmla="*/ 431883 w 1436770"/>
                        <a:gd name="connsiteY15" fmla="*/ 1516856 h 1931193"/>
                        <a:gd name="connsiteX16" fmla="*/ 498558 w 1436770"/>
                        <a:gd name="connsiteY16" fmla="*/ 1726406 h 1931193"/>
                        <a:gd name="connsiteX17" fmla="*/ 241383 w 1436770"/>
                        <a:gd name="connsiteY17" fmla="*/ 1931193 h 1931193"/>
                        <a:gd name="connsiteX18" fmla="*/ 177089 w 1436770"/>
                        <a:gd name="connsiteY18" fmla="*/ 1764506 h 1931193"/>
                        <a:gd name="connsiteX19" fmla="*/ 255670 w 1436770"/>
                        <a:gd name="connsiteY19" fmla="*/ 1621631 h 1931193"/>
                        <a:gd name="connsiteX20" fmla="*/ 17545 w 1436770"/>
                        <a:gd name="connsiteY20" fmla="*/ 959643 h 1931193"/>
                        <a:gd name="connsiteX21" fmla="*/ 10402 w 1436770"/>
                        <a:gd name="connsiteY21" fmla="*/ 538162 h 1931193"/>
                        <a:gd name="connsiteX22" fmla="*/ 212808 w 1436770"/>
                        <a:gd name="connsiteY22" fmla="*/ 0 h 1931193"/>
                        <a:gd name="connsiteX0" fmla="*/ 212808 w 1436770"/>
                        <a:gd name="connsiteY0" fmla="*/ 0 h 1936195"/>
                        <a:gd name="connsiteX1" fmla="*/ 1189120 w 1436770"/>
                        <a:gd name="connsiteY1" fmla="*/ 531018 h 1936195"/>
                        <a:gd name="connsiteX2" fmla="*/ 1041483 w 1436770"/>
                        <a:gd name="connsiteY2" fmla="*/ 631031 h 1936195"/>
                        <a:gd name="connsiteX3" fmla="*/ 1003383 w 1436770"/>
                        <a:gd name="connsiteY3" fmla="*/ 773906 h 1936195"/>
                        <a:gd name="connsiteX4" fmla="*/ 1074820 w 1436770"/>
                        <a:gd name="connsiteY4" fmla="*/ 945356 h 1936195"/>
                        <a:gd name="connsiteX5" fmla="*/ 1284370 w 1436770"/>
                        <a:gd name="connsiteY5" fmla="*/ 912018 h 1936195"/>
                        <a:gd name="connsiteX6" fmla="*/ 1436770 w 1436770"/>
                        <a:gd name="connsiteY6" fmla="*/ 1050131 h 1936195"/>
                        <a:gd name="connsiteX7" fmla="*/ 1198645 w 1436770"/>
                        <a:gd name="connsiteY7" fmla="*/ 1421606 h 1936195"/>
                        <a:gd name="connsiteX8" fmla="*/ 1289133 w 1436770"/>
                        <a:gd name="connsiteY8" fmla="*/ 1621631 h 1936195"/>
                        <a:gd name="connsiteX9" fmla="*/ 1012908 w 1436770"/>
                        <a:gd name="connsiteY9" fmla="*/ 1621631 h 1936195"/>
                        <a:gd name="connsiteX10" fmla="*/ 912895 w 1436770"/>
                        <a:gd name="connsiteY10" fmla="*/ 1416843 h 1936195"/>
                        <a:gd name="connsiteX11" fmla="*/ 1031958 w 1436770"/>
                        <a:gd name="connsiteY11" fmla="*/ 1340643 h 1936195"/>
                        <a:gd name="connsiteX12" fmla="*/ 1070058 w 1436770"/>
                        <a:gd name="connsiteY12" fmla="*/ 1173956 h 1936195"/>
                        <a:gd name="connsiteX13" fmla="*/ 731920 w 1436770"/>
                        <a:gd name="connsiteY13" fmla="*/ 1312068 h 1936195"/>
                        <a:gd name="connsiteX14" fmla="*/ 436645 w 1436770"/>
                        <a:gd name="connsiteY14" fmla="*/ 1331118 h 1936195"/>
                        <a:gd name="connsiteX15" fmla="*/ 431883 w 1436770"/>
                        <a:gd name="connsiteY15" fmla="*/ 1516856 h 1936195"/>
                        <a:gd name="connsiteX16" fmla="*/ 498558 w 1436770"/>
                        <a:gd name="connsiteY16" fmla="*/ 1726406 h 1936195"/>
                        <a:gd name="connsiteX17" fmla="*/ 241383 w 1436770"/>
                        <a:gd name="connsiteY17" fmla="*/ 1931193 h 1936195"/>
                        <a:gd name="connsiteX18" fmla="*/ 177089 w 1436770"/>
                        <a:gd name="connsiteY18" fmla="*/ 1764506 h 1936195"/>
                        <a:gd name="connsiteX19" fmla="*/ 255670 w 1436770"/>
                        <a:gd name="connsiteY19" fmla="*/ 1621631 h 1936195"/>
                        <a:gd name="connsiteX20" fmla="*/ 17545 w 1436770"/>
                        <a:gd name="connsiteY20" fmla="*/ 959643 h 1936195"/>
                        <a:gd name="connsiteX21" fmla="*/ 10402 w 1436770"/>
                        <a:gd name="connsiteY21" fmla="*/ 538162 h 1936195"/>
                        <a:gd name="connsiteX22" fmla="*/ 212808 w 1436770"/>
                        <a:gd name="connsiteY22" fmla="*/ 0 h 1936195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0058 w 1436770"/>
                        <a:gd name="connsiteY12" fmla="*/ 1173956 h 1937548"/>
                        <a:gd name="connsiteX13" fmla="*/ 731920 w 1436770"/>
                        <a:gd name="connsiteY13" fmla="*/ 1312068 h 1937548"/>
                        <a:gd name="connsiteX14" fmla="*/ 436645 w 1436770"/>
                        <a:gd name="connsiteY14" fmla="*/ 1331118 h 1937548"/>
                        <a:gd name="connsiteX15" fmla="*/ 431883 w 1436770"/>
                        <a:gd name="connsiteY15" fmla="*/ 1516856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0058 w 1436770"/>
                        <a:gd name="connsiteY12" fmla="*/ 1173956 h 1937548"/>
                        <a:gd name="connsiteX13" fmla="*/ 731920 w 1436770"/>
                        <a:gd name="connsiteY13" fmla="*/ 1312068 h 1937548"/>
                        <a:gd name="connsiteX14" fmla="*/ 436645 w 1436770"/>
                        <a:gd name="connsiteY14" fmla="*/ 1331118 h 1937548"/>
                        <a:gd name="connsiteX15" fmla="*/ 431883 w 1436770"/>
                        <a:gd name="connsiteY15" fmla="*/ 1516856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0058 w 1436770"/>
                        <a:gd name="connsiteY12" fmla="*/ 1173956 h 1937548"/>
                        <a:gd name="connsiteX13" fmla="*/ 731920 w 1436770"/>
                        <a:gd name="connsiteY13" fmla="*/ 1312068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0058 w 1436770"/>
                        <a:gd name="connsiteY12" fmla="*/ 1173956 h 1937548"/>
                        <a:gd name="connsiteX13" fmla="*/ 731920 w 1436770"/>
                        <a:gd name="connsiteY13" fmla="*/ 1312068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0058 w 1436770"/>
                        <a:gd name="connsiteY12" fmla="*/ 1173956 h 1937548"/>
                        <a:gd name="connsiteX13" fmla="*/ 731920 w 1436770"/>
                        <a:gd name="connsiteY13" fmla="*/ 1312068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0058 w 1436770"/>
                        <a:gd name="connsiteY12" fmla="*/ 1173956 h 1937548"/>
                        <a:gd name="connsiteX13" fmla="*/ 731920 w 1436770"/>
                        <a:gd name="connsiteY13" fmla="*/ 1312068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0058 w 1436770"/>
                        <a:gd name="connsiteY12" fmla="*/ 1173956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0058 w 1436770"/>
                        <a:gd name="connsiteY12" fmla="*/ 1173956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0058 w 1436770"/>
                        <a:gd name="connsiteY12" fmla="*/ 1173956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0058 w 1436770"/>
                        <a:gd name="connsiteY12" fmla="*/ 1173956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0058 w 1436770"/>
                        <a:gd name="connsiteY12" fmla="*/ 1173956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9583 w 1436770"/>
                        <a:gd name="connsiteY12" fmla="*/ 1200150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9583 w 1436770"/>
                        <a:gd name="connsiteY12" fmla="*/ 1200150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08133 w 1436770"/>
                        <a:gd name="connsiteY10" fmla="*/ 1423987 h 1937548"/>
                        <a:gd name="connsiteX11" fmla="*/ 1031958 w 1436770"/>
                        <a:gd name="connsiteY11" fmla="*/ 1340643 h 1937548"/>
                        <a:gd name="connsiteX12" fmla="*/ 1079583 w 1436770"/>
                        <a:gd name="connsiteY12" fmla="*/ 1200150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08133 w 1436770"/>
                        <a:gd name="connsiteY10" fmla="*/ 1423987 h 1937548"/>
                        <a:gd name="connsiteX11" fmla="*/ 1031958 w 1436770"/>
                        <a:gd name="connsiteY11" fmla="*/ 1340643 h 1937548"/>
                        <a:gd name="connsiteX12" fmla="*/ 1079583 w 1436770"/>
                        <a:gd name="connsiteY12" fmla="*/ 1200150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08133 w 1436770"/>
                        <a:gd name="connsiteY10" fmla="*/ 1423987 h 1937548"/>
                        <a:gd name="connsiteX11" fmla="*/ 1031958 w 1436770"/>
                        <a:gd name="connsiteY11" fmla="*/ 1340643 h 1937548"/>
                        <a:gd name="connsiteX12" fmla="*/ 1079583 w 1436770"/>
                        <a:gd name="connsiteY12" fmla="*/ 1200150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08133 w 1436770"/>
                        <a:gd name="connsiteY10" fmla="*/ 1423987 h 1937548"/>
                        <a:gd name="connsiteX11" fmla="*/ 1031958 w 1436770"/>
                        <a:gd name="connsiteY11" fmla="*/ 1340643 h 1937548"/>
                        <a:gd name="connsiteX12" fmla="*/ 1079583 w 1436770"/>
                        <a:gd name="connsiteY12" fmla="*/ 1200150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08133 w 1436770"/>
                        <a:gd name="connsiteY10" fmla="*/ 1423987 h 1937548"/>
                        <a:gd name="connsiteX11" fmla="*/ 1031958 w 1436770"/>
                        <a:gd name="connsiteY11" fmla="*/ 1340643 h 1937548"/>
                        <a:gd name="connsiteX12" fmla="*/ 1079583 w 1436770"/>
                        <a:gd name="connsiteY12" fmla="*/ 1200150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08133 w 1436770"/>
                        <a:gd name="connsiteY10" fmla="*/ 1423987 h 1937548"/>
                        <a:gd name="connsiteX11" fmla="*/ 1031958 w 1436770"/>
                        <a:gd name="connsiteY11" fmla="*/ 1340643 h 1937548"/>
                        <a:gd name="connsiteX12" fmla="*/ 1079583 w 1436770"/>
                        <a:gd name="connsiteY12" fmla="*/ 1200150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08133 w 1436770"/>
                        <a:gd name="connsiteY10" fmla="*/ 1423987 h 1937548"/>
                        <a:gd name="connsiteX11" fmla="*/ 1031958 w 1436770"/>
                        <a:gd name="connsiteY11" fmla="*/ 1340643 h 1937548"/>
                        <a:gd name="connsiteX12" fmla="*/ 1079583 w 1436770"/>
                        <a:gd name="connsiteY12" fmla="*/ 1200150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1501 w 1436770"/>
                        <a:gd name="connsiteY7" fmla="*/ 1407319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08133 w 1436770"/>
                        <a:gd name="connsiteY10" fmla="*/ 1423987 h 1937548"/>
                        <a:gd name="connsiteX11" fmla="*/ 1031958 w 1436770"/>
                        <a:gd name="connsiteY11" fmla="*/ 1340643 h 1937548"/>
                        <a:gd name="connsiteX12" fmla="*/ 1079583 w 1436770"/>
                        <a:gd name="connsiteY12" fmla="*/ 1200150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1501 w 1436770"/>
                        <a:gd name="connsiteY7" fmla="*/ 1407319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08133 w 1436770"/>
                        <a:gd name="connsiteY10" fmla="*/ 1423987 h 1937548"/>
                        <a:gd name="connsiteX11" fmla="*/ 1031958 w 1436770"/>
                        <a:gd name="connsiteY11" fmla="*/ 1340643 h 1937548"/>
                        <a:gd name="connsiteX12" fmla="*/ 1079583 w 1436770"/>
                        <a:gd name="connsiteY12" fmla="*/ 1200150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4"/>
                        <a:gd name="connsiteY0" fmla="*/ 0 h 1937548"/>
                        <a:gd name="connsiteX1" fmla="*/ 1189120 w 1436774"/>
                        <a:gd name="connsiteY1" fmla="*/ 531018 h 1937548"/>
                        <a:gd name="connsiteX2" fmla="*/ 1041483 w 1436774"/>
                        <a:gd name="connsiteY2" fmla="*/ 631031 h 1937548"/>
                        <a:gd name="connsiteX3" fmla="*/ 1003383 w 1436774"/>
                        <a:gd name="connsiteY3" fmla="*/ 773906 h 1937548"/>
                        <a:gd name="connsiteX4" fmla="*/ 1074820 w 1436774"/>
                        <a:gd name="connsiteY4" fmla="*/ 945356 h 1937548"/>
                        <a:gd name="connsiteX5" fmla="*/ 1284370 w 1436774"/>
                        <a:gd name="connsiteY5" fmla="*/ 912018 h 1937548"/>
                        <a:gd name="connsiteX6" fmla="*/ 1436770 w 1436774"/>
                        <a:gd name="connsiteY6" fmla="*/ 1050131 h 1937548"/>
                        <a:gd name="connsiteX7" fmla="*/ 1191501 w 1436774"/>
                        <a:gd name="connsiteY7" fmla="*/ 1407319 h 1937548"/>
                        <a:gd name="connsiteX8" fmla="*/ 1289133 w 1436774"/>
                        <a:gd name="connsiteY8" fmla="*/ 1621631 h 1937548"/>
                        <a:gd name="connsiteX9" fmla="*/ 1012908 w 1436774"/>
                        <a:gd name="connsiteY9" fmla="*/ 1621631 h 1937548"/>
                        <a:gd name="connsiteX10" fmla="*/ 908133 w 1436774"/>
                        <a:gd name="connsiteY10" fmla="*/ 1423987 h 1937548"/>
                        <a:gd name="connsiteX11" fmla="*/ 1031958 w 1436774"/>
                        <a:gd name="connsiteY11" fmla="*/ 1340643 h 1937548"/>
                        <a:gd name="connsiteX12" fmla="*/ 1079583 w 1436774"/>
                        <a:gd name="connsiteY12" fmla="*/ 1200150 h 1937548"/>
                        <a:gd name="connsiteX13" fmla="*/ 812883 w 1436774"/>
                        <a:gd name="connsiteY13" fmla="*/ 1283493 h 1937548"/>
                        <a:gd name="connsiteX14" fmla="*/ 436645 w 1436774"/>
                        <a:gd name="connsiteY14" fmla="*/ 1331118 h 1937548"/>
                        <a:gd name="connsiteX15" fmla="*/ 419977 w 1436774"/>
                        <a:gd name="connsiteY15" fmla="*/ 1526381 h 1937548"/>
                        <a:gd name="connsiteX16" fmla="*/ 498558 w 1436774"/>
                        <a:gd name="connsiteY16" fmla="*/ 1726406 h 1937548"/>
                        <a:gd name="connsiteX17" fmla="*/ 241383 w 1436774"/>
                        <a:gd name="connsiteY17" fmla="*/ 1931193 h 1937548"/>
                        <a:gd name="connsiteX18" fmla="*/ 177089 w 1436774"/>
                        <a:gd name="connsiteY18" fmla="*/ 1764506 h 1937548"/>
                        <a:gd name="connsiteX19" fmla="*/ 255670 w 1436774"/>
                        <a:gd name="connsiteY19" fmla="*/ 1621631 h 1937548"/>
                        <a:gd name="connsiteX20" fmla="*/ 17545 w 1436774"/>
                        <a:gd name="connsiteY20" fmla="*/ 959643 h 1937548"/>
                        <a:gd name="connsiteX21" fmla="*/ 10402 w 1436774"/>
                        <a:gd name="connsiteY21" fmla="*/ 538162 h 1937548"/>
                        <a:gd name="connsiteX22" fmla="*/ 212808 w 1436774"/>
                        <a:gd name="connsiteY22" fmla="*/ 0 h 1937548"/>
                        <a:gd name="connsiteX0" fmla="*/ 212808 w 1436774"/>
                        <a:gd name="connsiteY0" fmla="*/ 0 h 1937548"/>
                        <a:gd name="connsiteX1" fmla="*/ 1189120 w 1436774"/>
                        <a:gd name="connsiteY1" fmla="*/ 531018 h 1937548"/>
                        <a:gd name="connsiteX2" fmla="*/ 1041483 w 1436774"/>
                        <a:gd name="connsiteY2" fmla="*/ 631031 h 1937548"/>
                        <a:gd name="connsiteX3" fmla="*/ 1003383 w 1436774"/>
                        <a:gd name="connsiteY3" fmla="*/ 773906 h 1937548"/>
                        <a:gd name="connsiteX4" fmla="*/ 1074820 w 1436774"/>
                        <a:gd name="connsiteY4" fmla="*/ 945356 h 1937548"/>
                        <a:gd name="connsiteX5" fmla="*/ 1284370 w 1436774"/>
                        <a:gd name="connsiteY5" fmla="*/ 912018 h 1937548"/>
                        <a:gd name="connsiteX6" fmla="*/ 1436770 w 1436774"/>
                        <a:gd name="connsiteY6" fmla="*/ 1050131 h 1937548"/>
                        <a:gd name="connsiteX7" fmla="*/ 1191501 w 1436774"/>
                        <a:gd name="connsiteY7" fmla="*/ 1407319 h 1937548"/>
                        <a:gd name="connsiteX8" fmla="*/ 1289133 w 1436774"/>
                        <a:gd name="connsiteY8" fmla="*/ 1621631 h 1937548"/>
                        <a:gd name="connsiteX9" fmla="*/ 1012908 w 1436774"/>
                        <a:gd name="connsiteY9" fmla="*/ 1621631 h 1937548"/>
                        <a:gd name="connsiteX10" fmla="*/ 908133 w 1436774"/>
                        <a:gd name="connsiteY10" fmla="*/ 1423987 h 1937548"/>
                        <a:gd name="connsiteX11" fmla="*/ 1031958 w 1436774"/>
                        <a:gd name="connsiteY11" fmla="*/ 1340643 h 1937548"/>
                        <a:gd name="connsiteX12" fmla="*/ 1079583 w 1436774"/>
                        <a:gd name="connsiteY12" fmla="*/ 1200150 h 1937548"/>
                        <a:gd name="connsiteX13" fmla="*/ 812883 w 1436774"/>
                        <a:gd name="connsiteY13" fmla="*/ 1283493 h 1937548"/>
                        <a:gd name="connsiteX14" fmla="*/ 436645 w 1436774"/>
                        <a:gd name="connsiteY14" fmla="*/ 1331118 h 1937548"/>
                        <a:gd name="connsiteX15" fmla="*/ 419977 w 1436774"/>
                        <a:gd name="connsiteY15" fmla="*/ 1526381 h 1937548"/>
                        <a:gd name="connsiteX16" fmla="*/ 498558 w 1436774"/>
                        <a:gd name="connsiteY16" fmla="*/ 1726406 h 1937548"/>
                        <a:gd name="connsiteX17" fmla="*/ 241383 w 1436774"/>
                        <a:gd name="connsiteY17" fmla="*/ 1931193 h 1937548"/>
                        <a:gd name="connsiteX18" fmla="*/ 177089 w 1436774"/>
                        <a:gd name="connsiteY18" fmla="*/ 1764506 h 1937548"/>
                        <a:gd name="connsiteX19" fmla="*/ 255670 w 1436774"/>
                        <a:gd name="connsiteY19" fmla="*/ 1621631 h 1937548"/>
                        <a:gd name="connsiteX20" fmla="*/ 17545 w 1436774"/>
                        <a:gd name="connsiteY20" fmla="*/ 959643 h 1937548"/>
                        <a:gd name="connsiteX21" fmla="*/ 10402 w 1436774"/>
                        <a:gd name="connsiteY21" fmla="*/ 538162 h 1937548"/>
                        <a:gd name="connsiteX22" fmla="*/ 212808 w 1436774"/>
                        <a:gd name="connsiteY22" fmla="*/ 0 h 1937548"/>
                        <a:gd name="connsiteX0" fmla="*/ 212808 w 1436774"/>
                        <a:gd name="connsiteY0" fmla="*/ 0 h 1937548"/>
                        <a:gd name="connsiteX1" fmla="*/ 1189120 w 1436774"/>
                        <a:gd name="connsiteY1" fmla="*/ 531018 h 1937548"/>
                        <a:gd name="connsiteX2" fmla="*/ 1041483 w 1436774"/>
                        <a:gd name="connsiteY2" fmla="*/ 631031 h 1937548"/>
                        <a:gd name="connsiteX3" fmla="*/ 1003383 w 1436774"/>
                        <a:gd name="connsiteY3" fmla="*/ 773906 h 1937548"/>
                        <a:gd name="connsiteX4" fmla="*/ 1074820 w 1436774"/>
                        <a:gd name="connsiteY4" fmla="*/ 945356 h 1937548"/>
                        <a:gd name="connsiteX5" fmla="*/ 1284370 w 1436774"/>
                        <a:gd name="connsiteY5" fmla="*/ 912018 h 1937548"/>
                        <a:gd name="connsiteX6" fmla="*/ 1436770 w 1436774"/>
                        <a:gd name="connsiteY6" fmla="*/ 1050131 h 1937548"/>
                        <a:gd name="connsiteX7" fmla="*/ 1191501 w 1436774"/>
                        <a:gd name="connsiteY7" fmla="*/ 1407319 h 1937548"/>
                        <a:gd name="connsiteX8" fmla="*/ 1289133 w 1436774"/>
                        <a:gd name="connsiteY8" fmla="*/ 1621631 h 1937548"/>
                        <a:gd name="connsiteX9" fmla="*/ 1012908 w 1436774"/>
                        <a:gd name="connsiteY9" fmla="*/ 1621631 h 1937548"/>
                        <a:gd name="connsiteX10" fmla="*/ 908133 w 1436774"/>
                        <a:gd name="connsiteY10" fmla="*/ 1423987 h 1937548"/>
                        <a:gd name="connsiteX11" fmla="*/ 1031958 w 1436774"/>
                        <a:gd name="connsiteY11" fmla="*/ 1340643 h 1937548"/>
                        <a:gd name="connsiteX12" fmla="*/ 1079583 w 1436774"/>
                        <a:gd name="connsiteY12" fmla="*/ 1200150 h 1937548"/>
                        <a:gd name="connsiteX13" fmla="*/ 812883 w 1436774"/>
                        <a:gd name="connsiteY13" fmla="*/ 1283493 h 1937548"/>
                        <a:gd name="connsiteX14" fmla="*/ 436645 w 1436774"/>
                        <a:gd name="connsiteY14" fmla="*/ 1331118 h 1937548"/>
                        <a:gd name="connsiteX15" fmla="*/ 419977 w 1436774"/>
                        <a:gd name="connsiteY15" fmla="*/ 1526381 h 1937548"/>
                        <a:gd name="connsiteX16" fmla="*/ 498558 w 1436774"/>
                        <a:gd name="connsiteY16" fmla="*/ 1726406 h 1937548"/>
                        <a:gd name="connsiteX17" fmla="*/ 241383 w 1436774"/>
                        <a:gd name="connsiteY17" fmla="*/ 1931193 h 1937548"/>
                        <a:gd name="connsiteX18" fmla="*/ 177089 w 1436774"/>
                        <a:gd name="connsiteY18" fmla="*/ 1764506 h 1937548"/>
                        <a:gd name="connsiteX19" fmla="*/ 255670 w 1436774"/>
                        <a:gd name="connsiteY19" fmla="*/ 1621631 h 1937548"/>
                        <a:gd name="connsiteX20" fmla="*/ 17545 w 1436774"/>
                        <a:gd name="connsiteY20" fmla="*/ 959643 h 1937548"/>
                        <a:gd name="connsiteX21" fmla="*/ 10402 w 1436774"/>
                        <a:gd name="connsiteY21" fmla="*/ 538162 h 1937548"/>
                        <a:gd name="connsiteX22" fmla="*/ 212808 w 1436774"/>
                        <a:gd name="connsiteY22" fmla="*/ 0 h 1937548"/>
                        <a:gd name="connsiteX0" fmla="*/ 212808 w 1436774"/>
                        <a:gd name="connsiteY0" fmla="*/ 0 h 1937548"/>
                        <a:gd name="connsiteX1" fmla="*/ 1189120 w 1436774"/>
                        <a:gd name="connsiteY1" fmla="*/ 531018 h 1937548"/>
                        <a:gd name="connsiteX2" fmla="*/ 1041483 w 1436774"/>
                        <a:gd name="connsiteY2" fmla="*/ 631031 h 1937548"/>
                        <a:gd name="connsiteX3" fmla="*/ 1003383 w 1436774"/>
                        <a:gd name="connsiteY3" fmla="*/ 773906 h 1937548"/>
                        <a:gd name="connsiteX4" fmla="*/ 1074820 w 1436774"/>
                        <a:gd name="connsiteY4" fmla="*/ 945356 h 1937548"/>
                        <a:gd name="connsiteX5" fmla="*/ 1284370 w 1436774"/>
                        <a:gd name="connsiteY5" fmla="*/ 912018 h 1937548"/>
                        <a:gd name="connsiteX6" fmla="*/ 1436770 w 1436774"/>
                        <a:gd name="connsiteY6" fmla="*/ 1050131 h 1937548"/>
                        <a:gd name="connsiteX7" fmla="*/ 1191501 w 1436774"/>
                        <a:gd name="connsiteY7" fmla="*/ 1407319 h 1937548"/>
                        <a:gd name="connsiteX8" fmla="*/ 1289133 w 1436774"/>
                        <a:gd name="connsiteY8" fmla="*/ 1621631 h 1937548"/>
                        <a:gd name="connsiteX9" fmla="*/ 1012908 w 1436774"/>
                        <a:gd name="connsiteY9" fmla="*/ 1621631 h 1937548"/>
                        <a:gd name="connsiteX10" fmla="*/ 908133 w 1436774"/>
                        <a:gd name="connsiteY10" fmla="*/ 1423987 h 1937548"/>
                        <a:gd name="connsiteX11" fmla="*/ 1031958 w 1436774"/>
                        <a:gd name="connsiteY11" fmla="*/ 1340643 h 1937548"/>
                        <a:gd name="connsiteX12" fmla="*/ 1079583 w 1436774"/>
                        <a:gd name="connsiteY12" fmla="*/ 1200150 h 1937548"/>
                        <a:gd name="connsiteX13" fmla="*/ 812883 w 1436774"/>
                        <a:gd name="connsiteY13" fmla="*/ 1283493 h 1937548"/>
                        <a:gd name="connsiteX14" fmla="*/ 436645 w 1436774"/>
                        <a:gd name="connsiteY14" fmla="*/ 1331118 h 1937548"/>
                        <a:gd name="connsiteX15" fmla="*/ 419977 w 1436774"/>
                        <a:gd name="connsiteY15" fmla="*/ 1526381 h 1937548"/>
                        <a:gd name="connsiteX16" fmla="*/ 498558 w 1436774"/>
                        <a:gd name="connsiteY16" fmla="*/ 1726406 h 1937548"/>
                        <a:gd name="connsiteX17" fmla="*/ 241383 w 1436774"/>
                        <a:gd name="connsiteY17" fmla="*/ 1931193 h 1937548"/>
                        <a:gd name="connsiteX18" fmla="*/ 177089 w 1436774"/>
                        <a:gd name="connsiteY18" fmla="*/ 1764506 h 1937548"/>
                        <a:gd name="connsiteX19" fmla="*/ 255670 w 1436774"/>
                        <a:gd name="connsiteY19" fmla="*/ 1621631 h 1937548"/>
                        <a:gd name="connsiteX20" fmla="*/ 17545 w 1436774"/>
                        <a:gd name="connsiteY20" fmla="*/ 959643 h 1937548"/>
                        <a:gd name="connsiteX21" fmla="*/ 10402 w 1436774"/>
                        <a:gd name="connsiteY21" fmla="*/ 538162 h 1937548"/>
                        <a:gd name="connsiteX22" fmla="*/ 212808 w 1436774"/>
                        <a:gd name="connsiteY22" fmla="*/ 0 h 1937548"/>
                        <a:gd name="connsiteX0" fmla="*/ 212808 w 1436774"/>
                        <a:gd name="connsiteY0" fmla="*/ 0 h 1937548"/>
                        <a:gd name="connsiteX1" fmla="*/ 1189120 w 1436774"/>
                        <a:gd name="connsiteY1" fmla="*/ 531018 h 1937548"/>
                        <a:gd name="connsiteX2" fmla="*/ 1041483 w 1436774"/>
                        <a:gd name="connsiteY2" fmla="*/ 631031 h 1937548"/>
                        <a:gd name="connsiteX3" fmla="*/ 1012908 w 1436774"/>
                        <a:gd name="connsiteY3" fmla="*/ 762000 h 1937548"/>
                        <a:gd name="connsiteX4" fmla="*/ 1074820 w 1436774"/>
                        <a:gd name="connsiteY4" fmla="*/ 945356 h 1937548"/>
                        <a:gd name="connsiteX5" fmla="*/ 1284370 w 1436774"/>
                        <a:gd name="connsiteY5" fmla="*/ 912018 h 1937548"/>
                        <a:gd name="connsiteX6" fmla="*/ 1436770 w 1436774"/>
                        <a:gd name="connsiteY6" fmla="*/ 1050131 h 1937548"/>
                        <a:gd name="connsiteX7" fmla="*/ 1191501 w 1436774"/>
                        <a:gd name="connsiteY7" fmla="*/ 1407319 h 1937548"/>
                        <a:gd name="connsiteX8" fmla="*/ 1289133 w 1436774"/>
                        <a:gd name="connsiteY8" fmla="*/ 1621631 h 1937548"/>
                        <a:gd name="connsiteX9" fmla="*/ 1012908 w 1436774"/>
                        <a:gd name="connsiteY9" fmla="*/ 1621631 h 1937548"/>
                        <a:gd name="connsiteX10" fmla="*/ 908133 w 1436774"/>
                        <a:gd name="connsiteY10" fmla="*/ 1423987 h 1937548"/>
                        <a:gd name="connsiteX11" fmla="*/ 1031958 w 1436774"/>
                        <a:gd name="connsiteY11" fmla="*/ 1340643 h 1937548"/>
                        <a:gd name="connsiteX12" fmla="*/ 1079583 w 1436774"/>
                        <a:gd name="connsiteY12" fmla="*/ 1200150 h 1937548"/>
                        <a:gd name="connsiteX13" fmla="*/ 812883 w 1436774"/>
                        <a:gd name="connsiteY13" fmla="*/ 1283493 h 1937548"/>
                        <a:gd name="connsiteX14" fmla="*/ 436645 w 1436774"/>
                        <a:gd name="connsiteY14" fmla="*/ 1331118 h 1937548"/>
                        <a:gd name="connsiteX15" fmla="*/ 419977 w 1436774"/>
                        <a:gd name="connsiteY15" fmla="*/ 1526381 h 1937548"/>
                        <a:gd name="connsiteX16" fmla="*/ 498558 w 1436774"/>
                        <a:gd name="connsiteY16" fmla="*/ 1726406 h 1937548"/>
                        <a:gd name="connsiteX17" fmla="*/ 241383 w 1436774"/>
                        <a:gd name="connsiteY17" fmla="*/ 1931193 h 1937548"/>
                        <a:gd name="connsiteX18" fmla="*/ 177089 w 1436774"/>
                        <a:gd name="connsiteY18" fmla="*/ 1764506 h 1937548"/>
                        <a:gd name="connsiteX19" fmla="*/ 255670 w 1436774"/>
                        <a:gd name="connsiteY19" fmla="*/ 1621631 h 1937548"/>
                        <a:gd name="connsiteX20" fmla="*/ 17545 w 1436774"/>
                        <a:gd name="connsiteY20" fmla="*/ 959643 h 1937548"/>
                        <a:gd name="connsiteX21" fmla="*/ 10402 w 1436774"/>
                        <a:gd name="connsiteY21" fmla="*/ 538162 h 1937548"/>
                        <a:gd name="connsiteX22" fmla="*/ 212808 w 1436774"/>
                        <a:gd name="connsiteY22" fmla="*/ 0 h 19375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</a:cxnLst>
                      <a:rect l="l" t="t" r="r" b="b"/>
                      <a:pathLst>
                        <a:path w="1436774" h="1937548">
                          <a:moveTo>
                            <a:pt x="212808" y="0"/>
                          </a:moveTo>
                          <a:lnTo>
                            <a:pt x="1189120" y="531018"/>
                          </a:lnTo>
                          <a:lnTo>
                            <a:pt x="1041483" y="631031"/>
                          </a:lnTo>
                          <a:cubicBezTo>
                            <a:pt x="1028783" y="678656"/>
                            <a:pt x="1011321" y="695325"/>
                            <a:pt x="1012908" y="762000"/>
                          </a:cubicBezTo>
                          <a:cubicBezTo>
                            <a:pt x="1014495" y="828675"/>
                            <a:pt x="1039101" y="888206"/>
                            <a:pt x="1074820" y="945356"/>
                          </a:cubicBezTo>
                          <a:cubicBezTo>
                            <a:pt x="1144670" y="934243"/>
                            <a:pt x="1219283" y="896936"/>
                            <a:pt x="1284370" y="912018"/>
                          </a:cubicBezTo>
                          <a:cubicBezTo>
                            <a:pt x="1349457" y="927100"/>
                            <a:pt x="1435976" y="968374"/>
                            <a:pt x="1436770" y="1050131"/>
                          </a:cubicBezTo>
                          <a:cubicBezTo>
                            <a:pt x="1437564" y="1131888"/>
                            <a:pt x="1342313" y="1326356"/>
                            <a:pt x="1191501" y="1407319"/>
                          </a:cubicBezTo>
                          <a:cubicBezTo>
                            <a:pt x="1278814" y="1459706"/>
                            <a:pt x="1318898" y="1585912"/>
                            <a:pt x="1289133" y="1621631"/>
                          </a:cubicBezTo>
                          <a:cubicBezTo>
                            <a:pt x="1259368" y="1657350"/>
                            <a:pt x="1116889" y="1699418"/>
                            <a:pt x="1012908" y="1621631"/>
                          </a:cubicBezTo>
                          <a:cubicBezTo>
                            <a:pt x="908927" y="1543844"/>
                            <a:pt x="901783" y="1466056"/>
                            <a:pt x="908133" y="1423987"/>
                          </a:cubicBezTo>
                          <a:cubicBezTo>
                            <a:pt x="914483" y="1381918"/>
                            <a:pt x="949408" y="1327943"/>
                            <a:pt x="1031958" y="1340643"/>
                          </a:cubicBezTo>
                          <a:cubicBezTo>
                            <a:pt x="1044658" y="1285081"/>
                            <a:pt x="1107365" y="1227137"/>
                            <a:pt x="1079583" y="1200150"/>
                          </a:cubicBezTo>
                          <a:cubicBezTo>
                            <a:pt x="1051801" y="1173163"/>
                            <a:pt x="920039" y="1261665"/>
                            <a:pt x="812883" y="1283493"/>
                          </a:cubicBezTo>
                          <a:cubicBezTo>
                            <a:pt x="705727" y="1305321"/>
                            <a:pt x="461647" y="1307305"/>
                            <a:pt x="436645" y="1331118"/>
                          </a:cubicBezTo>
                          <a:cubicBezTo>
                            <a:pt x="411643" y="1354931"/>
                            <a:pt x="418389" y="1444624"/>
                            <a:pt x="419977" y="1526381"/>
                          </a:cubicBezTo>
                          <a:cubicBezTo>
                            <a:pt x="482683" y="1581943"/>
                            <a:pt x="523958" y="1647031"/>
                            <a:pt x="498558" y="1726406"/>
                          </a:cubicBezTo>
                          <a:cubicBezTo>
                            <a:pt x="443790" y="1839912"/>
                            <a:pt x="308058" y="1967705"/>
                            <a:pt x="241383" y="1931193"/>
                          </a:cubicBezTo>
                          <a:cubicBezTo>
                            <a:pt x="174708" y="1894681"/>
                            <a:pt x="172327" y="1815305"/>
                            <a:pt x="177089" y="1764506"/>
                          </a:cubicBezTo>
                          <a:cubicBezTo>
                            <a:pt x="181851" y="1713707"/>
                            <a:pt x="203283" y="1660525"/>
                            <a:pt x="255670" y="1621631"/>
                          </a:cubicBezTo>
                          <a:cubicBezTo>
                            <a:pt x="176295" y="1400968"/>
                            <a:pt x="35008" y="1053305"/>
                            <a:pt x="17545" y="959643"/>
                          </a:cubicBezTo>
                          <a:cubicBezTo>
                            <a:pt x="82" y="865981"/>
                            <a:pt x="-7855" y="661987"/>
                            <a:pt x="10402" y="538162"/>
                          </a:cubicBezTo>
                          <a:cubicBezTo>
                            <a:pt x="28659" y="414337"/>
                            <a:pt x="144545" y="154781"/>
                            <a:pt x="212808" y="0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104" name="フリーフォーム: 図形 103">
                      <a:extLst>
                        <a:ext uri="{FF2B5EF4-FFF2-40B4-BE49-F238E27FC236}">
                          <a16:creationId xmlns:a16="http://schemas.microsoft.com/office/drawing/2014/main" id="{459E2BD3-5371-4B5C-988B-E84791C04C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5375" y="7796343"/>
                      <a:ext cx="182788" cy="139537"/>
                    </a:xfrm>
                    <a:custGeom>
                      <a:avLst/>
                      <a:gdLst>
                        <a:gd name="connsiteX0" fmla="*/ 723900 w 723900"/>
                        <a:gd name="connsiteY0" fmla="*/ 146050 h 561975"/>
                        <a:gd name="connsiteX1" fmla="*/ 520700 w 723900"/>
                        <a:gd name="connsiteY1" fmla="*/ 0 h 561975"/>
                        <a:gd name="connsiteX2" fmla="*/ 155575 w 723900"/>
                        <a:gd name="connsiteY2" fmla="*/ 231775 h 561975"/>
                        <a:gd name="connsiteX3" fmla="*/ 0 w 723900"/>
                        <a:gd name="connsiteY3" fmla="*/ 349250 h 561975"/>
                        <a:gd name="connsiteX4" fmla="*/ 31750 w 723900"/>
                        <a:gd name="connsiteY4" fmla="*/ 555625 h 561975"/>
                        <a:gd name="connsiteX5" fmla="*/ 219075 w 723900"/>
                        <a:gd name="connsiteY5" fmla="*/ 504825 h 561975"/>
                        <a:gd name="connsiteX6" fmla="*/ 250825 w 723900"/>
                        <a:gd name="connsiteY6" fmla="*/ 561975 h 561975"/>
                        <a:gd name="connsiteX7" fmla="*/ 336550 w 723900"/>
                        <a:gd name="connsiteY7" fmla="*/ 473075 h 561975"/>
                        <a:gd name="connsiteX8" fmla="*/ 330200 w 723900"/>
                        <a:gd name="connsiteY8" fmla="*/ 342900 h 561975"/>
                        <a:gd name="connsiteX9" fmla="*/ 457200 w 723900"/>
                        <a:gd name="connsiteY9" fmla="*/ 222250 h 561975"/>
                        <a:gd name="connsiteX10" fmla="*/ 590550 w 723900"/>
                        <a:gd name="connsiteY10" fmla="*/ 412750 h 561975"/>
                        <a:gd name="connsiteX11" fmla="*/ 723900 w 723900"/>
                        <a:gd name="connsiteY11" fmla="*/ 146050 h 561975"/>
                        <a:gd name="connsiteX0" fmla="*/ 723900 w 723900"/>
                        <a:gd name="connsiteY0" fmla="*/ 146063 h 561988"/>
                        <a:gd name="connsiteX1" fmla="*/ 520700 w 723900"/>
                        <a:gd name="connsiteY1" fmla="*/ 13 h 561988"/>
                        <a:gd name="connsiteX2" fmla="*/ 155575 w 723900"/>
                        <a:gd name="connsiteY2" fmla="*/ 231788 h 561988"/>
                        <a:gd name="connsiteX3" fmla="*/ 0 w 723900"/>
                        <a:gd name="connsiteY3" fmla="*/ 349263 h 561988"/>
                        <a:gd name="connsiteX4" fmla="*/ 31750 w 723900"/>
                        <a:gd name="connsiteY4" fmla="*/ 555638 h 561988"/>
                        <a:gd name="connsiteX5" fmla="*/ 219075 w 723900"/>
                        <a:gd name="connsiteY5" fmla="*/ 504838 h 561988"/>
                        <a:gd name="connsiteX6" fmla="*/ 250825 w 723900"/>
                        <a:gd name="connsiteY6" fmla="*/ 561988 h 561988"/>
                        <a:gd name="connsiteX7" fmla="*/ 336550 w 723900"/>
                        <a:gd name="connsiteY7" fmla="*/ 473088 h 561988"/>
                        <a:gd name="connsiteX8" fmla="*/ 330200 w 723900"/>
                        <a:gd name="connsiteY8" fmla="*/ 342913 h 561988"/>
                        <a:gd name="connsiteX9" fmla="*/ 457200 w 723900"/>
                        <a:gd name="connsiteY9" fmla="*/ 222263 h 561988"/>
                        <a:gd name="connsiteX10" fmla="*/ 590550 w 723900"/>
                        <a:gd name="connsiteY10" fmla="*/ 412763 h 561988"/>
                        <a:gd name="connsiteX11" fmla="*/ 723900 w 723900"/>
                        <a:gd name="connsiteY11" fmla="*/ 146063 h 561988"/>
                        <a:gd name="connsiteX0" fmla="*/ 723900 w 723900"/>
                        <a:gd name="connsiteY0" fmla="*/ 131779 h 547704"/>
                        <a:gd name="connsiteX1" fmla="*/ 501650 w 723900"/>
                        <a:gd name="connsiteY1" fmla="*/ 16 h 547704"/>
                        <a:gd name="connsiteX2" fmla="*/ 155575 w 723900"/>
                        <a:gd name="connsiteY2" fmla="*/ 217504 h 547704"/>
                        <a:gd name="connsiteX3" fmla="*/ 0 w 723900"/>
                        <a:gd name="connsiteY3" fmla="*/ 334979 h 547704"/>
                        <a:gd name="connsiteX4" fmla="*/ 31750 w 723900"/>
                        <a:gd name="connsiteY4" fmla="*/ 541354 h 547704"/>
                        <a:gd name="connsiteX5" fmla="*/ 219075 w 723900"/>
                        <a:gd name="connsiteY5" fmla="*/ 490554 h 547704"/>
                        <a:gd name="connsiteX6" fmla="*/ 250825 w 723900"/>
                        <a:gd name="connsiteY6" fmla="*/ 547704 h 547704"/>
                        <a:gd name="connsiteX7" fmla="*/ 336550 w 723900"/>
                        <a:gd name="connsiteY7" fmla="*/ 458804 h 547704"/>
                        <a:gd name="connsiteX8" fmla="*/ 330200 w 723900"/>
                        <a:gd name="connsiteY8" fmla="*/ 328629 h 547704"/>
                        <a:gd name="connsiteX9" fmla="*/ 457200 w 723900"/>
                        <a:gd name="connsiteY9" fmla="*/ 207979 h 547704"/>
                        <a:gd name="connsiteX10" fmla="*/ 590550 w 723900"/>
                        <a:gd name="connsiteY10" fmla="*/ 398479 h 547704"/>
                        <a:gd name="connsiteX11" fmla="*/ 723900 w 723900"/>
                        <a:gd name="connsiteY11" fmla="*/ 131779 h 547704"/>
                        <a:gd name="connsiteX0" fmla="*/ 723900 w 723900"/>
                        <a:gd name="connsiteY0" fmla="*/ 131779 h 547704"/>
                        <a:gd name="connsiteX1" fmla="*/ 501650 w 723900"/>
                        <a:gd name="connsiteY1" fmla="*/ 16 h 547704"/>
                        <a:gd name="connsiteX2" fmla="*/ 155575 w 723900"/>
                        <a:gd name="connsiteY2" fmla="*/ 217504 h 547704"/>
                        <a:gd name="connsiteX3" fmla="*/ 0 w 723900"/>
                        <a:gd name="connsiteY3" fmla="*/ 334979 h 547704"/>
                        <a:gd name="connsiteX4" fmla="*/ 31750 w 723900"/>
                        <a:gd name="connsiteY4" fmla="*/ 541354 h 547704"/>
                        <a:gd name="connsiteX5" fmla="*/ 219075 w 723900"/>
                        <a:gd name="connsiteY5" fmla="*/ 490554 h 547704"/>
                        <a:gd name="connsiteX6" fmla="*/ 250825 w 723900"/>
                        <a:gd name="connsiteY6" fmla="*/ 547704 h 547704"/>
                        <a:gd name="connsiteX7" fmla="*/ 336550 w 723900"/>
                        <a:gd name="connsiteY7" fmla="*/ 458804 h 547704"/>
                        <a:gd name="connsiteX8" fmla="*/ 330200 w 723900"/>
                        <a:gd name="connsiteY8" fmla="*/ 328629 h 547704"/>
                        <a:gd name="connsiteX9" fmla="*/ 457200 w 723900"/>
                        <a:gd name="connsiteY9" fmla="*/ 207979 h 547704"/>
                        <a:gd name="connsiteX10" fmla="*/ 590550 w 723900"/>
                        <a:gd name="connsiteY10" fmla="*/ 398479 h 547704"/>
                        <a:gd name="connsiteX11" fmla="*/ 723900 w 723900"/>
                        <a:gd name="connsiteY11" fmla="*/ 131779 h 547704"/>
                        <a:gd name="connsiteX0" fmla="*/ 723900 w 723900"/>
                        <a:gd name="connsiteY0" fmla="*/ 131779 h 547704"/>
                        <a:gd name="connsiteX1" fmla="*/ 501650 w 723900"/>
                        <a:gd name="connsiteY1" fmla="*/ 16 h 547704"/>
                        <a:gd name="connsiteX2" fmla="*/ 155575 w 723900"/>
                        <a:gd name="connsiteY2" fmla="*/ 217504 h 547704"/>
                        <a:gd name="connsiteX3" fmla="*/ 0 w 723900"/>
                        <a:gd name="connsiteY3" fmla="*/ 334979 h 547704"/>
                        <a:gd name="connsiteX4" fmla="*/ 31750 w 723900"/>
                        <a:gd name="connsiteY4" fmla="*/ 541354 h 547704"/>
                        <a:gd name="connsiteX5" fmla="*/ 219075 w 723900"/>
                        <a:gd name="connsiteY5" fmla="*/ 490554 h 547704"/>
                        <a:gd name="connsiteX6" fmla="*/ 250825 w 723900"/>
                        <a:gd name="connsiteY6" fmla="*/ 547704 h 547704"/>
                        <a:gd name="connsiteX7" fmla="*/ 336550 w 723900"/>
                        <a:gd name="connsiteY7" fmla="*/ 458804 h 547704"/>
                        <a:gd name="connsiteX8" fmla="*/ 330200 w 723900"/>
                        <a:gd name="connsiteY8" fmla="*/ 328629 h 547704"/>
                        <a:gd name="connsiteX9" fmla="*/ 457200 w 723900"/>
                        <a:gd name="connsiteY9" fmla="*/ 207979 h 547704"/>
                        <a:gd name="connsiteX10" fmla="*/ 590550 w 723900"/>
                        <a:gd name="connsiteY10" fmla="*/ 398479 h 547704"/>
                        <a:gd name="connsiteX11" fmla="*/ 723900 w 723900"/>
                        <a:gd name="connsiteY11" fmla="*/ 131779 h 547704"/>
                        <a:gd name="connsiteX0" fmla="*/ 724371 w 724371"/>
                        <a:gd name="connsiteY0" fmla="*/ 131779 h 547704"/>
                        <a:gd name="connsiteX1" fmla="*/ 502121 w 724371"/>
                        <a:gd name="connsiteY1" fmla="*/ 16 h 547704"/>
                        <a:gd name="connsiteX2" fmla="*/ 156046 w 724371"/>
                        <a:gd name="connsiteY2" fmla="*/ 217504 h 547704"/>
                        <a:gd name="connsiteX3" fmla="*/ 471 w 724371"/>
                        <a:gd name="connsiteY3" fmla="*/ 334979 h 547704"/>
                        <a:gd name="connsiteX4" fmla="*/ 32221 w 724371"/>
                        <a:gd name="connsiteY4" fmla="*/ 541354 h 547704"/>
                        <a:gd name="connsiteX5" fmla="*/ 219546 w 724371"/>
                        <a:gd name="connsiteY5" fmla="*/ 490554 h 547704"/>
                        <a:gd name="connsiteX6" fmla="*/ 251296 w 724371"/>
                        <a:gd name="connsiteY6" fmla="*/ 547704 h 547704"/>
                        <a:gd name="connsiteX7" fmla="*/ 337021 w 724371"/>
                        <a:gd name="connsiteY7" fmla="*/ 458804 h 547704"/>
                        <a:gd name="connsiteX8" fmla="*/ 330671 w 724371"/>
                        <a:gd name="connsiteY8" fmla="*/ 328629 h 547704"/>
                        <a:gd name="connsiteX9" fmla="*/ 457671 w 724371"/>
                        <a:gd name="connsiteY9" fmla="*/ 207979 h 547704"/>
                        <a:gd name="connsiteX10" fmla="*/ 591021 w 724371"/>
                        <a:gd name="connsiteY10" fmla="*/ 398479 h 547704"/>
                        <a:gd name="connsiteX11" fmla="*/ 724371 w 724371"/>
                        <a:gd name="connsiteY11" fmla="*/ 131779 h 547704"/>
                        <a:gd name="connsiteX0" fmla="*/ 729644 w 729644"/>
                        <a:gd name="connsiteY0" fmla="*/ 131779 h 547704"/>
                        <a:gd name="connsiteX1" fmla="*/ 507394 w 729644"/>
                        <a:gd name="connsiteY1" fmla="*/ 16 h 547704"/>
                        <a:gd name="connsiteX2" fmla="*/ 161319 w 729644"/>
                        <a:gd name="connsiteY2" fmla="*/ 217504 h 547704"/>
                        <a:gd name="connsiteX3" fmla="*/ 5744 w 729644"/>
                        <a:gd name="connsiteY3" fmla="*/ 334979 h 547704"/>
                        <a:gd name="connsiteX4" fmla="*/ 37494 w 729644"/>
                        <a:gd name="connsiteY4" fmla="*/ 541354 h 547704"/>
                        <a:gd name="connsiteX5" fmla="*/ 224819 w 729644"/>
                        <a:gd name="connsiteY5" fmla="*/ 490554 h 547704"/>
                        <a:gd name="connsiteX6" fmla="*/ 256569 w 729644"/>
                        <a:gd name="connsiteY6" fmla="*/ 547704 h 547704"/>
                        <a:gd name="connsiteX7" fmla="*/ 342294 w 729644"/>
                        <a:gd name="connsiteY7" fmla="*/ 458804 h 547704"/>
                        <a:gd name="connsiteX8" fmla="*/ 335944 w 729644"/>
                        <a:gd name="connsiteY8" fmla="*/ 328629 h 547704"/>
                        <a:gd name="connsiteX9" fmla="*/ 462944 w 729644"/>
                        <a:gd name="connsiteY9" fmla="*/ 207979 h 547704"/>
                        <a:gd name="connsiteX10" fmla="*/ 596294 w 729644"/>
                        <a:gd name="connsiteY10" fmla="*/ 398479 h 547704"/>
                        <a:gd name="connsiteX11" fmla="*/ 729644 w 729644"/>
                        <a:gd name="connsiteY11" fmla="*/ 131779 h 547704"/>
                        <a:gd name="connsiteX0" fmla="*/ 733212 w 733212"/>
                        <a:gd name="connsiteY0" fmla="*/ 131779 h 547780"/>
                        <a:gd name="connsiteX1" fmla="*/ 510962 w 733212"/>
                        <a:gd name="connsiteY1" fmla="*/ 16 h 547780"/>
                        <a:gd name="connsiteX2" fmla="*/ 164887 w 733212"/>
                        <a:gd name="connsiteY2" fmla="*/ 217504 h 547780"/>
                        <a:gd name="connsiteX3" fmla="*/ 9312 w 733212"/>
                        <a:gd name="connsiteY3" fmla="*/ 334979 h 547780"/>
                        <a:gd name="connsiteX4" fmla="*/ 41062 w 733212"/>
                        <a:gd name="connsiteY4" fmla="*/ 541354 h 547780"/>
                        <a:gd name="connsiteX5" fmla="*/ 228387 w 733212"/>
                        <a:gd name="connsiteY5" fmla="*/ 490554 h 547780"/>
                        <a:gd name="connsiteX6" fmla="*/ 260137 w 733212"/>
                        <a:gd name="connsiteY6" fmla="*/ 547704 h 547780"/>
                        <a:gd name="connsiteX7" fmla="*/ 345862 w 733212"/>
                        <a:gd name="connsiteY7" fmla="*/ 458804 h 547780"/>
                        <a:gd name="connsiteX8" fmla="*/ 339512 w 733212"/>
                        <a:gd name="connsiteY8" fmla="*/ 328629 h 547780"/>
                        <a:gd name="connsiteX9" fmla="*/ 466512 w 733212"/>
                        <a:gd name="connsiteY9" fmla="*/ 207979 h 547780"/>
                        <a:gd name="connsiteX10" fmla="*/ 599862 w 733212"/>
                        <a:gd name="connsiteY10" fmla="*/ 398479 h 547780"/>
                        <a:gd name="connsiteX11" fmla="*/ 733212 w 733212"/>
                        <a:gd name="connsiteY11" fmla="*/ 131779 h 547780"/>
                        <a:gd name="connsiteX0" fmla="*/ 733212 w 733212"/>
                        <a:gd name="connsiteY0" fmla="*/ 131779 h 555116"/>
                        <a:gd name="connsiteX1" fmla="*/ 510962 w 733212"/>
                        <a:gd name="connsiteY1" fmla="*/ 16 h 555116"/>
                        <a:gd name="connsiteX2" fmla="*/ 164887 w 733212"/>
                        <a:gd name="connsiteY2" fmla="*/ 217504 h 555116"/>
                        <a:gd name="connsiteX3" fmla="*/ 9312 w 733212"/>
                        <a:gd name="connsiteY3" fmla="*/ 334979 h 555116"/>
                        <a:gd name="connsiteX4" fmla="*/ 41062 w 733212"/>
                        <a:gd name="connsiteY4" fmla="*/ 541354 h 555116"/>
                        <a:gd name="connsiteX5" fmla="*/ 228387 w 733212"/>
                        <a:gd name="connsiteY5" fmla="*/ 490554 h 555116"/>
                        <a:gd name="connsiteX6" fmla="*/ 260137 w 733212"/>
                        <a:gd name="connsiteY6" fmla="*/ 547704 h 555116"/>
                        <a:gd name="connsiteX7" fmla="*/ 345862 w 733212"/>
                        <a:gd name="connsiteY7" fmla="*/ 458804 h 555116"/>
                        <a:gd name="connsiteX8" fmla="*/ 339512 w 733212"/>
                        <a:gd name="connsiteY8" fmla="*/ 328629 h 555116"/>
                        <a:gd name="connsiteX9" fmla="*/ 466512 w 733212"/>
                        <a:gd name="connsiteY9" fmla="*/ 207979 h 555116"/>
                        <a:gd name="connsiteX10" fmla="*/ 599862 w 733212"/>
                        <a:gd name="connsiteY10" fmla="*/ 398479 h 555116"/>
                        <a:gd name="connsiteX11" fmla="*/ 733212 w 733212"/>
                        <a:gd name="connsiteY11" fmla="*/ 131779 h 555116"/>
                        <a:gd name="connsiteX0" fmla="*/ 733162 w 733162"/>
                        <a:gd name="connsiteY0" fmla="*/ 131779 h 559686"/>
                        <a:gd name="connsiteX1" fmla="*/ 510912 w 733162"/>
                        <a:gd name="connsiteY1" fmla="*/ 16 h 559686"/>
                        <a:gd name="connsiteX2" fmla="*/ 164837 w 733162"/>
                        <a:gd name="connsiteY2" fmla="*/ 217504 h 559686"/>
                        <a:gd name="connsiteX3" fmla="*/ 9262 w 733162"/>
                        <a:gd name="connsiteY3" fmla="*/ 334979 h 559686"/>
                        <a:gd name="connsiteX4" fmla="*/ 41012 w 733162"/>
                        <a:gd name="connsiteY4" fmla="*/ 541354 h 559686"/>
                        <a:gd name="connsiteX5" fmla="*/ 228337 w 733162"/>
                        <a:gd name="connsiteY5" fmla="*/ 502460 h 559686"/>
                        <a:gd name="connsiteX6" fmla="*/ 260087 w 733162"/>
                        <a:gd name="connsiteY6" fmla="*/ 547704 h 559686"/>
                        <a:gd name="connsiteX7" fmla="*/ 345812 w 733162"/>
                        <a:gd name="connsiteY7" fmla="*/ 458804 h 559686"/>
                        <a:gd name="connsiteX8" fmla="*/ 339462 w 733162"/>
                        <a:gd name="connsiteY8" fmla="*/ 328629 h 559686"/>
                        <a:gd name="connsiteX9" fmla="*/ 466462 w 733162"/>
                        <a:gd name="connsiteY9" fmla="*/ 207979 h 559686"/>
                        <a:gd name="connsiteX10" fmla="*/ 599812 w 733162"/>
                        <a:gd name="connsiteY10" fmla="*/ 398479 h 559686"/>
                        <a:gd name="connsiteX11" fmla="*/ 733162 w 733162"/>
                        <a:gd name="connsiteY11" fmla="*/ 131779 h 559686"/>
                        <a:gd name="connsiteX0" fmla="*/ 733162 w 733162"/>
                        <a:gd name="connsiteY0" fmla="*/ 131779 h 559686"/>
                        <a:gd name="connsiteX1" fmla="*/ 510912 w 733162"/>
                        <a:gd name="connsiteY1" fmla="*/ 16 h 559686"/>
                        <a:gd name="connsiteX2" fmla="*/ 164837 w 733162"/>
                        <a:gd name="connsiteY2" fmla="*/ 217504 h 559686"/>
                        <a:gd name="connsiteX3" fmla="*/ 9262 w 733162"/>
                        <a:gd name="connsiteY3" fmla="*/ 334979 h 559686"/>
                        <a:gd name="connsiteX4" fmla="*/ 41012 w 733162"/>
                        <a:gd name="connsiteY4" fmla="*/ 541354 h 559686"/>
                        <a:gd name="connsiteX5" fmla="*/ 228337 w 733162"/>
                        <a:gd name="connsiteY5" fmla="*/ 502460 h 559686"/>
                        <a:gd name="connsiteX6" fmla="*/ 252943 w 733162"/>
                        <a:gd name="connsiteY6" fmla="*/ 547704 h 559686"/>
                        <a:gd name="connsiteX7" fmla="*/ 345812 w 733162"/>
                        <a:gd name="connsiteY7" fmla="*/ 458804 h 559686"/>
                        <a:gd name="connsiteX8" fmla="*/ 339462 w 733162"/>
                        <a:gd name="connsiteY8" fmla="*/ 328629 h 559686"/>
                        <a:gd name="connsiteX9" fmla="*/ 466462 w 733162"/>
                        <a:gd name="connsiteY9" fmla="*/ 207979 h 559686"/>
                        <a:gd name="connsiteX10" fmla="*/ 599812 w 733162"/>
                        <a:gd name="connsiteY10" fmla="*/ 398479 h 559686"/>
                        <a:gd name="connsiteX11" fmla="*/ 733162 w 733162"/>
                        <a:gd name="connsiteY11" fmla="*/ 131779 h 559686"/>
                        <a:gd name="connsiteX0" fmla="*/ 733162 w 733162"/>
                        <a:gd name="connsiteY0" fmla="*/ 131779 h 559686"/>
                        <a:gd name="connsiteX1" fmla="*/ 510912 w 733162"/>
                        <a:gd name="connsiteY1" fmla="*/ 16 h 559686"/>
                        <a:gd name="connsiteX2" fmla="*/ 164837 w 733162"/>
                        <a:gd name="connsiteY2" fmla="*/ 217504 h 559686"/>
                        <a:gd name="connsiteX3" fmla="*/ 9262 w 733162"/>
                        <a:gd name="connsiteY3" fmla="*/ 334979 h 559686"/>
                        <a:gd name="connsiteX4" fmla="*/ 41012 w 733162"/>
                        <a:gd name="connsiteY4" fmla="*/ 541354 h 559686"/>
                        <a:gd name="connsiteX5" fmla="*/ 228337 w 733162"/>
                        <a:gd name="connsiteY5" fmla="*/ 502460 h 559686"/>
                        <a:gd name="connsiteX6" fmla="*/ 252943 w 733162"/>
                        <a:gd name="connsiteY6" fmla="*/ 547704 h 559686"/>
                        <a:gd name="connsiteX7" fmla="*/ 345812 w 733162"/>
                        <a:gd name="connsiteY7" fmla="*/ 458804 h 559686"/>
                        <a:gd name="connsiteX8" fmla="*/ 339462 w 733162"/>
                        <a:gd name="connsiteY8" fmla="*/ 328629 h 559686"/>
                        <a:gd name="connsiteX9" fmla="*/ 466462 w 733162"/>
                        <a:gd name="connsiteY9" fmla="*/ 207979 h 559686"/>
                        <a:gd name="connsiteX10" fmla="*/ 599812 w 733162"/>
                        <a:gd name="connsiteY10" fmla="*/ 398479 h 559686"/>
                        <a:gd name="connsiteX11" fmla="*/ 733162 w 733162"/>
                        <a:gd name="connsiteY11" fmla="*/ 131779 h 559686"/>
                        <a:gd name="connsiteX0" fmla="*/ 733162 w 733162"/>
                        <a:gd name="connsiteY0" fmla="*/ 131779 h 559686"/>
                        <a:gd name="connsiteX1" fmla="*/ 510912 w 733162"/>
                        <a:gd name="connsiteY1" fmla="*/ 16 h 559686"/>
                        <a:gd name="connsiteX2" fmla="*/ 164837 w 733162"/>
                        <a:gd name="connsiteY2" fmla="*/ 217504 h 559686"/>
                        <a:gd name="connsiteX3" fmla="*/ 9262 w 733162"/>
                        <a:gd name="connsiteY3" fmla="*/ 334979 h 559686"/>
                        <a:gd name="connsiteX4" fmla="*/ 41012 w 733162"/>
                        <a:gd name="connsiteY4" fmla="*/ 541354 h 559686"/>
                        <a:gd name="connsiteX5" fmla="*/ 228337 w 733162"/>
                        <a:gd name="connsiteY5" fmla="*/ 502460 h 559686"/>
                        <a:gd name="connsiteX6" fmla="*/ 252943 w 733162"/>
                        <a:gd name="connsiteY6" fmla="*/ 547704 h 559686"/>
                        <a:gd name="connsiteX7" fmla="*/ 345812 w 733162"/>
                        <a:gd name="connsiteY7" fmla="*/ 458804 h 559686"/>
                        <a:gd name="connsiteX8" fmla="*/ 339462 w 733162"/>
                        <a:gd name="connsiteY8" fmla="*/ 328629 h 559686"/>
                        <a:gd name="connsiteX9" fmla="*/ 466462 w 733162"/>
                        <a:gd name="connsiteY9" fmla="*/ 207979 h 559686"/>
                        <a:gd name="connsiteX10" fmla="*/ 599812 w 733162"/>
                        <a:gd name="connsiteY10" fmla="*/ 398479 h 559686"/>
                        <a:gd name="connsiteX11" fmla="*/ 733162 w 733162"/>
                        <a:gd name="connsiteY11" fmla="*/ 131779 h 559686"/>
                        <a:gd name="connsiteX0" fmla="*/ 733162 w 733162"/>
                        <a:gd name="connsiteY0" fmla="*/ 131779 h 559686"/>
                        <a:gd name="connsiteX1" fmla="*/ 510912 w 733162"/>
                        <a:gd name="connsiteY1" fmla="*/ 16 h 559686"/>
                        <a:gd name="connsiteX2" fmla="*/ 164837 w 733162"/>
                        <a:gd name="connsiteY2" fmla="*/ 217504 h 559686"/>
                        <a:gd name="connsiteX3" fmla="*/ 9262 w 733162"/>
                        <a:gd name="connsiteY3" fmla="*/ 334979 h 559686"/>
                        <a:gd name="connsiteX4" fmla="*/ 41012 w 733162"/>
                        <a:gd name="connsiteY4" fmla="*/ 541354 h 559686"/>
                        <a:gd name="connsiteX5" fmla="*/ 228337 w 733162"/>
                        <a:gd name="connsiteY5" fmla="*/ 502460 h 559686"/>
                        <a:gd name="connsiteX6" fmla="*/ 252943 w 733162"/>
                        <a:gd name="connsiteY6" fmla="*/ 547704 h 559686"/>
                        <a:gd name="connsiteX7" fmla="*/ 345812 w 733162"/>
                        <a:gd name="connsiteY7" fmla="*/ 458804 h 559686"/>
                        <a:gd name="connsiteX8" fmla="*/ 339462 w 733162"/>
                        <a:gd name="connsiteY8" fmla="*/ 328629 h 559686"/>
                        <a:gd name="connsiteX9" fmla="*/ 466462 w 733162"/>
                        <a:gd name="connsiteY9" fmla="*/ 207979 h 559686"/>
                        <a:gd name="connsiteX10" fmla="*/ 599812 w 733162"/>
                        <a:gd name="connsiteY10" fmla="*/ 398479 h 559686"/>
                        <a:gd name="connsiteX11" fmla="*/ 733162 w 733162"/>
                        <a:gd name="connsiteY11" fmla="*/ 131779 h 559686"/>
                        <a:gd name="connsiteX0" fmla="*/ 733162 w 733162"/>
                        <a:gd name="connsiteY0" fmla="*/ 131779 h 559686"/>
                        <a:gd name="connsiteX1" fmla="*/ 510912 w 733162"/>
                        <a:gd name="connsiteY1" fmla="*/ 16 h 559686"/>
                        <a:gd name="connsiteX2" fmla="*/ 164837 w 733162"/>
                        <a:gd name="connsiteY2" fmla="*/ 217504 h 559686"/>
                        <a:gd name="connsiteX3" fmla="*/ 9262 w 733162"/>
                        <a:gd name="connsiteY3" fmla="*/ 334979 h 559686"/>
                        <a:gd name="connsiteX4" fmla="*/ 41012 w 733162"/>
                        <a:gd name="connsiteY4" fmla="*/ 541354 h 559686"/>
                        <a:gd name="connsiteX5" fmla="*/ 228337 w 733162"/>
                        <a:gd name="connsiteY5" fmla="*/ 502460 h 559686"/>
                        <a:gd name="connsiteX6" fmla="*/ 252943 w 733162"/>
                        <a:gd name="connsiteY6" fmla="*/ 547704 h 559686"/>
                        <a:gd name="connsiteX7" fmla="*/ 345812 w 733162"/>
                        <a:gd name="connsiteY7" fmla="*/ 458804 h 559686"/>
                        <a:gd name="connsiteX8" fmla="*/ 339462 w 733162"/>
                        <a:gd name="connsiteY8" fmla="*/ 328629 h 559686"/>
                        <a:gd name="connsiteX9" fmla="*/ 461700 w 733162"/>
                        <a:gd name="connsiteY9" fmla="*/ 224648 h 559686"/>
                        <a:gd name="connsiteX10" fmla="*/ 599812 w 733162"/>
                        <a:gd name="connsiteY10" fmla="*/ 398479 h 559686"/>
                        <a:gd name="connsiteX11" fmla="*/ 733162 w 733162"/>
                        <a:gd name="connsiteY11" fmla="*/ 131779 h 559686"/>
                        <a:gd name="connsiteX0" fmla="*/ 733162 w 733162"/>
                        <a:gd name="connsiteY0" fmla="*/ 131779 h 559686"/>
                        <a:gd name="connsiteX1" fmla="*/ 510912 w 733162"/>
                        <a:gd name="connsiteY1" fmla="*/ 16 h 559686"/>
                        <a:gd name="connsiteX2" fmla="*/ 164837 w 733162"/>
                        <a:gd name="connsiteY2" fmla="*/ 217504 h 559686"/>
                        <a:gd name="connsiteX3" fmla="*/ 9262 w 733162"/>
                        <a:gd name="connsiteY3" fmla="*/ 334979 h 559686"/>
                        <a:gd name="connsiteX4" fmla="*/ 41012 w 733162"/>
                        <a:gd name="connsiteY4" fmla="*/ 541354 h 559686"/>
                        <a:gd name="connsiteX5" fmla="*/ 228337 w 733162"/>
                        <a:gd name="connsiteY5" fmla="*/ 502460 h 559686"/>
                        <a:gd name="connsiteX6" fmla="*/ 252943 w 733162"/>
                        <a:gd name="connsiteY6" fmla="*/ 547704 h 559686"/>
                        <a:gd name="connsiteX7" fmla="*/ 345812 w 733162"/>
                        <a:gd name="connsiteY7" fmla="*/ 458804 h 559686"/>
                        <a:gd name="connsiteX8" fmla="*/ 339462 w 733162"/>
                        <a:gd name="connsiteY8" fmla="*/ 328629 h 559686"/>
                        <a:gd name="connsiteX9" fmla="*/ 461700 w 733162"/>
                        <a:gd name="connsiteY9" fmla="*/ 224648 h 559686"/>
                        <a:gd name="connsiteX10" fmla="*/ 630768 w 733162"/>
                        <a:gd name="connsiteY10" fmla="*/ 438961 h 559686"/>
                        <a:gd name="connsiteX11" fmla="*/ 733162 w 733162"/>
                        <a:gd name="connsiteY11" fmla="*/ 131779 h 5596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733162" h="559686">
                          <a:moveTo>
                            <a:pt x="733162" y="131779"/>
                          </a:moveTo>
                          <a:cubicBezTo>
                            <a:pt x="665429" y="83096"/>
                            <a:pt x="607220" y="-1307"/>
                            <a:pt x="510912" y="16"/>
                          </a:cubicBezTo>
                          <a:cubicBezTo>
                            <a:pt x="414604" y="1339"/>
                            <a:pt x="265113" y="97383"/>
                            <a:pt x="164837" y="217504"/>
                          </a:cubicBezTo>
                          <a:cubicBezTo>
                            <a:pt x="98692" y="199512"/>
                            <a:pt x="30164" y="219620"/>
                            <a:pt x="9262" y="334979"/>
                          </a:cubicBezTo>
                          <a:cubicBezTo>
                            <a:pt x="-11640" y="450338"/>
                            <a:pt x="4500" y="513441"/>
                            <a:pt x="41012" y="541354"/>
                          </a:cubicBezTo>
                          <a:cubicBezTo>
                            <a:pt x="77525" y="569268"/>
                            <a:pt x="199233" y="571780"/>
                            <a:pt x="228337" y="502460"/>
                          </a:cubicBezTo>
                          <a:lnTo>
                            <a:pt x="252943" y="547704"/>
                          </a:lnTo>
                          <a:cubicBezTo>
                            <a:pt x="283899" y="518071"/>
                            <a:pt x="333642" y="504577"/>
                            <a:pt x="345812" y="458804"/>
                          </a:cubicBezTo>
                          <a:cubicBezTo>
                            <a:pt x="357982" y="413031"/>
                            <a:pt x="341579" y="372021"/>
                            <a:pt x="339462" y="328629"/>
                          </a:cubicBezTo>
                          <a:cubicBezTo>
                            <a:pt x="367508" y="255074"/>
                            <a:pt x="413149" y="206259"/>
                            <a:pt x="461700" y="224648"/>
                          </a:cubicBezTo>
                          <a:cubicBezTo>
                            <a:pt x="510251" y="243037"/>
                            <a:pt x="586318" y="375461"/>
                            <a:pt x="630768" y="438961"/>
                          </a:cubicBezTo>
                          <a:lnTo>
                            <a:pt x="733162" y="131779"/>
                          </a:ln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105" name="フリーフォーム: 図形 104">
                      <a:extLst>
                        <a:ext uri="{FF2B5EF4-FFF2-40B4-BE49-F238E27FC236}">
                          <a16:creationId xmlns:a16="http://schemas.microsoft.com/office/drawing/2014/main" id="{77D9E176-6853-4A7F-B966-1A42B8FC7A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5383" y="7885838"/>
                      <a:ext cx="243791" cy="117115"/>
                    </a:xfrm>
                    <a:custGeom>
                      <a:avLst/>
                      <a:gdLst>
                        <a:gd name="connsiteX0" fmla="*/ 185737 w 973931"/>
                        <a:gd name="connsiteY0" fmla="*/ 183356 h 483394"/>
                        <a:gd name="connsiteX1" fmla="*/ 340519 w 973931"/>
                        <a:gd name="connsiteY1" fmla="*/ 273844 h 483394"/>
                        <a:gd name="connsiteX2" fmla="*/ 485775 w 973931"/>
                        <a:gd name="connsiteY2" fmla="*/ 221456 h 483394"/>
                        <a:gd name="connsiteX3" fmla="*/ 650081 w 973931"/>
                        <a:gd name="connsiteY3" fmla="*/ 0 h 483394"/>
                        <a:gd name="connsiteX4" fmla="*/ 709612 w 973931"/>
                        <a:gd name="connsiteY4" fmla="*/ 50006 h 483394"/>
                        <a:gd name="connsiteX5" fmla="*/ 938212 w 973931"/>
                        <a:gd name="connsiteY5" fmla="*/ 59531 h 483394"/>
                        <a:gd name="connsiteX6" fmla="*/ 973931 w 973931"/>
                        <a:gd name="connsiteY6" fmla="*/ 121444 h 483394"/>
                        <a:gd name="connsiteX7" fmla="*/ 857250 w 973931"/>
                        <a:gd name="connsiteY7" fmla="*/ 173831 h 483394"/>
                        <a:gd name="connsiteX8" fmla="*/ 850106 w 973931"/>
                        <a:gd name="connsiteY8" fmla="*/ 271462 h 483394"/>
                        <a:gd name="connsiteX9" fmla="*/ 700087 w 973931"/>
                        <a:gd name="connsiteY9" fmla="*/ 383381 h 483394"/>
                        <a:gd name="connsiteX10" fmla="*/ 616744 w 973931"/>
                        <a:gd name="connsiteY10" fmla="*/ 357187 h 483394"/>
                        <a:gd name="connsiteX11" fmla="*/ 283369 w 973931"/>
                        <a:gd name="connsiteY11" fmla="*/ 483394 h 483394"/>
                        <a:gd name="connsiteX12" fmla="*/ 0 w 973931"/>
                        <a:gd name="connsiteY12" fmla="*/ 369094 h 483394"/>
                        <a:gd name="connsiteX13" fmla="*/ 185737 w 973931"/>
                        <a:gd name="connsiteY13" fmla="*/ 183356 h 483394"/>
                        <a:gd name="connsiteX0" fmla="*/ 185737 w 973931"/>
                        <a:gd name="connsiteY0" fmla="*/ 166687 h 466725"/>
                        <a:gd name="connsiteX1" fmla="*/ 340519 w 973931"/>
                        <a:gd name="connsiteY1" fmla="*/ 257175 h 466725"/>
                        <a:gd name="connsiteX2" fmla="*/ 485775 w 973931"/>
                        <a:gd name="connsiteY2" fmla="*/ 204787 h 466725"/>
                        <a:gd name="connsiteX3" fmla="*/ 645319 w 973931"/>
                        <a:gd name="connsiteY3" fmla="*/ 0 h 466725"/>
                        <a:gd name="connsiteX4" fmla="*/ 709612 w 973931"/>
                        <a:gd name="connsiteY4" fmla="*/ 33337 h 466725"/>
                        <a:gd name="connsiteX5" fmla="*/ 938212 w 973931"/>
                        <a:gd name="connsiteY5" fmla="*/ 42862 h 466725"/>
                        <a:gd name="connsiteX6" fmla="*/ 973931 w 973931"/>
                        <a:gd name="connsiteY6" fmla="*/ 104775 h 466725"/>
                        <a:gd name="connsiteX7" fmla="*/ 857250 w 973931"/>
                        <a:gd name="connsiteY7" fmla="*/ 157162 h 466725"/>
                        <a:gd name="connsiteX8" fmla="*/ 850106 w 973931"/>
                        <a:gd name="connsiteY8" fmla="*/ 254793 h 466725"/>
                        <a:gd name="connsiteX9" fmla="*/ 700087 w 973931"/>
                        <a:gd name="connsiteY9" fmla="*/ 366712 h 466725"/>
                        <a:gd name="connsiteX10" fmla="*/ 616744 w 973931"/>
                        <a:gd name="connsiteY10" fmla="*/ 340518 h 466725"/>
                        <a:gd name="connsiteX11" fmla="*/ 283369 w 973931"/>
                        <a:gd name="connsiteY11" fmla="*/ 466725 h 466725"/>
                        <a:gd name="connsiteX12" fmla="*/ 0 w 973931"/>
                        <a:gd name="connsiteY12" fmla="*/ 352425 h 466725"/>
                        <a:gd name="connsiteX13" fmla="*/ 185737 w 973931"/>
                        <a:gd name="connsiteY13" fmla="*/ 166687 h 466725"/>
                        <a:gd name="connsiteX0" fmla="*/ 185737 w 973931"/>
                        <a:gd name="connsiteY0" fmla="*/ 170501 h 470539"/>
                        <a:gd name="connsiteX1" fmla="*/ 340519 w 973931"/>
                        <a:gd name="connsiteY1" fmla="*/ 260989 h 470539"/>
                        <a:gd name="connsiteX2" fmla="*/ 485775 w 973931"/>
                        <a:gd name="connsiteY2" fmla="*/ 208601 h 470539"/>
                        <a:gd name="connsiteX3" fmla="*/ 645319 w 973931"/>
                        <a:gd name="connsiteY3" fmla="*/ 3814 h 470539"/>
                        <a:gd name="connsiteX4" fmla="*/ 709612 w 973931"/>
                        <a:gd name="connsiteY4" fmla="*/ 37151 h 470539"/>
                        <a:gd name="connsiteX5" fmla="*/ 938212 w 973931"/>
                        <a:gd name="connsiteY5" fmla="*/ 46676 h 470539"/>
                        <a:gd name="connsiteX6" fmla="*/ 973931 w 973931"/>
                        <a:gd name="connsiteY6" fmla="*/ 108589 h 470539"/>
                        <a:gd name="connsiteX7" fmla="*/ 857250 w 973931"/>
                        <a:gd name="connsiteY7" fmla="*/ 160976 h 470539"/>
                        <a:gd name="connsiteX8" fmla="*/ 850106 w 973931"/>
                        <a:gd name="connsiteY8" fmla="*/ 258607 h 470539"/>
                        <a:gd name="connsiteX9" fmla="*/ 700087 w 973931"/>
                        <a:gd name="connsiteY9" fmla="*/ 370526 h 470539"/>
                        <a:gd name="connsiteX10" fmla="*/ 616744 w 973931"/>
                        <a:gd name="connsiteY10" fmla="*/ 344332 h 470539"/>
                        <a:gd name="connsiteX11" fmla="*/ 283369 w 973931"/>
                        <a:gd name="connsiteY11" fmla="*/ 470539 h 470539"/>
                        <a:gd name="connsiteX12" fmla="*/ 0 w 973931"/>
                        <a:gd name="connsiteY12" fmla="*/ 356239 h 470539"/>
                        <a:gd name="connsiteX13" fmla="*/ 185737 w 973931"/>
                        <a:gd name="connsiteY13" fmla="*/ 170501 h 470539"/>
                        <a:gd name="connsiteX0" fmla="*/ 185737 w 973931"/>
                        <a:gd name="connsiteY0" fmla="*/ 170501 h 470539"/>
                        <a:gd name="connsiteX1" fmla="*/ 340519 w 973931"/>
                        <a:gd name="connsiteY1" fmla="*/ 260989 h 470539"/>
                        <a:gd name="connsiteX2" fmla="*/ 485775 w 973931"/>
                        <a:gd name="connsiteY2" fmla="*/ 208601 h 470539"/>
                        <a:gd name="connsiteX3" fmla="*/ 645319 w 973931"/>
                        <a:gd name="connsiteY3" fmla="*/ 3814 h 470539"/>
                        <a:gd name="connsiteX4" fmla="*/ 709612 w 973931"/>
                        <a:gd name="connsiteY4" fmla="*/ 37151 h 470539"/>
                        <a:gd name="connsiteX5" fmla="*/ 938212 w 973931"/>
                        <a:gd name="connsiteY5" fmla="*/ 46676 h 470539"/>
                        <a:gd name="connsiteX6" fmla="*/ 973931 w 973931"/>
                        <a:gd name="connsiteY6" fmla="*/ 108589 h 470539"/>
                        <a:gd name="connsiteX7" fmla="*/ 857250 w 973931"/>
                        <a:gd name="connsiteY7" fmla="*/ 160976 h 470539"/>
                        <a:gd name="connsiteX8" fmla="*/ 850106 w 973931"/>
                        <a:gd name="connsiteY8" fmla="*/ 258607 h 470539"/>
                        <a:gd name="connsiteX9" fmla="*/ 700087 w 973931"/>
                        <a:gd name="connsiteY9" fmla="*/ 370526 h 470539"/>
                        <a:gd name="connsiteX10" fmla="*/ 616744 w 973931"/>
                        <a:gd name="connsiteY10" fmla="*/ 344332 h 470539"/>
                        <a:gd name="connsiteX11" fmla="*/ 283369 w 973931"/>
                        <a:gd name="connsiteY11" fmla="*/ 470539 h 470539"/>
                        <a:gd name="connsiteX12" fmla="*/ 0 w 973931"/>
                        <a:gd name="connsiteY12" fmla="*/ 356239 h 470539"/>
                        <a:gd name="connsiteX13" fmla="*/ 185737 w 973931"/>
                        <a:gd name="connsiteY13" fmla="*/ 170501 h 470539"/>
                        <a:gd name="connsiteX0" fmla="*/ 185737 w 977847"/>
                        <a:gd name="connsiteY0" fmla="*/ 170501 h 470539"/>
                        <a:gd name="connsiteX1" fmla="*/ 340519 w 977847"/>
                        <a:gd name="connsiteY1" fmla="*/ 260989 h 470539"/>
                        <a:gd name="connsiteX2" fmla="*/ 485775 w 977847"/>
                        <a:gd name="connsiteY2" fmla="*/ 208601 h 470539"/>
                        <a:gd name="connsiteX3" fmla="*/ 645319 w 977847"/>
                        <a:gd name="connsiteY3" fmla="*/ 3814 h 470539"/>
                        <a:gd name="connsiteX4" fmla="*/ 709612 w 977847"/>
                        <a:gd name="connsiteY4" fmla="*/ 37151 h 470539"/>
                        <a:gd name="connsiteX5" fmla="*/ 938212 w 977847"/>
                        <a:gd name="connsiteY5" fmla="*/ 46676 h 470539"/>
                        <a:gd name="connsiteX6" fmla="*/ 973931 w 977847"/>
                        <a:gd name="connsiteY6" fmla="*/ 108589 h 470539"/>
                        <a:gd name="connsiteX7" fmla="*/ 857250 w 977847"/>
                        <a:gd name="connsiteY7" fmla="*/ 160976 h 470539"/>
                        <a:gd name="connsiteX8" fmla="*/ 850106 w 977847"/>
                        <a:gd name="connsiteY8" fmla="*/ 258607 h 470539"/>
                        <a:gd name="connsiteX9" fmla="*/ 700087 w 977847"/>
                        <a:gd name="connsiteY9" fmla="*/ 370526 h 470539"/>
                        <a:gd name="connsiteX10" fmla="*/ 616744 w 977847"/>
                        <a:gd name="connsiteY10" fmla="*/ 344332 h 470539"/>
                        <a:gd name="connsiteX11" fmla="*/ 283369 w 977847"/>
                        <a:gd name="connsiteY11" fmla="*/ 470539 h 470539"/>
                        <a:gd name="connsiteX12" fmla="*/ 0 w 977847"/>
                        <a:gd name="connsiteY12" fmla="*/ 356239 h 470539"/>
                        <a:gd name="connsiteX13" fmla="*/ 185737 w 977847"/>
                        <a:gd name="connsiteY13" fmla="*/ 170501 h 470539"/>
                        <a:gd name="connsiteX0" fmla="*/ 185737 w 977847"/>
                        <a:gd name="connsiteY0" fmla="*/ 170501 h 470539"/>
                        <a:gd name="connsiteX1" fmla="*/ 340519 w 977847"/>
                        <a:gd name="connsiteY1" fmla="*/ 260989 h 470539"/>
                        <a:gd name="connsiteX2" fmla="*/ 485775 w 977847"/>
                        <a:gd name="connsiteY2" fmla="*/ 208601 h 470539"/>
                        <a:gd name="connsiteX3" fmla="*/ 645319 w 977847"/>
                        <a:gd name="connsiteY3" fmla="*/ 3814 h 470539"/>
                        <a:gd name="connsiteX4" fmla="*/ 709612 w 977847"/>
                        <a:gd name="connsiteY4" fmla="*/ 37151 h 470539"/>
                        <a:gd name="connsiteX5" fmla="*/ 938212 w 977847"/>
                        <a:gd name="connsiteY5" fmla="*/ 46676 h 470539"/>
                        <a:gd name="connsiteX6" fmla="*/ 973931 w 977847"/>
                        <a:gd name="connsiteY6" fmla="*/ 108589 h 470539"/>
                        <a:gd name="connsiteX7" fmla="*/ 857250 w 977847"/>
                        <a:gd name="connsiteY7" fmla="*/ 160976 h 470539"/>
                        <a:gd name="connsiteX8" fmla="*/ 850106 w 977847"/>
                        <a:gd name="connsiteY8" fmla="*/ 258607 h 470539"/>
                        <a:gd name="connsiteX9" fmla="*/ 700087 w 977847"/>
                        <a:gd name="connsiteY9" fmla="*/ 370526 h 470539"/>
                        <a:gd name="connsiteX10" fmla="*/ 616744 w 977847"/>
                        <a:gd name="connsiteY10" fmla="*/ 344332 h 470539"/>
                        <a:gd name="connsiteX11" fmla="*/ 283369 w 977847"/>
                        <a:gd name="connsiteY11" fmla="*/ 470539 h 470539"/>
                        <a:gd name="connsiteX12" fmla="*/ 0 w 977847"/>
                        <a:gd name="connsiteY12" fmla="*/ 356239 h 470539"/>
                        <a:gd name="connsiteX13" fmla="*/ 185737 w 977847"/>
                        <a:gd name="connsiteY13" fmla="*/ 170501 h 470539"/>
                        <a:gd name="connsiteX0" fmla="*/ 185737 w 977847"/>
                        <a:gd name="connsiteY0" fmla="*/ 170501 h 470539"/>
                        <a:gd name="connsiteX1" fmla="*/ 340519 w 977847"/>
                        <a:gd name="connsiteY1" fmla="*/ 260989 h 470539"/>
                        <a:gd name="connsiteX2" fmla="*/ 485775 w 977847"/>
                        <a:gd name="connsiteY2" fmla="*/ 208601 h 470539"/>
                        <a:gd name="connsiteX3" fmla="*/ 645319 w 977847"/>
                        <a:gd name="connsiteY3" fmla="*/ 3814 h 470539"/>
                        <a:gd name="connsiteX4" fmla="*/ 709612 w 977847"/>
                        <a:gd name="connsiteY4" fmla="*/ 37151 h 470539"/>
                        <a:gd name="connsiteX5" fmla="*/ 938212 w 977847"/>
                        <a:gd name="connsiteY5" fmla="*/ 46676 h 470539"/>
                        <a:gd name="connsiteX6" fmla="*/ 973931 w 977847"/>
                        <a:gd name="connsiteY6" fmla="*/ 108589 h 470539"/>
                        <a:gd name="connsiteX7" fmla="*/ 857250 w 977847"/>
                        <a:gd name="connsiteY7" fmla="*/ 160976 h 470539"/>
                        <a:gd name="connsiteX8" fmla="*/ 850106 w 977847"/>
                        <a:gd name="connsiteY8" fmla="*/ 258607 h 470539"/>
                        <a:gd name="connsiteX9" fmla="*/ 700087 w 977847"/>
                        <a:gd name="connsiteY9" fmla="*/ 370526 h 470539"/>
                        <a:gd name="connsiteX10" fmla="*/ 616744 w 977847"/>
                        <a:gd name="connsiteY10" fmla="*/ 344332 h 470539"/>
                        <a:gd name="connsiteX11" fmla="*/ 283369 w 977847"/>
                        <a:gd name="connsiteY11" fmla="*/ 470539 h 470539"/>
                        <a:gd name="connsiteX12" fmla="*/ 0 w 977847"/>
                        <a:gd name="connsiteY12" fmla="*/ 356239 h 470539"/>
                        <a:gd name="connsiteX13" fmla="*/ 185737 w 977847"/>
                        <a:gd name="connsiteY13" fmla="*/ 170501 h 470539"/>
                        <a:gd name="connsiteX0" fmla="*/ 185737 w 977847"/>
                        <a:gd name="connsiteY0" fmla="*/ 170501 h 470539"/>
                        <a:gd name="connsiteX1" fmla="*/ 340519 w 977847"/>
                        <a:gd name="connsiteY1" fmla="*/ 260989 h 470539"/>
                        <a:gd name="connsiteX2" fmla="*/ 485775 w 977847"/>
                        <a:gd name="connsiteY2" fmla="*/ 208601 h 470539"/>
                        <a:gd name="connsiteX3" fmla="*/ 645319 w 977847"/>
                        <a:gd name="connsiteY3" fmla="*/ 3814 h 470539"/>
                        <a:gd name="connsiteX4" fmla="*/ 709612 w 977847"/>
                        <a:gd name="connsiteY4" fmla="*/ 37151 h 470539"/>
                        <a:gd name="connsiteX5" fmla="*/ 938212 w 977847"/>
                        <a:gd name="connsiteY5" fmla="*/ 46676 h 470539"/>
                        <a:gd name="connsiteX6" fmla="*/ 973931 w 977847"/>
                        <a:gd name="connsiteY6" fmla="*/ 108589 h 470539"/>
                        <a:gd name="connsiteX7" fmla="*/ 857250 w 977847"/>
                        <a:gd name="connsiteY7" fmla="*/ 160976 h 470539"/>
                        <a:gd name="connsiteX8" fmla="*/ 850106 w 977847"/>
                        <a:gd name="connsiteY8" fmla="*/ 258607 h 470539"/>
                        <a:gd name="connsiteX9" fmla="*/ 700087 w 977847"/>
                        <a:gd name="connsiteY9" fmla="*/ 370526 h 470539"/>
                        <a:gd name="connsiteX10" fmla="*/ 616744 w 977847"/>
                        <a:gd name="connsiteY10" fmla="*/ 344332 h 470539"/>
                        <a:gd name="connsiteX11" fmla="*/ 283369 w 977847"/>
                        <a:gd name="connsiteY11" fmla="*/ 470539 h 470539"/>
                        <a:gd name="connsiteX12" fmla="*/ 0 w 977847"/>
                        <a:gd name="connsiteY12" fmla="*/ 356239 h 470539"/>
                        <a:gd name="connsiteX13" fmla="*/ 185737 w 977847"/>
                        <a:gd name="connsiteY13" fmla="*/ 170501 h 470539"/>
                        <a:gd name="connsiteX0" fmla="*/ 185737 w 977847"/>
                        <a:gd name="connsiteY0" fmla="*/ 170501 h 470539"/>
                        <a:gd name="connsiteX1" fmla="*/ 340519 w 977847"/>
                        <a:gd name="connsiteY1" fmla="*/ 260989 h 470539"/>
                        <a:gd name="connsiteX2" fmla="*/ 485775 w 977847"/>
                        <a:gd name="connsiteY2" fmla="*/ 208601 h 470539"/>
                        <a:gd name="connsiteX3" fmla="*/ 645319 w 977847"/>
                        <a:gd name="connsiteY3" fmla="*/ 3814 h 470539"/>
                        <a:gd name="connsiteX4" fmla="*/ 709612 w 977847"/>
                        <a:gd name="connsiteY4" fmla="*/ 37151 h 470539"/>
                        <a:gd name="connsiteX5" fmla="*/ 938212 w 977847"/>
                        <a:gd name="connsiteY5" fmla="*/ 46676 h 470539"/>
                        <a:gd name="connsiteX6" fmla="*/ 973931 w 977847"/>
                        <a:gd name="connsiteY6" fmla="*/ 108589 h 470539"/>
                        <a:gd name="connsiteX7" fmla="*/ 857250 w 977847"/>
                        <a:gd name="connsiteY7" fmla="*/ 160976 h 470539"/>
                        <a:gd name="connsiteX8" fmla="*/ 850106 w 977847"/>
                        <a:gd name="connsiteY8" fmla="*/ 258607 h 470539"/>
                        <a:gd name="connsiteX9" fmla="*/ 700087 w 977847"/>
                        <a:gd name="connsiteY9" fmla="*/ 370526 h 470539"/>
                        <a:gd name="connsiteX10" fmla="*/ 616744 w 977847"/>
                        <a:gd name="connsiteY10" fmla="*/ 344332 h 470539"/>
                        <a:gd name="connsiteX11" fmla="*/ 283369 w 977847"/>
                        <a:gd name="connsiteY11" fmla="*/ 470539 h 470539"/>
                        <a:gd name="connsiteX12" fmla="*/ 0 w 977847"/>
                        <a:gd name="connsiteY12" fmla="*/ 356239 h 470539"/>
                        <a:gd name="connsiteX13" fmla="*/ 185737 w 977847"/>
                        <a:gd name="connsiteY13" fmla="*/ 170501 h 470539"/>
                        <a:gd name="connsiteX0" fmla="*/ 185737 w 977847"/>
                        <a:gd name="connsiteY0" fmla="*/ 170501 h 470562"/>
                        <a:gd name="connsiteX1" fmla="*/ 340519 w 977847"/>
                        <a:gd name="connsiteY1" fmla="*/ 260989 h 470562"/>
                        <a:gd name="connsiteX2" fmla="*/ 485775 w 977847"/>
                        <a:gd name="connsiteY2" fmla="*/ 208601 h 470562"/>
                        <a:gd name="connsiteX3" fmla="*/ 645319 w 977847"/>
                        <a:gd name="connsiteY3" fmla="*/ 3814 h 470562"/>
                        <a:gd name="connsiteX4" fmla="*/ 709612 w 977847"/>
                        <a:gd name="connsiteY4" fmla="*/ 37151 h 470562"/>
                        <a:gd name="connsiteX5" fmla="*/ 938212 w 977847"/>
                        <a:gd name="connsiteY5" fmla="*/ 46676 h 470562"/>
                        <a:gd name="connsiteX6" fmla="*/ 973931 w 977847"/>
                        <a:gd name="connsiteY6" fmla="*/ 108589 h 470562"/>
                        <a:gd name="connsiteX7" fmla="*/ 857250 w 977847"/>
                        <a:gd name="connsiteY7" fmla="*/ 160976 h 470562"/>
                        <a:gd name="connsiteX8" fmla="*/ 850106 w 977847"/>
                        <a:gd name="connsiteY8" fmla="*/ 258607 h 470562"/>
                        <a:gd name="connsiteX9" fmla="*/ 700087 w 977847"/>
                        <a:gd name="connsiteY9" fmla="*/ 370526 h 470562"/>
                        <a:gd name="connsiteX10" fmla="*/ 616744 w 977847"/>
                        <a:gd name="connsiteY10" fmla="*/ 344332 h 470562"/>
                        <a:gd name="connsiteX11" fmla="*/ 283369 w 977847"/>
                        <a:gd name="connsiteY11" fmla="*/ 470539 h 470562"/>
                        <a:gd name="connsiteX12" fmla="*/ 0 w 977847"/>
                        <a:gd name="connsiteY12" fmla="*/ 356239 h 470562"/>
                        <a:gd name="connsiteX13" fmla="*/ 185737 w 977847"/>
                        <a:gd name="connsiteY13" fmla="*/ 170501 h 470562"/>
                        <a:gd name="connsiteX0" fmla="*/ 185737 w 977847"/>
                        <a:gd name="connsiteY0" fmla="*/ 170501 h 470562"/>
                        <a:gd name="connsiteX1" fmla="*/ 340519 w 977847"/>
                        <a:gd name="connsiteY1" fmla="*/ 260989 h 470562"/>
                        <a:gd name="connsiteX2" fmla="*/ 485775 w 977847"/>
                        <a:gd name="connsiteY2" fmla="*/ 208601 h 470562"/>
                        <a:gd name="connsiteX3" fmla="*/ 645319 w 977847"/>
                        <a:gd name="connsiteY3" fmla="*/ 3814 h 470562"/>
                        <a:gd name="connsiteX4" fmla="*/ 709612 w 977847"/>
                        <a:gd name="connsiteY4" fmla="*/ 37151 h 470562"/>
                        <a:gd name="connsiteX5" fmla="*/ 938212 w 977847"/>
                        <a:gd name="connsiteY5" fmla="*/ 46676 h 470562"/>
                        <a:gd name="connsiteX6" fmla="*/ 973931 w 977847"/>
                        <a:gd name="connsiteY6" fmla="*/ 108589 h 470562"/>
                        <a:gd name="connsiteX7" fmla="*/ 857250 w 977847"/>
                        <a:gd name="connsiteY7" fmla="*/ 160976 h 470562"/>
                        <a:gd name="connsiteX8" fmla="*/ 850106 w 977847"/>
                        <a:gd name="connsiteY8" fmla="*/ 258607 h 470562"/>
                        <a:gd name="connsiteX9" fmla="*/ 700087 w 977847"/>
                        <a:gd name="connsiteY9" fmla="*/ 370526 h 470562"/>
                        <a:gd name="connsiteX10" fmla="*/ 616744 w 977847"/>
                        <a:gd name="connsiteY10" fmla="*/ 344332 h 470562"/>
                        <a:gd name="connsiteX11" fmla="*/ 283369 w 977847"/>
                        <a:gd name="connsiteY11" fmla="*/ 470539 h 470562"/>
                        <a:gd name="connsiteX12" fmla="*/ 0 w 977847"/>
                        <a:gd name="connsiteY12" fmla="*/ 356239 h 470562"/>
                        <a:gd name="connsiteX13" fmla="*/ 185737 w 977847"/>
                        <a:gd name="connsiteY13" fmla="*/ 170501 h 470562"/>
                        <a:gd name="connsiteX0" fmla="*/ 185737 w 977847"/>
                        <a:gd name="connsiteY0" fmla="*/ 170501 h 470562"/>
                        <a:gd name="connsiteX1" fmla="*/ 340519 w 977847"/>
                        <a:gd name="connsiteY1" fmla="*/ 260989 h 470562"/>
                        <a:gd name="connsiteX2" fmla="*/ 485775 w 977847"/>
                        <a:gd name="connsiteY2" fmla="*/ 208601 h 470562"/>
                        <a:gd name="connsiteX3" fmla="*/ 645319 w 977847"/>
                        <a:gd name="connsiteY3" fmla="*/ 3814 h 470562"/>
                        <a:gd name="connsiteX4" fmla="*/ 709612 w 977847"/>
                        <a:gd name="connsiteY4" fmla="*/ 37151 h 470562"/>
                        <a:gd name="connsiteX5" fmla="*/ 938212 w 977847"/>
                        <a:gd name="connsiteY5" fmla="*/ 46676 h 470562"/>
                        <a:gd name="connsiteX6" fmla="*/ 973931 w 977847"/>
                        <a:gd name="connsiteY6" fmla="*/ 108589 h 470562"/>
                        <a:gd name="connsiteX7" fmla="*/ 857250 w 977847"/>
                        <a:gd name="connsiteY7" fmla="*/ 160976 h 470562"/>
                        <a:gd name="connsiteX8" fmla="*/ 850106 w 977847"/>
                        <a:gd name="connsiteY8" fmla="*/ 258607 h 470562"/>
                        <a:gd name="connsiteX9" fmla="*/ 700087 w 977847"/>
                        <a:gd name="connsiteY9" fmla="*/ 370526 h 470562"/>
                        <a:gd name="connsiteX10" fmla="*/ 616744 w 977847"/>
                        <a:gd name="connsiteY10" fmla="*/ 344332 h 470562"/>
                        <a:gd name="connsiteX11" fmla="*/ 283369 w 977847"/>
                        <a:gd name="connsiteY11" fmla="*/ 470539 h 470562"/>
                        <a:gd name="connsiteX12" fmla="*/ 0 w 977847"/>
                        <a:gd name="connsiteY12" fmla="*/ 356239 h 470562"/>
                        <a:gd name="connsiteX13" fmla="*/ 185737 w 977847"/>
                        <a:gd name="connsiteY13" fmla="*/ 170501 h 470562"/>
                        <a:gd name="connsiteX0" fmla="*/ 185737 w 977847"/>
                        <a:gd name="connsiteY0" fmla="*/ 170501 h 470562"/>
                        <a:gd name="connsiteX1" fmla="*/ 340519 w 977847"/>
                        <a:gd name="connsiteY1" fmla="*/ 260989 h 470562"/>
                        <a:gd name="connsiteX2" fmla="*/ 485775 w 977847"/>
                        <a:gd name="connsiteY2" fmla="*/ 208601 h 470562"/>
                        <a:gd name="connsiteX3" fmla="*/ 645319 w 977847"/>
                        <a:gd name="connsiteY3" fmla="*/ 3814 h 470562"/>
                        <a:gd name="connsiteX4" fmla="*/ 709612 w 977847"/>
                        <a:gd name="connsiteY4" fmla="*/ 37151 h 470562"/>
                        <a:gd name="connsiteX5" fmla="*/ 938212 w 977847"/>
                        <a:gd name="connsiteY5" fmla="*/ 46676 h 470562"/>
                        <a:gd name="connsiteX6" fmla="*/ 973931 w 977847"/>
                        <a:gd name="connsiteY6" fmla="*/ 108589 h 470562"/>
                        <a:gd name="connsiteX7" fmla="*/ 857250 w 977847"/>
                        <a:gd name="connsiteY7" fmla="*/ 160976 h 470562"/>
                        <a:gd name="connsiteX8" fmla="*/ 850106 w 977847"/>
                        <a:gd name="connsiteY8" fmla="*/ 258607 h 470562"/>
                        <a:gd name="connsiteX9" fmla="*/ 700087 w 977847"/>
                        <a:gd name="connsiteY9" fmla="*/ 370526 h 470562"/>
                        <a:gd name="connsiteX10" fmla="*/ 616744 w 977847"/>
                        <a:gd name="connsiteY10" fmla="*/ 344332 h 470562"/>
                        <a:gd name="connsiteX11" fmla="*/ 283369 w 977847"/>
                        <a:gd name="connsiteY11" fmla="*/ 470539 h 470562"/>
                        <a:gd name="connsiteX12" fmla="*/ 0 w 977847"/>
                        <a:gd name="connsiteY12" fmla="*/ 356239 h 470562"/>
                        <a:gd name="connsiteX13" fmla="*/ 185737 w 977847"/>
                        <a:gd name="connsiteY13" fmla="*/ 170501 h 470562"/>
                        <a:gd name="connsiteX0" fmla="*/ 185737 w 977847"/>
                        <a:gd name="connsiteY0" fmla="*/ 169690 h 469751"/>
                        <a:gd name="connsiteX1" fmla="*/ 340519 w 977847"/>
                        <a:gd name="connsiteY1" fmla="*/ 260178 h 469751"/>
                        <a:gd name="connsiteX2" fmla="*/ 485775 w 977847"/>
                        <a:gd name="connsiteY2" fmla="*/ 207790 h 469751"/>
                        <a:gd name="connsiteX3" fmla="*/ 645319 w 977847"/>
                        <a:gd name="connsiteY3" fmla="*/ 3003 h 469751"/>
                        <a:gd name="connsiteX4" fmla="*/ 709612 w 977847"/>
                        <a:gd name="connsiteY4" fmla="*/ 36340 h 469751"/>
                        <a:gd name="connsiteX5" fmla="*/ 938212 w 977847"/>
                        <a:gd name="connsiteY5" fmla="*/ 45865 h 469751"/>
                        <a:gd name="connsiteX6" fmla="*/ 973931 w 977847"/>
                        <a:gd name="connsiteY6" fmla="*/ 107778 h 469751"/>
                        <a:gd name="connsiteX7" fmla="*/ 857250 w 977847"/>
                        <a:gd name="connsiteY7" fmla="*/ 160165 h 469751"/>
                        <a:gd name="connsiteX8" fmla="*/ 850106 w 977847"/>
                        <a:gd name="connsiteY8" fmla="*/ 257796 h 469751"/>
                        <a:gd name="connsiteX9" fmla="*/ 700087 w 977847"/>
                        <a:gd name="connsiteY9" fmla="*/ 369715 h 469751"/>
                        <a:gd name="connsiteX10" fmla="*/ 616744 w 977847"/>
                        <a:gd name="connsiteY10" fmla="*/ 343521 h 469751"/>
                        <a:gd name="connsiteX11" fmla="*/ 283369 w 977847"/>
                        <a:gd name="connsiteY11" fmla="*/ 469728 h 469751"/>
                        <a:gd name="connsiteX12" fmla="*/ 0 w 977847"/>
                        <a:gd name="connsiteY12" fmla="*/ 355428 h 469751"/>
                        <a:gd name="connsiteX13" fmla="*/ 185737 w 977847"/>
                        <a:gd name="connsiteY13" fmla="*/ 169690 h 46975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</a:cxnLst>
                      <a:rect l="l" t="t" r="r" b="b"/>
                      <a:pathLst>
                        <a:path w="977847" h="469751">
                          <a:moveTo>
                            <a:pt x="185737" y="169690"/>
                          </a:moveTo>
                          <a:cubicBezTo>
                            <a:pt x="237331" y="199853"/>
                            <a:pt x="284956" y="256210"/>
                            <a:pt x="340519" y="260178"/>
                          </a:cubicBezTo>
                          <a:cubicBezTo>
                            <a:pt x="396082" y="264146"/>
                            <a:pt x="449263" y="230016"/>
                            <a:pt x="485775" y="207790"/>
                          </a:cubicBezTo>
                          <a:cubicBezTo>
                            <a:pt x="522287" y="185564"/>
                            <a:pt x="518319" y="16496"/>
                            <a:pt x="645319" y="3003"/>
                          </a:cubicBezTo>
                          <a:cubicBezTo>
                            <a:pt x="772319" y="-10490"/>
                            <a:pt x="688181" y="25228"/>
                            <a:pt x="709612" y="36340"/>
                          </a:cubicBezTo>
                          <a:cubicBezTo>
                            <a:pt x="785812" y="39515"/>
                            <a:pt x="909637" y="25227"/>
                            <a:pt x="938212" y="45865"/>
                          </a:cubicBezTo>
                          <a:cubicBezTo>
                            <a:pt x="966787" y="66503"/>
                            <a:pt x="986631" y="71266"/>
                            <a:pt x="973931" y="107778"/>
                          </a:cubicBezTo>
                          <a:cubicBezTo>
                            <a:pt x="961231" y="144290"/>
                            <a:pt x="896144" y="142703"/>
                            <a:pt x="857250" y="160165"/>
                          </a:cubicBezTo>
                          <a:cubicBezTo>
                            <a:pt x="854869" y="192709"/>
                            <a:pt x="888206" y="222871"/>
                            <a:pt x="850106" y="257796"/>
                          </a:cubicBezTo>
                          <a:cubicBezTo>
                            <a:pt x="816769" y="328440"/>
                            <a:pt x="750093" y="370509"/>
                            <a:pt x="700087" y="369715"/>
                          </a:cubicBezTo>
                          <a:cubicBezTo>
                            <a:pt x="650081" y="368921"/>
                            <a:pt x="644525" y="352252"/>
                            <a:pt x="616744" y="343521"/>
                          </a:cubicBezTo>
                          <a:cubicBezTo>
                            <a:pt x="529432" y="437977"/>
                            <a:pt x="361156" y="468140"/>
                            <a:pt x="283369" y="469728"/>
                          </a:cubicBezTo>
                          <a:cubicBezTo>
                            <a:pt x="205582" y="471316"/>
                            <a:pt x="94456" y="393528"/>
                            <a:pt x="0" y="355428"/>
                          </a:cubicBezTo>
                          <a:lnTo>
                            <a:pt x="185737" y="169690"/>
                          </a:ln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108" name="フリーフォーム: 図形 107">
                      <a:extLst>
                        <a:ext uri="{FF2B5EF4-FFF2-40B4-BE49-F238E27FC236}">
                          <a16:creationId xmlns:a16="http://schemas.microsoft.com/office/drawing/2014/main" id="{228A3AA1-B03B-4B70-A2B4-4243A96C0E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2636" y="8089030"/>
                      <a:ext cx="182862" cy="170708"/>
                    </a:xfrm>
                    <a:custGeom>
                      <a:avLst/>
                      <a:gdLst>
                        <a:gd name="connsiteX0" fmla="*/ 578644 w 697707"/>
                        <a:gd name="connsiteY0" fmla="*/ 0 h 695325"/>
                        <a:gd name="connsiteX1" fmla="*/ 0 w 697707"/>
                        <a:gd name="connsiteY1" fmla="*/ 540544 h 695325"/>
                        <a:gd name="connsiteX2" fmla="*/ 0 w 697707"/>
                        <a:gd name="connsiteY2" fmla="*/ 561975 h 695325"/>
                        <a:gd name="connsiteX3" fmla="*/ 0 w 697707"/>
                        <a:gd name="connsiteY3" fmla="*/ 695325 h 695325"/>
                        <a:gd name="connsiteX4" fmla="*/ 154782 w 697707"/>
                        <a:gd name="connsiteY4" fmla="*/ 673894 h 695325"/>
                        <a:gd name="connsiteX5" fmla="*/ 697707 w 697707"/>
                        <a:gd name="connsiteY5" fmla="*/ 180975 h 695325"/>
                        <a:gd name="connsiteX6" fmla="*/ 578644 w 697707"/>
                        <a:gd name="connsiteY6" fmla="*/ 0 h 695325"/>
                        <a:gd name="connsiteX0" fmla="*/ 585788 w 697707"/>
                        <a:gd name="connsiteY0" fmla="*/ 0 h 671513"/>
                        <a:gd name="connsiteX1" fmla="*/ 0 w 697707"/>
                        <a:gd name="connsiteY1" fmla="*/ 516732 h 671513"/>
                        <a:gd name="connsiteX2" fmla="*/ 0 w 697707"/>
                        <a:gd name="connsiteY2" fmla="*/ 538163 h 671513"/>
                        <a:gd name="connsiteX3" fmla="*/ 0 w 697707"/>
                        <a:gd name="connsiteY3" fmla="*/ 671513 h 671513"/>
                        <a:gd name="connsiteX4" fmla="*/ 154782 w 697707"/>
                        <a:gd name="connsiteY4" fmla="*/ 650082 h 671513"/>
                        <a:gd name="connsiteX5" fmla="*/ 697707 w 697707"/>
                        <a:gd name="connsiteY5" fmla="*/ 157163 h 671513"/>
                        <a:gd name="connsiteX6" fmla="*/ 585788 w 697707"/>
                        <a:gd name="connsiteY6" fmla="*/ 0 h 671513"/>
                        <a:gd name="connsiteX0" fmla="*/ 585788 w 711994"/>
                        <a:gd name="connsiteY0" fmla="*/ 0 h 671513"/>
                        <a:gd name="connsiteX1" fmla="*/ 0 w 711994"/>
                        <a:gd name="connsiteY1" fmla="*/ 516732 h 671513"/>
                        <a:gd name="connsiteX2" fmla="*/ 0 w 711994"/>
                        <a:gd name="connsiteY2" fmla="*/ 538163 h 671513"/>
                        <a:gd name="connsiteX3" fmla="*/ 0 w 711994"/>
                        <a:gd name="connsiteY3" fmla="*/ 671513 h 671513"/>
                        <a:gd name="connsiteX4" fmla="*/ 154782 w 711994"/>
                        <a:gd name="connsiteY4" fmla="*/ 650082 h 671513"/>
                        <a:gd name="connsiteX5" fmla="*/ 711994 w 711994"/>
                        <a:gd name="connsiteY5" fmla="*/ 157163 h 671513"/>
                        <a:gd name="connsiteX6" fmla="*/ 585788 w 711994"/>
                        <a:gd name="connsiteY6" fmla="*/ 0 h 671513"/>
                        <a:gd name="connsiteX0" fmla="*/ 585788 w 711994"/>
                        <a:gd name="connsiteY0" fmla="*/ 0 h 671513"/>
                        <a:gd name="connsiteX1" fmla="*/ 0 w 711994"/>
                        <a:gd name="connsiteY1" fmla="*/ 516732 h 671513"/>
                        <a:gd name="connsiteX2" fmla="*/ 0 w 711994"/>
                        <a:gd name="connsiteY2" fmla="*/ 671513 h 671513"/>
                        <a:gd name="connsiteX3" fmla="*/ 154782 w 711994"/>
                        <a:gd name="connsiteY3" fmla="*/ 650082 h 671513"/>
                        <a:gd name="connsiteX4" fmla="*/ 711994 w 711994"/>
                        <a:gd name="connsiteY4" fmla="*/ 157163 h 671513"/>
                        <a:gd name="connsiteX5" fmla="*/ 585788 w 711994"/>
                        <a:gd name="connsiteY5" fmla="*/ 0 h 671513"/>
                        <a:gd name="connsiteX0" fmla="*/ 585788 w 711994"/>
                        <a:gd name="connsiteY0" fmla="*/ 0 h 671513"/>
                        <a:gd name="connsiteX1" fmla="*/ 0 w 711994"/>
                        <a:gd name="connsiteY1" fmla="*/ 531019 h 671513"/>
                        <a:gd name="connsiteX2" fmla="*/ 0 w 711994"/>
                        <a:gd name="connsiteY2" fmla="*/ 671513 h 671513"/>
                        <a:gd name="connsiteX3" fmla="*/ 154782 w 711994"/>
                        <a:gd name="connsiteY3" fmla="*/ 650082 h 671513"/>
                        <a:gd name="connsiteX4" fmla="*/ 711994 w 711994"/>
                        <a:gd name="connsiteY4" fmla="*/ 157163 h 671513"/>
                        <a:gd name="connsiteX5" fmla="*/ 585788 w 711994"/>
                        <a:gd name="connsiteY5" fmla="*/ 0 h 671513"/>
                        <a:gd name="connsiteX0" fmla="*/ 599546 w 725752"/>
                        <a:gd name="connsiteY0" fmla="*/ 0 h 671513"/>
                        <a:gd name="connsiteX1" fmla="*/ 13758 w 725752"/>
                        <a:gd name="connsiteY1" fmla="*/ 531019 h 671513"/>
                        <a:gd name="connsiteX2" fmla="*/ 13758 w 725752"/>
                        <a:gd name="connsiteY2" fmla="*/ 671513 h 671513"/>
                        <a:gd name="connsiteX3" fmla="*/ 168540 w 725752"/>
                        <a:gd name="connsiteY3" fmla="*/ 650082 h 671513"/>
                        <a:gd name="connsiteX4" fmla="*/ 725752 w 725752"/>
                        <a:gd name="connsiteY4" fmla="*/ 157163 h 671513"/>
                        <a:gd name="connsiteX5" fmla="*/ 599546 w 725752"/>
                        <a:gd name="connsiteY5" fmla="*/ 0 h 671513"/>
                        <a:gd name="connsiteX0" fmla="*/ 607256 w 733462"/>
                        <a:gd name="connsiteY0" fmla="*/ 0 h 679904"/>
                        <a:gd name="connsiteX1" fmla="*/ 21468 w 733462"/>
                        <a:gd name="connsiteY1" fmla="*/ 531019 h 679904"/>
                        <a:gd name="connsiteX2" fmla="*/ 21468 w 733462"/>
                        <a:gd name="connsiteY2" fmla="*/ 671513 h 679904"/>
                        <a:gd name="connsiteX3" fmla="*/ 176250 w 733462"/>
                        <a:gd name="connsiteY3" fmla="*/ 650082 h 679904"/>
                        <a:gd name="connsiteX4" fmla="*/ 733462 w 733462"/>
                        <a:gd name="connsiteY4" fmla="*/ 157163 h 679904"/>
                        <a:gd name="connsiteX5" fmla="*/ 607256 w 733462"/>
                        <a:gd name="connsiteY5" fmla="*/ 0 h 679904"/>
                        <a:gd name="connsiteX0" fmla="*/ 607256 w 733462"/>
                        <a:gd name="connsiteY0" fmla="*/ 0 h 684712"/>
                        <a:gd name="connsiteX1" fmla="*/ 21468 w 733462"/>
                        <a:gd name="connsiteY1" fmla="*/ 531019 h 684712"/>
                        <a:gd name="connsiteX2" fmla="*/ 21468 w 733462"/>
                        <a:gd name="connsiteY2" fmla="*/ 671513 h 684712"/>
                        <a:gd name="connsiteX3" fmla="*/ 176250 w 733462"/>
                        <a:gd name="connsiteY3" fmla="*/ 650082 h 684712"/>
                        <a:gd name="connsiteX4" fmla="*/ 733462 w 733462"/>
                        <a:gd name="connsiteY4" fmla="*/ 157163 h 684712"/>
                        <a:gd name="connsiteX5" fmla="*/ 607256 w 733462"/>
                        <a:gd name="connsiteY5" fmla="*/ 0 h 6847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733462" h="684712">
                          <a:moveTo>
                            <a:pt x="607256" y="0"/>
                          </a:moveTo>
                          <a:lnTo>
                            <a:pt x="21468" y="531019"/>
                          </a:lnTo>
                          <a:cubicBezTo>
                            <a:pt x="-9488" y="606425"/>
                            <a:pt x="-4726" y="646113"/>
                            <a:pt x="21468" y="671513"/>
                          </a:cubicBezTo>
                          <a:cubicBezTo>
                            <a:pt x="47662" y="696913"/>
                            <a:pt x="124656" y="683419"/>
                            <a:pt x="176250" y="650082"/>
                          </a:cubicBezTo>
                          <a:lnTo>
                            <a:pt x="733462" y="157163"/>
                          </a:lnTo>
                          <a:lnTo>
                            <a:pt x="607256" y="0"/>
                          </a:ln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96" name="フリーフォーム: 図形 95">
                    <a:extLst>
                      <a:ext uri="{FF2B5EF4-FFF2-40B4-BE49-F238E27FC236}">
                        <a16:creationId xmlns:a16="http://schemas.microsoft.com/office/drawing/2014/main" id="{1D3A5414-E776-4140-8E54-23E3E4E37CAB}"/>
                      </a:ext>
                    </a:extLst>
                  </p:cNvPr>
                  <p:cNvSpPr/>
                  <p:nvPr/>
                </p:nvSpPr>
                <p:spPr>
                  <a:xfrm flipH="1">
                    <a:off x="438892" y="7943356"/>
                    <a:ext cx="145411" cy="23535"/>
                  </a:xfrm>
                  <a:custGeom>
                    <a:avLst/>
                    <a:gdLst>
                      <a:gd name="connsiteX0" fmla="*/ 0 w 1150620"/>
                      <a:gd name="connsiteY0" fmla="*/ 60960 h 190500"/>
                      <a:gd name="connsiteX1" fmla="*/ 1150620 w 1150620"/>
                      <a:gd name="connsiteY1" fmla="*/ 0 h 190500"/>
                      <a:gd name="connsiteX2" fmla="*/ 541020 w 1150620"/>
                      <a:gd name="connsiteY2" fmla="*/ 190500 h 190500"/>
                      <a:gd name="connsiteX3" fmla="*/ 0 w 1150620"/>
                      <a:gd name="connsiteY3" fmla="*/ 60960 h 190500"/>
                      <a:gd name="connsiteX0" fmla="*/ 0 w 1136333"/>
                      <a:gd name="connsiteY0" fmla="*/ 91916 h 221456"/>
                      <a:gd name="connsiteX1" fmla="*/ 1136333 w 1136333"/>
                      <a:gd name="connsiteY1" fmla="*/ 0 h 221456"/>
                      <a:gd name="connsiteX2" fmla="*/ 541020 w 1136333"/>
                      <a:gd name="connsiteY2" fmla="*/ 221456 h 221456"/>
                      <a:gd name="connsiteX3" fmla="*/ 0 w 1136333"/>
                      <a:gd name="connsiteY3" fmla="*/ 91916 h 221456"/>
                      <a:gd name="connsiteX0" fmla="*/ 0 w 1136333"/>
                      <a:gd name="connsiteY0" fmla="*/ 91916 h 221456"/>
                      <a:gd name="connsiteX1" fmla="*/ 1136333 w 1136333"/>
                      <a:gd name="connsiteY1" fmla="*/ 0 h 221456"/>
                      <a:gd name="connsiteX2" fmla="*/ 541020 w 1136333"/>
                      <a:gd name="connsiteY2" fmla="*/ 221456 h 221456"/>
                      <a:gd name="connsiteX3" fmla="*/ 0 w 1136333"/>
                      <a:gd name="connsiteY3" fmla="*/ 91916 h 221456"/>
                      <a:gd name="connsiteX0" fmla="*/ 0 w 1136333"/>
                      <a:gd name="connsiteY0" fmla="*/ 91916 h 221456"/>
                      <a:gd name="connsiteX1" fmla="*/ 1136333 w 1136333"/>
                      <a:gd name="connsiteY1" fmla="*/ 0 h 221456"/>
                      <a:gd name="connsiteX2" fmla="*/ 541020 w 1136333"/>
                      <a:gd name="connsiteY2" fmla="*/ 221456 h 221456"/>
                      <a:gd name="connsiteX3" fmla="*/ 0 w 1136333"/>
                      <a:gd name="connsiteY3" fmla="*/ 91916 h 221456"/>
                      <a:gd name="connsiteX0" fmla="*/ 0 w 1136333"/>
                      <a:gd name="connsiteY0" fmla="*/ 91916 h 221456"/>
                      <a:gd name="connsiteX1" fmla="*/ 1136333 w 1136333"/>
                      <a:gd name="connsiteY1" fmla="*/ 0 h 221456"/>
                      <a:gd name="connsiteX2" fmla="*/ 541020 w 1136333"/>
                      <a:gd name="connsiteY2" fmla="*/ 221456 h 221456"/>
                      <a:gd name="connsiteX3" fmla="*/ 0 w 1136333"/>
                      <a:gd name="connsiteY3" fmla="*/ 91916 h 221456"/>
                      <a:gd name="connsiteX0" fmla="*/ 0 w 1136333"/>
                      <a:gd name="connsiteY0" fmla="*/ 99969 h 229509"/>
                      <a:gd name="connsiteX1" fmla="*/ 1136333 w 1136333"/>
                      <a:gd name="connsiteY1" fmla="*/ 8053 h 229509"/>
                      <a:gd name="connsiteX2" fmla="*/ 541020 w 1136333"/>
                      <a:gd name="connsiteY2" fmla="*/ 229509 h 229509"/>
                      <a:gd name="connsiteX3" fmla="*/ 0 w 1136333"/>
                      <a:gd name="connsiteY3" fmla="*/ 99969 h 229509"/>
                      <a:gd name="connsiteX0" fmla="*/ 0 w 1136333"/>
                      <a:gd name="connsiteY0" fmla="*/ 99969 h 229509"/>
                      <a:gd name="connsiteX1" fmla="*/ 1136333 w 1136333"/>
                      <a:gd name="connsiteY1" fmla="*/ 8053 h 229509"/>
                      <a:gd name="connsiteX2" fmla="*/ 541020 w 1136333"/>
                      <a:gd name="connsiteY2" fmla="*/ 229509 h 229509"/>
                      <a:gd name="connsiteX3" fmla="*/ 0 w 1136333"/>
                      <a:gd name="connsiteY3" fmla="*/ 99969 h 229509"/>
                      <a:gd name="connsiteX0" fmla="*/ 0 w 1136333"/>
                      <a:gd name="connsiteY0" fmla="*/ 99969 h 111873"/>
                      <a:gd name="connsiteX1" fmla="*/ 1136333 w 1136333"/>
                      <a:gd name="connsiteY1" fmla="*/ 8053 h 111873"/>
                      <a:gd name="connsiteX2" fmla="*/ 0 w 1136333"/>
                      <a:gd name="connsiteY2" fmla="*/ 99969 h 111873"/>
                      <a:gd name="connsiteX0" fmla="*/ 0 w 1136333"/>
                      <a:gd name="connsiteY0" fmla="*/ 96403 h 181600"/>
                      <a:gd name="connsiteX1" fmla="*/ 1136333 w 1136333"/>
                      <a:gd name="connsiteY1" fmla="*/ 4487 h 181600"/>
                      <a:gd name="connsiteX2" fmla="*/ 0 w 1136333"/>
                      <a:gd name="connsiteY2" fmla="*/ 96403 h 181600"/>
                      <a:gd name="connsiteX0" fmla="*/ 0 w 1136333"/>
                      <a:gd name="connsiteY0" fmla="*/ 96403 h 181600"/>
                      <a:gd name="connsiteX1" fmla="*/ 1136333 w 1136333"/>
                      <a:gd name="connsiteY1" fmla="*/ 4487 h 181600"/>
                      <a:gd name="connsiteX2" fmla="*/ 0 w 1136333"/>
                      <a:gd name="connsiteY2" fmla="*/ 96403 h 181600"/>
                      <a:gd name="connsiteX0" fmla="*/ 0 w 1136333"/>
                      <a:gd name="connsiteY0" fmla="*/ 92479 h 200831"/>
                      <a:gd name="connsiteX1" fmla="*/ 1136333 w 1136333"/>
                      <a:gd name="connsiteY1" fmla="*/ 563 h 200831"/>
                      <a:gd name="connsiteX2" fmla="*/ 0 w 1136333"/>
                      <a:gd name="connsiteY2" fmla="*/ 92479 h 200831"/>
                      <a:gd name="connsiteX0" fmla="*/ 0 w 1136333"/>
                      <a:gd name="connsiteY0" fmla="*/ 91916 h 200268"/>
                      <a:gd name="connsiteX1" fmla="*/ 1136333 w 1136333"/>
                      <a:gd name="connsiteY1" fmla="*/ 0 h 200268"/>
                      <a:gd name="connsiteX2" fmla="*/ 0 w 1136333"/>
                      <a:gd name="connsiteY2" fmla="*/ 91916 h 200268"/>
                      <a:gd name="connsiteX0" fmla="*/ 0 w 1145858"/>
                      <a:gd name="connsiteY0" fmla="*/ 91916 h 200268"/>
                      <a:gd name="connsiteX1" fmla="*/ 1145858 w 1145858"/>
                      <a:gd name="connsiteY1" fmla="*/ 0 h 200268"/>
                      <a:gd name="connsiteX2" fmla="*/ 0 w 1145858"/>
                      <a:gd name="connsiteY2" fmla="*/ 91916 h 200268"/>
                      <a:gd name="connsiteX0" fmla="*/ 0 w 1145858"/>
                      <a:gd name="connsiteY0" fmla="*/ 91916 h 200268"/>
                      <a:gd name="connsiteX1" fmla="*/ 1145858 w 1145858"/>
                      <a:gd name="connsiteY1" fmla="*/ 0 h 200268"/>
                      <a:gd name="connsiteX2" fmla="*/ 0 w 1145858"/>
                      <a:gd name="connsiteY2" fmla="*/ 91916 h 200268"/>
                      <a:gd name="connsiteX0" fmla="*/ 0 w 1145858"/>
                      <a:gd name="connsiteY0" fmla="*/ 91916 h 200268"/>
                      <a:gd name="connsiteX1" fmla="*/ 1145858 w 1145858"/>
                      <a:gd name="connsiteY1" fmla="*/ 0 h 200268"/>
                      <a:gd name="connsiteX2" fmla="*/ 0 w 1145858"/>
                      <a:gd name="connsiteY2" fmla="*/ 91916 h 200268"/>
                      <a:gd name="connsiteX0" fmla="*/ 0 w 1145858"/>
                      <a:gd name="connsiteY0" fmla="*/ 91916 h 204224"/>
                      <a:gd name="connsiteX1" fmla="*/ 1145858 w 1145858"/>
                      <a:gd name="connsiteY1" fmla="*/ 0 h 204224"/>
                      <a:gd name="connsiteX2" fmla="*/ 0 w 1145858"/>
                      <a:gd name="connsiteY2" fmla="*/ 91916 h 204224"/>
                      <a:gd name="connsiteX0" fmla="*/ 0 w 1136419"/>
                      <a:gd name="connsiteY0" fmla="*/ 58422 h 179601"/>
                      <a:gd name="connsiteX1" fmla="*/ 1136419 w 1136419"/>
                      <a:gd name="connsiteY1" fmla="*/ 0 h 179601"/>
                      <a:gd name="connsiteX2" fmla="*/ 0 w 1136419"/>
                      <a:gd name="connsiteY2" fmla="*/ 58422 h 179601"/>
                      <a:gd name="connsiteX0" fmla="*/ 0 w 1136419"/>
                      <a:gd name="connsiteY0" fmla="*/ 58422 h 181920"/>
                      <a:gd name="connsiteX1" fmla="*/ 1136419 w 1136419"/>
                      <a:gd name="connsiteY1" fmla="*/ 0 h 181920"/>
                      <a:gd name="connsiteX2" fmla="*/ 0 w 1136419"/>
                      <a:gd name="connsiteY2" fmla="*/ 58422 h 181920"/>
                      <a:gd name="connsiteX0" fmla="*/ 0 w 1136419"/>
                      <a:gd name="connsiteY0" fmla="*/ 58422 h 179601"/>
                      <a:gd name="connsiteX1" fmla="*/ 1136419 w 1136419"/>
                      <a:gd name="connsiteY1" fmla="*/ 0 h 179601"/>
                      <a:gd name="connsiteX2" fmla="*/ 0 w 1136419"/>
                      <a:gd name="connsiteY2" fmla="*/ 58422 h 179601"/>
                      <a:gd name="connsiteX0" fmla="*/ 0 w 1119901"/>
                      <a:gd name="connsiteY0" fmla="*/ 56030 h 177891"/>
                      <a:gd name="connsiteX1" fmla="*/ 1119901 w 1119901"/>
                      <a:gd name="connsiteY1" fmla="*/ 0 h 177891"/>
                      <a:gd name="connsiteX2" fmla="*/ 0 w 1119901"/>
                      <a:gd name="connsiteY2" fmla="*/ 56030 h 177891"/>
                      <a:gd name="connsiteX0" fmla="*/ 0 w 1119901"/>
                      <a:gd name="connsiteY0" fmla="*/ 56030 h 177891"/>
                      <a:gd name="connsiteX1" fmla="*/ 1119901 w 1119901"/>
                      <a:gd name="connsiteY1" fmla="*/ 0 h 177891"/>
                      <a:gd name="connsiteX2" fmla="*/ 0 w 1119901"/>
                      <a:gd name="connsiteY2" fmla="*/ 56030 h 177891"/>
                      <a:gd name="connsiteX0" fmla="*/ 0 w 1119901"/>
                      <a:gd name="connsiteY0" fmla="*/ 56030 h 166229"/>
                      <a:gd name="connsiteX1" fmla="*/ 1119901 w 1119901"/>
                      <a:gd name="connsiteY1" fmla="*/ 0 h 166229"/>
                      <a:gd name="connsiteX2" fmla="*/ 0 w 1119901"/>
                      <a:gd name="connsiteY2" fmla="*/ 56030 h 166229"/>
                      <a:gd name="connsiteX0" fmla="*/ 0 w 1119901"/>
                      <a:gd name="connsiteY0" fmla="*/ 56030 h 166229"/>
                      <a:gd name="connsiteX1" fmla="*/ 1119901 w 1119901"/>
                      <a:gd name="connsiteY1" fmla="*/ 0 h 166229"/>
                      <a:gd name="connsiteX2" fmla="*/ 0 w 1119901"/>
                      <a:gd name="connsiteY2" fmla="*/ 56030 h 166229"/>
                      <a:gd name="connsiteX0" fmla="*/ 0 w 1119901"/>
                      <a:gd name="connsiteY0" fmla="*/ 56030 h 180076"/>
                      <a:gd name="connsiteX1" fmla="*/ 1119901 w 1119901"/>
                      <a:gd name="connsiteY1" fmla="*/ 0 h 180076"/>
                      <a:gd name="connsiteX2" fmla="*/ 0 w 1119901"/>
                      <a:gd name="connsiteY2" fmla="*/ 56030 h 180076"/>
                      <a:gd name="connsiteX0" fmla="*/ 0 w 1119901"/>
                      <a:gd name="connsiteY0" fmla="*/ 36891 h 167773"/>
                      <a:gd name="connsiteX1" fmla="*/ 1119901 w 1119901"/>
                      <a:gd name="connsiteY1" fmla="*/ 0 h 167773"/>
                      <a:gd name="connsiteX2" fmla="*/ 0 w 1119901"/>
                      <a:gd name="connsiteY2" fmla="*/ 36891 h 167773"/>
                      <a:gd name="connsiteX0" fmla="*/ 0 w 1091585"/>
                      <a:gd name="connsiteY0" fmla="*/ 32106 h 164788"/>
                      <a:gd name="connsiteX1" fmla="*/ 1091585 w 1091585"/>
                      <a:gd name="connsiteY1" fmla="*/ 0 h 164788"/>
                      <a:gd name="connsiteX2" fmla="*/ 0 w 1091585"/>
                      <a:gd name="connsiteY2" fmla="*/ 32106 h 164788"/>
                      <a:gd name="connsiteX0" fmla="*/ 0 w 1091585"/>
                      <a:gd name="connsiteY0" fmla="*/ 32106 h 164788"/>
                      <a:gd name="connsiteX1" fmla="*/ 1091585 w 1091585"/>
                      <a:gd name="connsiteY1" fmla="*/ 0 h 164788"/>
                      <a:gd name="connsiteX2" fmla="*/ 0 w 1091585"/>
                      <a:gd name="connsiteY2" fmla="*/ 32106 h 164788"/>
                      <a:gd name="connsiteX0" fmla="*/ 0 w 1091585"/>
                      <a:gd name="connsiteY0" fmla="*/ 32106 h 164788"/>
                      <a:gd name="connsiteX1" fmla="*/ 1091585 w 1091585"/>
                      <a:gd name="connsiteY1" fmla="*/ 0 h 164788"/>
                      <a:gd name="connsiteX2" fmla="*/ 0 w 1091585"/>
                      <a:gd name="connsiteY2" fmla="*/ 32106 h 164788"/>
                      <a:gd name="connsiteX0" fmla="*/ 0 w 1091585"/>
                      <a:gd name="connsiteY0" fmla="*/ 32106 h 163774"/>
                      <a:gd name="connsiteX1" fmla="*/ 1091585 w 1091585"/>
                      <a:gd name="connsiteY1" fmla="*/ 0 h 163774"/>
                      <a:gd name="connsiteX2" fmla="*/ 0 w 1091585"/>
                      <a:gd name="connsiteY2" fmla="*/ 32106 h 163774"/>
                      <a:gd name="connsiteX0" fmla="*/ 0 w 1091585"/>
                      <a:gd name="connsiteY0" fmla="*/ 32106 h 160865"/>
                      <a:gd name="connsiteX1" fmla="*/ 1091585 w 1091585"/>
                      <a:gd name="connsiteY1" fmla="*/ 0 h 160865"/>
                      <a:gd name="connsiteX2" fmla="*/ 0 w 1091585"/>
                      <a:gd name="connsiteY2" fmla="*/ 32106 h 160865"/>
                      <a:gd name="connsiteX0" fmla="*/ 0 w 807328"/>
                      <a:gd name="connsiteY0" fmla="*/ 0 h 237764"/>
                      <a:gd name="connsiteX1" fmla="*/ 807328 w 807328"/>
                      <a:gd name="connsiteY1" fmla="*/ 152721 h 237764"/>
                      <a:gd name="connsiteX2" fmla="*/ 0 w 807328"/>
                      <a:gd name="connsiteY2" fmla="*/ 0 h 237764"/>
                      <a:gd name="connsiteX0" fmla="*/ 0 w 807328"/>
                      <a:gd name="connsiteY0" fmla="*/ 0 h 229703"/>
                      <a:gd name="connsiteX1" fmla="*/ 807328 w 807328"/>
                      <a:gd name="connsiteY1" fmla="*/ 152721 h 229703"/>
                      <a:gd name="connsiteX2" fmla="*/ 0 w 807328"/>
                      <a:gd name="connsiteY2" fmla="*/ 0 h 229703"/>
                      <a:gd name="connsiteX0" fmla="*/ 0 w 807328"/>
                      <a:gd name="connsiteY0" fmla="*/ 21165 h 250869"/>
                      <a:gd name="connsiteX1" fmla="*/ 807328 w 807328"/>
                      <a:gd name="connsiteY1" fmla="*/ 173886 h 250869"/>
                      <a:gd name="connsiteX2" fmla="*/ 0 w 807328"/>
                      <a:gd name="connsiteY2" fmla="*/ 21165 h 250869"/>
                      <a:gd name="connsiteX0" fmla="*/ 0 w 807328"/>
                      <a:gd name="connsiteY0" fmla="*/ 0 h 229704"/>
                      <a:gd name="connsiteX1" fmla="*/ 807328 w 807328"/>
                      <a:gd name="connsiteY1" fmla="*/ 152721 h 229704"/>
                      <a:gd name="connsiteX2" fmla="*/ 0 w 807328"/>
                      <a:gd name="connsiteY2" fmla="*/ 0 h 229704"/>
                      <a:gd name="connsiteX0" fmla="*/ 0 w 807328"/>
                      <a:gd name="connsiteY0" fmla="*/ 0 h 229704"/>
                      <a:gd name="connsiteX1" fmla="*/ 807328 w 807328"/>
                      <a:gd name="connsiteY1" fmla="*/ 152721 h 229704"/>
                      <a:gd name="connsiteX2" fmla="*/ 0 w 807328"/>
                      <a:gd name="connsiteY2" fmla="*/ 0 h 229704"/>
                      <a:gd name="connsiteX0" fmla="*/ 0 w 807328"/>
                      <a:gd name="connsiteY0" fmla="*/ 0 h 201816"/>
                      <a:gd name="connsiteX1" fmla="*/ 807328 w 807328"/>
                      <a:gd name="connsiteY1" fmla="*/ 152721 h 201816"/>
                      <a:gd name="connsiteX2" fmla="*/ 0 w 807328"/>
                      <a:gd name="connsiteY2" fmla="*/ 0 h 201816"/>
                      <a:gd name="connsiteX0" fmla="*/ 0 w 807328"/>
                      <a:gd name="connsiteY0" fmla="*/ 0 h 201816"/>
                      <a:gd name="connsiteX1" fmla="*/ 807328 w 807328"/>
                      <a:gd name="connsiteY1" fmla="*/ 152721 h 201816"/>
                      <a:gd name="connsiteX2" fmla="*/ 0 w 807328"/>
                      <a:gd name="connsiteY2" fmla="*/ 0 h 201816"/>
                      <a:gd name="connsiteX0" fmla="*/ 0 w 807328"/>
                      <a:gd name="connsiteY0" fmla="*/ 0 h 213219"/>
                      <a:gd name="connsiteX1" fmla="*/ 807328 w 807328"/>
                      <a:gd name="connsiteY1" fmla="*/ 168451 h 213219"/>
                      <a:gd name="connsiteX2" fmla="*/ 0 w 807328"/>
                      <a:gd name="connsiteY2" fmla="*/ 0 h 213219"/>
                      <a:gd name="connsiteX0" fmla="*/ 0 w 807328"/>
                      <a:gd name="connsiteY0" fmla="*/ 0 h 213219"/>
                      <a:gd name="connsiteX1" fmla="*/ 807328 w 807328"/>
                      <a:gd name="connsiteY1" fmla="*/ 168451 h 213219"/>
                      <a:gd name="connsiteX2" fmla="*/ 0 w 807328"/>
                      <a:gd name="connsiteY2" fmla="*/ 0 h 213219"/>
                      <a:gd name="connsiteX0" fmla="*/ 0 w 807328"/>
                      <a:gd name="connsiteY0" fmla="*/ 0 h 215912"/>
                      <a:gd name="connsiteX1" fmla="*/ 807328 w 807328"/>
                      <a:gd name="connsiteY1" fmla="*/ 168451 h 215912"/>
                      <a:gd name="connsiteX2" fmla="*/ 0 w 807328"/>
                      <a:gd name="connsiteY2" fmla="*/ 0 h 215912"/>
                      <a:gd name="connsiteX0" fmla="*/ 0 w 807328"/>
                      <a:gd name="connsiteY0" fmla="*/ 0 h 215914"/>
                      <a:gd name="connsiteX1" fmla="*/ 807328 w 807328"/>
                      <a:gd name="connsiteY1" fmla="*/ 168451 h 215914"/>
                      <a:gd name="connsiteX2" fmla="*/ 0 w 807328"/>
                      <a:gd name="connsiteY2" fmla="*/ 0 h 215914"/>
                      <a:gd name="connsiteX0" fmla="*/ 0 w 807328"/>
                      <a:gd name="connsiteY0" fmla="*/ 0 h 215912"/>
                      <a:gd name="connsiteX1" fmla="*/ 807328 w 807328"/>
                      <a:gd name="connsiteY1" fmla="*/ 168451 h 215912"/>
                      <a:gd name="connsiteX2" fmla="*/ 0 w 807328"/>
                      <a:gd name="connsiteY2" fmla="*/ 0 h 215912"/>
                      <a:gd name="connsiteX0" fmla="*/ 0 w 817390"/>
                      <a:gd name="connsiteY0" fmla="*/ 0 h 210292"/>
                      <a:gd name="connsiteX1" fmla="*/ 817390 w 817390"/>
                      <a:gd name="connsiteY1" fmla="*/ 160588 h 210292"/>
                      <a:gd name="connsiteX2" fmla="*/ 0 w 817390"/>
                      <a:gd name="connsiteY2" fmla="*/ 0 h 210292"/>
                      <a:gd name="connsiteX0" fmla="*/ 0 w 817390"/>
                      <a:gd name="connsiteY0" fmla="*/ 0 h 210294"/>
                      <a:gd name="connsiteX1" fmla="*/ 817390 w 817390"/>
                      <a:gd name="connsiteY1" fmla="*/ 160588 h 210294"/>
                      <a:gd name="connsiteX2" fmla="*/ 0 w 817390"/>
                      <a:gd name="connsiteY2" fmla="*/ 0 h 210294"/>
                      <a:gd name="connsiteX0" fmla="*/ 0 w 817390"/>
                      <a:gd name="connsiteY0" fmla="*/ 0 h 206813"/>
                      <a:gd name="connsiteX1" fmla="*/ 817390 w 817390"/>
                      <a:gd name="connsiteY1" fmla="*/ 160588 h 206813"/>
                      <a:gd name="connsiteX2" fmla="*/ 0 w 817390"/>
                      <a:gd name="connsiteY2" fmla="*/ 0 h 2068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17390" h="206813">
                        <a:moveTo>
                          <a:pt x="0" y="0"/>
                        </a:moveTo>
                        <a:cubicBezTo>
                          <a:pt x="141031" y="235817"/>
                          <a:pt x="725586" y="239704"/>
                          <a:pt x="817390" y="160588"/>
                        </a:cubicBezTo>
                        <a:cubicBezTo>
                          <a:pt x="457521" y="224253"/>
                          <a:pt x="151943" y="151875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grpSp>
              <p:nvGrpSpPr>
                <p:cNvPr id="23" name="グループ化 22">
                  <a:extLst>
                    <a:ext uri="{FF2B5EF4-FFF2-40B4-BE49-F238E27FC236}">
                      <a16:creationId xmlns:a16="http://schemas.microsoft.com/office/drawing/2014/main" id="{BDB23D3C-C15D-44D5-A58D-99BE399F09B8}"/>
                    </a:ext>
                  </a:extLst>
                </p:cNvPr>
                <p:cNvGrpSpPr/>
                <p:nvPr/>
              </p:nvGrpSpPr>
              <p:grpSpPr>
                <a:xfrm>
                  <a:off x="337029" y="7617296"/>
                  <a:ext cx="325036" cy="347115"/>
                  <a:chOff x="337029" y="7617296"/>
                  <a:chExt cx="325036" cy="347115"/>
                </a:xfrm>
              </p:grpSpPr>
              <p:grpSp>
                <p:nvGrpSpPr>
                  <p:cNvPr id="10" name="グループ化 9">
                    <a:extLst>
                      <a:ext uri="{FF2B5EF4-FFF2-40B4-BE49-F238E27FC236}">
                        <a16:creationId xmlns:a16="http://schemas.microsoft.com/office/drawing/2014/main" id="{9DA627DF-F8BB-47E0-9B9D-97954D59EFF3}"/>
                      </a:ext>
                    </a:extLst>
                  </p:cNvPr>
                  <p:cNvGrpSpPr/>
                  <p:nvPr/>
                </p:nvGrpSpPr>
                <p:grpSpPr>
                  <a:xfrm>
                    <a:off x="361901" y="7617296"/>
                    <a:ext cx="293462" cy="150746"/>
                    <a:chOff x="361901" y="7617296"/>
                    <a:chExt cx="293462" cy="150746"/>
                  </a:xfrm>
                </p:grpSpPr>
                <p:sp>
                  <p:nvSpPr>
                    <p:cNvPr id="101" name="フリーフォーム: 図形 100">
                      <a:extLst>
                        <a:ext uri="{FF2B5EF4-FFF2-40B4-BE49-F238E27FC236}">
                          <a16:creationId xmlns:a16="http://schemas.microsoft.com/office/drawing/2014/main" id="{EB01C9DE-23F4-48A1-B705-3D304FE3FABD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38956" y="7617296"/>
                      <a:ext cx="87090" cy="99497"/>
                    </a:xfrm>
                    <a:custGeom>
                      <a:avLst/>
                      <a:gdLst>
                        <a:gd name="connsiteX0" fmla="*/ 4762 w 242887"/>
                        <a:gd name="connsiteY0" fmla="*/ 285750 h 285750"/>
                        <a:gd name="connsiteX1" fmla="*/ 0 w 242887"/>
                        <a:gd name="connsiteY1" fmla="*/ 0 h 285750"/>
                        <a:gd name="connsiteX2" fmla="*/ 242887 w 242887"/>
                        <a:gd name="connsiteY2" fmla="*/ 90487 h 285750"/>
                        <a:gd name="connsiteX3" fmla="*/ 4762 w 242887"/>
                        <a:gd name="connsiteY3" fmla="*/ 285750 h 285750"/>
                        <a:gd name="connsiteX0" fmla="*/ 7143 w 245268"/>
                        <a:gd name="connsiteY0" fmla="*/ 292894 h 292894"/>
                        <a:gd name="connsiteX1" fmla="*/ 0 w 245268"/>
                        <a:gd name="connsiteY1" fmla="*/ 0 h 292894"/>
                        <a:gd name="connsiteX2" fmla="*/ 245268 w 245268"/>
                        <a:gd name="connsiteY2" fmla="*/ 97631 h 292894"/>
                        <a:gd name="connsiteX3" fmla="*/ 7143 w 245268"/>
                        <a:gd name="connsiteY3" fmla="*/ 292894 h 292894"/>
                        <a:gd name="connsiteX0" fmla="*/ 288 w 247938"/>
                        <a:gd name="connsiteY0" fmla="*/ 342900 h 342900"/>
                        <a:gd name="connsiteX1" fmla="*/ 2670 w 247938"/>
                        <a:gd name="connsiteY1" fmla="*/ 0 h 342900"/>
                        <a:gd name="connsiteX2" fmla="*/ 247938 w 247938"/>
                        <a:gd name="connsiteY2" fmla="*/ 97631 h 342900"/>
                        <a:gd name="connsiteX3" fmla="*/ 288 w 247938"/>
                        <a:gd name="connsiteY3" fmla="*/ 342900 h 342900"/>
                        <a:gd name="connsiteX0" fmla="*/ 7238 w 254888"/>
                        <a:gd name="connsiteY0" fmla="*/ 342900 h 342900"/>
                        <a:gd name="connsiteX1" fmla="*/ 9620 w 254888"/>
                        <a:gd name="connsiteY1" fmla="*/ 0 h 342900"/>
                        <a:gd name="connsiteX2" fmla="*/ 254888 w 254888"/>
                        <a:gd name="connsiteY2" fmla="*/ 97631 h 342900"/>
                        <a:gd name="connsiteX3" fmla="*/ 7238 w 254888"/>
                        <a:gd name="connsiteY3" fmla="*/ 342900 h 342900"/>
                        <a:gd name="connsiteX0" fmla="*/ 15807 w 263457"/>
                        <a:gd name="connsiteY0" fmla="*/ 349205 h 349205"/>
                        <a:gd name="connsiteX1" fmla="*/ 18189 w 263457"/>
                        <a:gd name="connsiteY1" fmla="*/ 6305 h 349205"/>
                        <a:gd name="connsiteX2" fmla="*/ 263457 w 263457"/>
                        <a:gd name="connsiteY2" fmla="*/ 103936 h 349205"/>
                        <a:gd name="connsiteX3" fmla="*/ 15807 w 263457"/>
                        <a:gd name="connsiteY3" fmla="*/ 349205 h 349205"/>
                        <a:gd name="connsiteX0" fmla="*/ 22132 w 276925"/>
                        <a:gd name="connsiteY0" fmla="*/ 352750 h 352750"/>
                        <a:gd name="connsiteX1" fmla="*/ 24514 w 276925"/>
                        <a:gd name="connsiteY1" fmla="*/ 9850 h 352750"/>
                        <a:gd name="connsiteX2" fmla="*/ 276925 w 276925"/>
                        <a:gd name="connsiteY2" fmla="*/ 102719 h 352750"/>
                        <a:gd name="connsiteX3" fmla="*/ 22132 w 276925"/>
                        <a:gd name="connsiteY3" fmla="*/ 352750 h 352750"/>
                        <a:gd name="connsiteX0" fmla="*/ 22132 w 276925"/>
                        <a:gd name="connsiteY0" fmla="*/ 354226 h 354226"/>
                        <a:gd name="connsiteX1" fmla="*/ 24514 w 276925"/>
                        <a:gd name="connsiteY1" fmla="*/ 11326 h 354226"/>
                        <a:gd name="connsiteX2" fmla="*/ 276925 w 276925"/>
                        <a:gd name="connsiteY2" fmla="*/ 104195 h 354226"/>
                        <a:gd name="connsiteX3" fmla="*/ 22132 w 276925"/>
                        <a:gd name="connsiteY3" fmla="*/ 354226 h 354226"/>
                        <a:gd name="connsiteX0" fmla="*/ 1274 w 501336"/>
                        <a:gd name="connsiteY0" fmla="*/ 402337 h 402337"/>
                        <a:gd name="connsiteX1" fmla="*/ 248925 w 501336"/>
                        <a:gd name="connsiteY1" fmla="*/ 14193 h 402337"/>
                        <a:gd name="connsiteX2" fmla="*/ 501336 w 501336"/>
                        <a:gd name="connsiteY2" fmla="*/ 107062 h 402337"/>
                        <a:gd name="connsiteX3" fmla="*/ 1274 w 501336"/>
                        <a:gd name="connsiteY3" fmla="*/ 402337 h 402337"/>
                        <a:gd name="connsiteX0" fmla="*/ 1132 w 348794"/>
                        <a:gd name="connsiteY0" fmla="*/ 395871 h 395871"/>
                        <a:gd name="connsiteX1" fmla="*/ 248783 w 348794"/>
                        <a:gd name="connsiteY1" fmla="*/ 7727 h 395871"/>
                        <a:gd name="connsiteX2" fmla="*/ 348794 w 348794"/>
                        <a:gd name="connsiteY2" fmla="*/ 150602 h 395871"/>
                        <a:gd name="connsiteX3" fmla="*/ 1132 w 348794"/>
                        <a:gd name="connsiteY3" fmla="*/ 395871 h 395871"/>
                        <a:gd name="connsiteX0" fmla="*/ 1132 w 348794"/>
                        <a:gd name="connsiteY0" fmla="*/ 396088 h 396088"/>
                        <a:gd name="connsiteX1" fmla="*/ 248783 w 348794"/>
                        <a:gd name="connsiteY1" fmla="*/ 7944 h 396088"/>
                        <a:gd name="connsiteX2" fmla="*/ 348794 w 348794"/>
                        <a:gd name="connsiteY2" fmla="*/ 150819 h 396088"/>
                        <a:gd name="connsiteX3" fmla="*/ 1132 w 348794"/>
                        <a:gd name="connsiteY3" fmla="*/ 396088 h 396088"/>
                        <a:gd name="connsiteX0" fmla="*/ 1181 w 348843"/>
                        <a:gd name="connsiteY0" fmla="*/ 402893 h 402893"/>
                        <a:gd name="connsiteX1" fmla="*/ 239307 w 348843"/>
                        <a:gd name="connsiteY1" fmla="*/ 7606 h 402893"/>
                        <a:gd name="connsiteX2" fmla="*/ 348843 w 348843"/>
                        <a:gd name="connsiteY2" fmla="*/ 157624 h 402893"/>
                        <a:gd name="connsiteX3" fmla="*/ 1181 w 348843"/>
                        <a:gd name="connsiteY3" fmla="*/ 402893 h 402893"/>
                        <a:gd name="connsiteX0" fmla="*/ 1453 w 349115"/>
                        <a:gd name="connsiteY0" fmla="*/ 405806 h 405806"/>
                        <a:gd name="connsiteX1" fmla="*/ 239579 w 349115"/>
                        <a:gd name="connsiteY1" fmla="*/ 10519 h 405806"/>
                        <a:gd name="connsiteX2" fmla="*/ 349115 w 349115"/>
                        <a:gd name="connsiteY2" fmla="*/ 160537 h 405806"/>
                        <a:gd name="connsiteX3" fmla="*/ 1453 w 349115"/>
                        <a:gd name="connsiteY3" fmla="*/ 405806 h 405806"/>
                        <a:gd name="connsiteX0" fmla="*/ 1656 w 349318"/>
                        <a:gd name="connsiteY0" fmla="*/ 399085 h 399085"/>
                        <a:gd name="connsiteX1" fmla="*/ 218350 w 349318"/>
                        <a:gd name="connsiteY1" fmla="*/ 10942 h 399085"/>
                        <a:gd name="connsiteX2" fmla="*/ 349318 w 349318"/>
                        <a:gd name="connsiteY2" fmla="*/ 153816 h 399085"/>
                        <a:gd name="connsiteX3" fmla="*/ 1656 w 349318"/>
                        <a:gd name="connsiteY3" fmla="*/ 399085 h 399085"/>
                        <a:gd name="connsiteX0" fmla="*/ 1656 w 349318"/>
                        <a:gd name="connsiteY0" fmla="*/ 399085 h 399085"/>
                        <a:gd name="connsiteX1" fmla="*/ 218350 w 349318"/>
                        <a:gd name="connsiteY1" fmla="*/ 10942 h 399085"/>
                        <a:gd name="connsiteX2" fmla="*/ 349318 w 349318"/>
                        <a:gd name="connsiteY2" fmla="*/ 153816 h 399085"/>
                        <a:gd name="connsiteX3" fmla="*/ 1656 w 349318"/>
                        <a:gd name="connsiteY3" fmla="*/ 399085 h 3990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349318" h="399085">
                          <a:moveTo>
                            <a:pt x="1656" y="399085"/>
                          </a:moveTo>
                          <a:cubicBezTo>
                            <a:pt x="-16600" y="284785"/>
                            <a:pt x="119925" y="61345"/>
                            <a:pt x="218350" y="10942"/>
                          </a:cubicBezTo>
                          <a:cubicBezTo>
                            <a:pt x="316775" y="-39461"/>
                            <a:pt x="331856" y="97459"/>
                            <a:pt x="349318" y="153816"/>
                          </a:cubicBezTo>
                          <a:lnTo>
                            <a:pt x="1656" y="399085"/>
                          </a:ln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102" name="フリーフォーム: 図形 101">
                      <a:extLst>
                        <a:ext uri="{FF2B5EF4-FFF2-40B4-BE49-F238E27FC236}">
                          <a16:creationId xmlns:a16="http://schemas.microsoft.com/office/drawing/2014/main" id="{86C4456A-BD2B-48EB-85F9-6126DA0EF7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0350" y="7639167"/>
                      <a:ext cx="69041" cy="88313"/>
                    </a:xfrm>
                    <a:custGeom>
                      <a:avLst/>
                      <a:gdLst>
                        <a:gd name="connsiteX0" fmla="*/ 4762 w 242887"/>
                        <a:gd name="connsiteY0" fmla="*/ 285750 h 285750"/>
                        <a:gd name="connsiteX1" fmla="*/ 0 w 242887"/>
                        <a:gd name="connsiteY1" fmla="*/ 0 h 285750"/>
                        <a:gd name="connsiteX2" fmla="*/ 242887 w 242887"/>
                        <a:gd name="connsiteY2" fmla="*/ 90487 h 285750"/>
                        <a:gd name="connsiteX3" fmla="*/ 4762 w 242887"/>
                        <a:gd name="connsiteY3" fmla="*/ 285750 h 285750"/>
                        <a:gd name="connsiteX0" fmla="*/ 7143 w 245268"/>
                        <a:gd name="connsiteY0" fmla="*/ 292894 h 292894"/>
                        <a:gd name="connsiteX1" fmla="*/ 0 w 245268"/>
                        <a:gd name="connsiteY1" fmla="*/ 0 h 292894"/>
                        <a:gd name="connsiteX2" fmla="*/ 245268 w 245268"/>
                        <a:gd name="connsiteY2" fmla="*/ 97631 h 292894"/>
                        <a:gd name="connsiteX3" fmla="*/ 7143 w 245268"/>
                        <a:gd name="connsiteY3" fmla="*/ 292894 h 292894"/>
                        <a:gd name="connsiteX0" fmla="*/ 288 w 247938"/>
                        <a:gd name="connsiteY0" fmla="*/ 342900 h 342900"/>
                        <a:gd name="connsiteX1" fmla="*/ 2670 w 247938"/>
                        <a:gd name="connsiteY1" fmla="*/ 0 h 342900"/>
                        <a:gd name="connsiteX2" fmla="*/ 247938 w 247938"/>
                        <a:gd name="connsiteY2" fmla="*/ 97631 h 342900"/>
                        <a:gd name="connsiteX3" fmla="*/ 288 w 247938"/>
                        <a:gd name="connsiteY3" fmla="*/ 342900 h 342900"/>
                        <a:gd name="connsiteX0" fmla="*/ 7238 w 254888"/>
                        <a:gd name="connsiteY0" fmla="*/ 342900 h 342900"/>
                        <a:gd name="connsiteX1" fmla="*/ 9620 w 254888"/>
                        <a:gd name="connsiteY1" fmla="*/ 0 h 342900"/>
                        <a:gd name="connsiteX2" fmla="*/ 254888 w 254888"/>
                        <a:gd name="connsiteY2" fmla="*/ 97631 h 342900"/>
                        <a:gd name="connsiteX3" fmla="*/ 7238 w 254888"/>
                        <a:gd name="connsiteY3" fmla="*/ 342900 h 342900"/>
                        <a:gd name="connsiteX0" fmla="*/ 15807 w 263457"/>
                        <a:gd name="connsiteY0" fmla="*/ 349205 h 349205"/>
                        <a:gd name="connsiteX1" fmla="*/ 18189 w 263457"/>
                        <a:gd name="connsiteY1" fmla="*/ 6305 h 349205"/>
                        <a:gd name="connsiteX2" fmla="*/ 263457 w 263457"/>
                        <a:gd name="connsiteY2" fmla="*/ 103936 h 349205"/>
                        <a:gd name="connsiteX3" fmla="*/ 15807 w 263457"/>
                        <a:gd name="connsiteY3" fmla="*/ 349205 h 349205"/>
                        <a:gd name="connsiteX0" fmla="*/ 22132 w 276925"/>
                        <a:gd name="connsiteY0" fmla="*/ 352750 h 352750"/>
                        <a:gd name="connsiteX1" fmla="*/ 24514 w 276925"/>
                        <a:gd name="connsiteY1" fmla="*/ 9850 h 352750"/>
                        <a:gd name="connsiteX2" fmla="*/ 276925 w 276925"/>
                        <a:gd name="connsiteY2" fmla="*/ 102719 h 352750"/>
                        <a:gd name="connsiteX3" fmla="*/ 22132 w 276925"/>
                        <a:gd name="connsiteY3" fmla="*/ 352750 h 352750"/>
                        <a:gd name="connsiteX0" fmla="*/ 22132 w 276925"/>
                        <a:gd name="connsiteY0" fmla="*/ 354226 h 354226"/>
                        <a:gd name="connsiteX1" fmla="*/ 24514 w 276925"/>
                        <a:gd name="connsiteY1" fmla="*/ 11326 h 354226"/>
                        <a:gd name="connsiteX2" fmla="*/ 276925 w 276925"/>
                        <a:gd name="connsiteY2" fmla="*/ 104195 h 354226"/>
                        <a:gd name="connsiteX3" fmla="*/ 22132 w 276925"/>
                        <a:gd name="connsiteY3" fmla="*/ 354226 h 3542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76925" h="354226">
                          <a:moveTo>
                            <a:pt x="22132" y="354226"/>
                          </a:moveTo>
                          <a:cubicBezTo>
                            <a:pt x="3876" y="239926"/>
                            <a:pt x="-17951" y="52998"/>
                            <a:pt x="24514" y="11326"/>
                          </a:cubicBezTo>
                          <a:cubicBezTo>
                            <a:pt x="66979" y="-30346"/>
                            <a:pt x="214219" y="52601"/>
                            <a:pt x="276925" y="104195"/>
                          </a:cubicBezTo>
                          <a:lnTo>
                            <a:pt x="22132" y="354226"/>
                          </a:ln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107" name="フリーフォーム: 図形 106">
                      <a:extLst>
                        <a:ext uri="{FF2B5EF4-FFF2-40B4-BE49-F238E27FC236}">
                          <a16:creationId xmlns:a16="http://schemas.microsoft.com/office/drawing/2014/main" id="{559C4122-B71F-4450-B795-7723B243F9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901" y="7643788"/>
                      <a:ext cx="293462" cy="124254"/>
                    </a:xfrm>
                    <a:custGeom>
                      <a:avLst/>
                      <a:gdLst>
                        <a:gd name="connsiteX0" fmla="*/ 0 w 771525"/>
                        <a:gd name="connsiteY0" fmla="*/ 342900 h 342900"/>
                        <a:gd name="connsiteX1" fmla="*/ 771525 w 771525"/>
                        <a:gd name="connsiteY1" fmla="*/ 304800 h 342900"/>
                        <a:gd name="connsiteX2" fmla="*/ 719137 w 771525"/>
                        <a:gd name="connsiteY2" fmla="*/ 266700 h 342900"/>
                        <a:gd name="connsiteX3" fmla="*/ 366712 w 771525"/>
                        <a:gd name="connsiteY3" fmla="*/ 0 h 342900"/>
                        <a:gd name="connsiteX4" fmla="*/ 0 w 771525"/>
                        <a:gd name="connsiteY4" fmla="*/ 342900 h 342900"/>
                        <a:gd name="connsiteX0" fmla="*/ 0 w 771525"/>
                        <a:gd name="connsiteY0" fmla="*/ 511969 h 511969"/>
                        <a:gd name="connsiteX1" fmla="*/ 771525 w 771525"/>
                        <a:gd name="connsiteY1" fmla="*/ 473869 h 511969"/>
                        <a:gd name="connsiteX2" fmla="*/ 719137 w 771525"/>
                        <a:gd name="connsiteY2" fmla="*/ 435769 h 511969"/>
                        <a:gd name="connsiteX3" fmla="*/ 336529 w 771525"/>
                        <a:gd name="connsiteY3" fmla="*/ 0 h 511969"/>
                        <a:gd name="connsiteX4" fmla="*/ 0 w 771525"/>
                        <a:gd name="connsiteY4" fmla="*/ 511969 h 511969"/>
                        <a:gd name="connsiteX0" fmla="*/ 0 w 771525"/>
                        <a:gd name="connsiteY0" fmla="*/ 512454 h 512454"/>
                        <a:gd name="connsiteX1" fmla="*/ 771525 w 771525"/>
                        <a:gd name="connsiteY1" fmla="*/ 474354 h 512454"/>
                        <a:gd name="connsiteX2" fmla="*/ 719137 w 771525"/>
                        <a:gd name="connsiteY2" fmla="*/ 436254 h 512454"/>
                        <a:gd name="connsiteX3" fmla="*/ 336529 w 771525"/>
                        <a:gd name="connsiteY3" fmla="*/ 485 h 512454"/>
                        <a:gd name="connsiteX4" fmla="*/ 0 w 771525"/>
                        <a:gd name="connsiteY4" fmla="*/ 512454 h 512454"/>
                        <a:gd name="connsiteX0" fmla="*/ 1802 w 773327"/>
                        <a:gd name="connsiteY0" fmla="*/ 512454 h 512454"/>
                        <a:gd name="connsiteX1" fmla="*/ 773327 w 773327"/>
                        <a:gd name="connsiteY1" fmla="*/ 474354 h 512454"/>
                        <a:gd name="connsiteX2" fmla="*/ 720939 w 773327"/>
                        <a:gd name="connsiteY2" fmla="*/ 436254 h 512454"/>
                        <a:gd name="connsiteX3" fmla="*/ 338331 w 773327"/>
                        <a:gd name="connsiteY3" fmla="*/ 485 h 512454"/>
                        <a:gd name="connsiteX4" fmla="*/ 1802 w 773327"/>
                        <a:gd name="connsiteY4" fmla="*/ 512454 h 512454"/>
                        <a:gd name="connsiteX0" fmla="*/ 1802 w 782984"/>
                        <a:gd name="connsiteY0" fmla="*/ 512454 h 512454"/>
                        <a:gd name="connsiteX1" fmla="*/ 773327 w 782984"/>
                        <a:gd name="connsiteY1" fmla="*/ 474354 h 512454"/>
                        <a:gd name="connsiteX2" fmla="*/ 720939 w 782984"/>
                        <a:gd name="connsiteY2" fmla="*/ 436254 h 512454"/>
                        <a:gd name="connsiteX3" fmla="*/ 338331 w 782984"/>
                        <a:gd name="connsiteY3" fmla="*/ 485 h 512454"/>
                        <a:gd name="connsiteX4" fmla="*/ 1802 w 782984"/>
                        <a:gd name="connsiteY4" fmla="*/ 512454 h 512454"/>
                        <a:gd name="connsiteX0" fmla="*/ 551 w 780737"/>
                        <a:gd name="connsiteY0" fmla="*/ 512967 h 512967"/>
                        <a:gd name="connsiteX1" fmla="*/ 772076 w 780737"/>
                        <a:gd name="connsiteY1" fmla="*/ 474867 h 512967"/>
                        <a:gd name="connsiteX2" fmla="*/ 708568 w 780737"/>
                        <a:gd name="connsiteY2" fmla="*/ 396286 h 512967"/>
                        <a:gd name="connsiteX3" fmla="*/ 337080 w 780737"/>
                        <a:gd name="connsiteY3" fmla="*/ 998 h 512967"/>
                        <a:gd name="connsiteX4" fmla="*/ 551 w 780737"/>
                        <a:gd name="connsiteY4" fmla="*/ 512967 h 512967"/>
                        <a:gd name="connsiteX0" fmla="*/ 551 w 780737"/>
                        <a:gd name="connsiteY0" fmla="*/ 513584 h 513584"/>
                        <a:gd name="connsiteX1" fmla="*/ 772076 w 780737"/>
                        <a:gd name="connsiteY1" fmla="*/ 475484 h 513584"/>
                        <a:gd name="connsiteX2" fmla="*/ 708568 w 780737"/>
                        <a:gd name="connsiteY2" fmla="*/ 396903 h 513584"/>
                        <a:gd name="connsiteX3" fmla="*/ 337080 w 780737"/>
                        <a:gd name="connsiteY3" fmla="*/ 1615 h 513584"/>
                        <a:gd name="connsiteX4" fmla="*/ 551 w 780737"/>
                        <a:gd name="connsiteY4" fmla="*/ 513584 h 513584"/>
                        <a:gd name="connsiteX0" fmla="*/ 236 w 780422"/>
                        <a:gd name="connsiteY0" fmla="*/ 513584 h 513584"/>
                        <a:gd name="connsiteX1" fmla="*/ 771761 w 780422"/>
                        <a:gd name="connsiteY1" fmla="*/ 475484 h 513584"/>
                        <a:gd name="connsiteX2" fmla="*/ 708253 w 780422"/>
                        <a:gd name="connsiteY2" fmla="*/ 396903 h 513584"/>
                        <a:gd name="connsiteX3" fmla="*/ 336765 w 780422"/>
                        <a:gd name="connsiteY3" fmla="*/ 1615 h 513584"/>
                        <a:gd name="connsiteX4" fmla="*/ 236 w 780422"/>
                        <a:gd name="connsiteY4" fmla="*/ 513584 h 513584"/>
                        <a:gd name="connsiteX0" fmla="*/ 302 w 780488"/>
                        <a:gd name="connsiteY0" fmla="*/ 512438 h 512438"/>
                        <a:gd name="connsiteX1" fmla="*/ 771827 w 780488"/>
                        <a:gd name="connsiteY1" fmla="*/ 474338 h 512438"/>
                        <a:gd name="connsiteX2" fmla="*/ 708319 w 780488"/>
                        <a:gd name="connsiteY2" fmla="*/ 395757 h 512438"/>
                        <a:gd name="connsiteX3" fmla="*/ 336831 w 780488"/>
                        <a:gd name="connsiteY3" fmla="*/ 469 h 512438"/>
                        <a:gd name="connsiteX4" fmla="*/ 302 w 780488"/>
                        <a:gd name="connsiteY4" fmla="*/ 512438 h 512438"/>
                        <a:gd name="connsiteX0" fmla="*/ 232 w 783595"/>
                        <a:gd name="connsiteY0" fmla="*/ 496524 h 496524"/>
                        <a:gd name="connsiteX1" fmla="*/ 774934 w 783595"/>
                        <a:gd name="connsiteY1" fmla="*/ 475092 h 496524"/>
                        <a:gd name="connsiteX2" fmla="*/ 711426 w 783595"/>
                        <a:gd name="connsiteY2" fmla="*/ 396511 h 496524"/>
                        <a:gd name="connsiteX3" fmla="*/ 339938 w 783595"/>
                        <a:gd name="connsiteY3" fmla="*/ 1223 h 496524"/>
                        <a:gd name="connsiteX4" fmla="*/ 232 w 783595"/>
                        <a:gd name="connsiteY4" fmla="*/ 496524 h 496524"/>
                        <a:gd name="connsiteX0" fmla="*/ 231 w 785182"/>
                        <a:gd name="connsiteY0" fmla="*/ 494092 h 494092"/>
                        <a:gd name="connsiteX1" fmla="*/ 776521 w 785182"/>
                        <a:gd name="connsiteY1" fmla="*/ 475041 h 494092"/>
                        <a:gd name="connsiteX2" fmla="*/ 713013 w 785182"/>
                        <a:gd name="connsiteY2" fmla="*/ 396460 h 494092"/>
                        <a:gd name="connsiteX3" fmla="*/ 341525 w 785182"/>
                        <a:gd name="connsiteY3" fmla="*/ 1172 h 494092"/>
                        <a:gd name="connsiteX4" fmla="*/ 231 w 785182"/>
                        <a:gd name="connsiteY4" fmla="*/ 494092 h 494092"/>
                        <a:gd name="connsiteX0" fmla="*/ 303 w 785254"/>
                        <a:gd name="connsiteY0" fmla="*/ 493797 h 493797"/>
                        <a:gd name="connsiteX1" fmla="*/ 776593 w 785254"/>
                        <a:gd name="connsiteY1" fmla="*/ 474746 h 493797"/>
                        <a:gd name="connsiteX2" fmla="*/ 713085 w 785254"/>
                        <a:gd name="connsiteY2" fmla="*/ 396165 h 493797"/>
                        <a:gd name="connsiteX3" fmla="*/ 341597 w 785254"/>
                        <a:gd name="connsiteY3" fmla="*/ 877 h 493797"/>
                        <a:gd name="connsiteX4" fmla="*/ 303 w 785254"/>
                        <a:gd name="connsiteY4" fmla="*/ 493797 h 493797"/>
                        <a:gd name="connsiteX0" fmla="*/ 232 w 785183"/>
                        <a:gd name="connsiteY0" fmla="*/ 498958 h 498958"/>
                        <a:gd name="connsiteX1" fmla="*/ 776522 w 785183"/>
                        <a:gd name="connsiteY1" fmla="*/ 475145 h 498958"/>
                        <a:gd name="connsiteX2" fmla="*/ 713014 w 785183"/>
                        <a:gd name="connsiteY2" fmla="*/ 396564 h 498958"/>
                        <a:gd name="connsiteX3" fmla="*/ 341526 w 785183"/>
                        <a:gd name="connsiteY3" fmla="*/ 1276 h 498958"/>
                        <a:gd name="connsiteX4" fmla="*/ 232 w 785183"/>
                        <a:gd name="connsiteY4" fmla="*/ 498958 h 498958"/>
                        <a:gd name="connsiteX0" fmla="*/ 298 w 785249"/>
                        <a:gd name="connsiteY0" fmla="*/ 498383 h 498383"/>
                        <a:gd name="connsiteX1" fmla="*/ 776588 w 785249"/>
                        <a:gd name="connsiteY1" fmla="*/ 474570 h 498383"/>
                        <a:gd name="connsiteX2" fmla="*/ 713080 w 785249"/>
                        <a:gd name="connsiteY2" fmla="*/ 395989 h 498383"/>
                        <a:gd name="connsiteX3" fmla="*/ 341592 w 785249"/>
                        <a:gd name="connsiteY3" fmla="*/ 701 h 498383"/>
                        <a:gd name="connsiteX4" fmla="*/ 298 w 785249"/>
                        <a:gd name="connsiteY4" fmla="*/ 498383 h 4983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85249" h="498383">
                          <a:moveTo>
                            <a:pt x="298" y="498383"/>
                          </a:moveTo>
                          <a:lnTo>
                            <a:pt x="776588" y="474570"/>
                          </a:lnTo>
                          <a:cubicBezTo>
                            <a:pt x="811548" y="452345"/>
                            <a:pt x="730543" y="408689"/>
                            <a:pt x="713080" y="395989"/>
                          </a:cubicBezTo>
                          <a:cubicBezTo>
                            <a:pt x="722161" y="138814"/>
                            <a:pt x="514400" y="-11603"/>
                            <a:pt x="341592" y="701"/>
                          </a:cubicBezTo>
                          <a:cubicBezTo>
                            <a:pt x="168784" y="13005"/>
                            <a:pt x="-8258" y="184852"/>
                            <a:pt x="298" y="498383"/>
                          </a:cubicBezTo>
                          <a:close/>
                        </a:path>
                      </a:pathLst>
                    </a:custGeom>
                    <a:solidFill>
                      <a:srgbClr val="FFFF00"/>
                    </a:solidFill>
                    <a:ln w="6350" cap="rnd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grpSp>
                  <p:nvGrpSpPr>
                    <p:cNvPr id="109" name="グループ化 108">
                      <a:extLst>
                        <a:ext uri="{FF2B5EF4-FFF2-40B4-BE49-F238E27FC236}">
                          <a16:creationId xmlns:a16="http://schemas.microsoft.com/office/drawing/2014/main" id="{382044B5-AEAE-4FBE-A949-3D18F6D7EB54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462584" y="7674737"/>
                      <a:ext cx="79745" cy="77145"/>
                      <a:chOff x="2473071" y="1426313"/>
                      <a:chExt cx="4148186" cy="4012982"/>
                    </a:xfrm>
                    <a:solidFill>
                      <a:srgbClr val="1A5BA2"/>
                    </a:solidFill>
                  </p:grpSpPr>
                  <p:sp>
                    <p:nvSpPr>
                      <p:cNvPr id="113" name="フリーフォーム: 図形 112">
                        <a:extLst>
                          <a:ext uri="{FF2B5EF4-FFF2-40B4-BE49-F238E27FC236}">
                            <a16:creationId xmlns:a16="http://schemas.microsoft.com/office/drawing/2014/main" id="{10AF3FDE-75DD-4999-AA4F-2B956EB9E7B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143250" y="2139950"/>
                        <a:ext cx="2984500" cy="2984500"/>
                      </a:xfrm>
                      <a:custGeom>
                        <a:avLst/>
                        <a:gdLst>
                          <a:gd name="connsiteX0" fmla="*/ 1489075 w 2984500"/>
                          <a:gd name="connsiteY0" fmla="*/ 107950 h 2984500"/>
                          <a:gd name="connsiteX1" fmla="*/ 101600 w 2984500"/>
                          <a:gd name="connsiteY1" fmla="*/ 1495425 h 2984500"/>
                          <a:gd name="connsiteX2" fmla="*/ 1489075 w 2984500"/>
                          <a:gd name="connsiteY2" fmla="*/ 2882900 h 2984500"/>
                          <a:gd name="connsiteX3" fmla="*/ 2876550 w 2984500"/>
                          <a:gd name="connsiteY3" fmla="*/ 1495425 h 2984500"/>
                          <a:gd name="connsiteX4" fmla="*/ 1489075 w 2984500"/>
                          <a:gd name="connsiteY4" fmla="*/ 107950 h 2984500"/>
                          <a:gd name="connsiteX5" fmla="*/ 1492250 w 2984500"/>
                          <a:gd name="connsiteY5" fmla="*/ 0 h 2984500"/>
                          <a:gd name="connsiteX6" fmla="*/ 2984500 w 2984500"/>
                          <a:gd name="connsiteY6" fmla="*/ 1492250 h 2984500"/>
                          <a:gd name="connsiteX7" fmla="*/ 1492250 w 2984500"/>
                          <a:gd name="connsiteY7" fmla="*/ 2984500 h 2984500"/>
                          <a:gd name="connsiteX8" fmla="*/ 0 w 2984500"/>
                          <a:gd name="connsiteY8" fmla="*/ 1492250 h 2984500"/>
                          <a:gd name="connsiteX9" fmla="*/ 1492250 w 2984500"/>
                          <a:gd name="connsiteY9" fmla="*/ 0 h 298450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2984500" h="2984500">
                            <a:moveTo>
                              <a:pt x="1489075" y="107950"/>
                            </a:moveTo>
                            <a:cubicBezTo>
                              <a:pt x="722794" y="107950"/>
                              <a:pt x="101600" y="729144"/>
                              <a:pt x="101600" y="1495425"/>
                            </a:cubicBezTo>
                            <a:cubicBezTo>
                              <a:pt x="101600" y="2261706"/>
                              <a:pt x="722794" y="2882900"/>
                              <a:pt x="1489075" y="2882900"/>
                            </a:cubicBezTo>
                            <a:cubicBezTo>
                              <a:pt x="2255356" y="2882900"/>
                              <a:pt x="2876550" y="2261706"/>
                              <a:pt x="2876550" y="1495425"/>
                            </a:cubicBezTo>
                            <a:cubicBezTo>
                              <a:pt x="2876550" y="729144"/>
                              <a:pt x="2255356" y="107950"/>
                              <a:pt x="1489075" y="107950"/>
                            </a:cubicBezTo>
                            <a:close/>
                            <a:moveTo>
                              <a:pt x="1492250" y="0"/>
                            </a:moveTo>
                            <a:cubicBezTo>
                              <a:pt x="2316397" y="0"/>
                              <a:pt x="2984500" y="668103"/>
                              <a:pt x="2984500" y="1492250"/>
                            </a:cubicBezTo>
                            <a:cubicBezTo>
                              <a:pt x="2984500" y="2316397"/>
                              <a:pt x="2316397" y="2984500"/>
                              <a:pt x="1492250" y="2984500"/>
                            </a:cubicBezTo>
                            <a:cubicBezTo>
                              <a:pt x="668103" y="2984500"/>
                              <a:pt x="0" y="2316397"/>
                              <a:pt x="0" y="1492250"/>
                            </a:cubicBezTo>
                            <a:cubicBezTo>
                              <a:pt x="0" y="668103"/>
                              <a:pt x="668103" y="0"/>
                              <a:pt x="1492250" y="0"/>
                            </a:cubicBezTo>
                            <a:close/>
                          </a:path>
                        </a:pathLst>
                      </a:cu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square" rtlCol="0" anchor="ctr">
                        <a:noAutofit/>
                      </a:bodyPr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grpSp>
                    <p:nvGrpSpPr>
                      <p:cNvPr id="114" name="グループ化 113">
                        <a:extLst>
                          <a:ext uri="{FF2B5EF4-FFF2-40B4-BE49-F238E27FC236}">
                            <a16:creationId xmlns:a16="http://schemas.microsoft.com/office/drawing/2014/main" id="{C9865DE4-7372-4BD0-8573-BF0593A62DD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473071" y="1426313"/>
                        <a:ext cx="4148186" cy="4012982"/>
                        <a:chOff x="2473071" y="1426313"/>
                        <a:chExt cx="4148186" cy="4012982"/>
                      </a:xfrm>
                      <a:grpFill/>
                    </p:grpSpPr>
                    <p:grpSp>
                      <p:nvGrpSpPr>
                        <p:cNvPr id="115" name="グループ化 114">
                          <a:extLst>
                            <a:ext uri="{FF2B5EF4-FFF2-40B4-BE49-F238E27FC236}">
                              <a16:creationId xmlns:a16="http://schemas.microsoft.com/office/drawing/2014/main" id="{648D1024-6C72-478D-9F55-C3E416D4F5A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565524" y="1426313"/>
                          <a:ext cx="2393571" cy="2350351"/>
                          <a:chOff x="3565524" y="1426313"/>
                          <a:chExt cx="2393571" cy="2350351"/>
                        </a:xfrm>
                        <a:grpFill/>
                      </p:grpSpPr>
                      <p:sp>
                        <p:nvSpPr>
                          <p:cNvPr id="126" name="正方形/長方形 5">
                            <a:extLst>
                              <a:ext uri="{FF2B5EF4-FFF2-40B4-BE49-F238E27FC236}">
                                <a16:creationId xmlns:a16="http://schemas.microsoft.com/office/drawing/2014/main" id="{9EB69D90-AEE4-4DF1-BB97-9805F67DBFF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473575" y="1751014"/>
                            <a:ext cx="1293200" cy="2025650"/>
                          </a:xfrm>
                          <a:custGeom>
                            <a:avLst/>
                            <a:gdLst>
                              <a:gd name="connsiteX0" fmla="*/ 0 w 1504950"/>
                              <a:gd name="connsiteY0" fmla="*/ 0 h 2027238"/>
                              <a:gd name="connsiteX1" fmla="*/ 1504950 w 1504950"/>
                              <a:gd name="connsiteY1" fmla="*/ 0 h 2027238"/>
                              <a:gd name="connsiteX2" fmla="*/ 1504950 w 1504950"/>
                              <a:gd name="connsiteY2" fmla="*/ 2027238 h 2027238"/>
                              <a:gd name="connsiteX3" fmla="*/ 0 w 1504950"/>
                              <a:gd name="connsiteY3" fmla="*/ 2027238 h 2027238"/>
                              <a:gd name="connsiteX4" fmla="*/ 0 w 1504950"/>
                              <a:gd name="connsiteY4" fmla="*/ 0 h 2027238"/>
                              <a:gd name="connsiteX0" fmla="*/ 0 w 1647825"/>
                              <a:gd name="connsiteY0" fmla="*/ 547688 h 2027238"/>
                              <a:gd name="connsiteX1" fmla="*/ 1647825 w 1647825"/>
                              <a:gd name="connsiteY1" fmla="*/ 0 h 2027238"/>
                              <a:gd name="connsiteX2" fmla="*/ 1647825 w 1647825"/>
                              <a:gd name="connsiteY2" fmla="*/ 2027238 h 2027238"/>
                              <a:gd name="connsiteX3" fmla="*/ 142875 w 1647825"/>
                              <a:gd name="connsiteY3" fmla="*/ 2027238 h 2027238"/>
                              <a:gd name="connsiteX4" fmla="*/ 0 w 1647825"/>
                              <a:gd name="connsiteY4" fmla="*/ 547688 h 2027238"/>
                              <a:gd name="connsiteX0" fmla="*/ 0 w 1647825"/>
                              <a:gd name="connsiteY0" fmla="*/ 0 h 1479550"/>
                              <a:gd name="connsiteX1" fmla="*/ 981075 w 1647825"/>
                              <a:gd name="connsiteY1" fmla="*/ 619125 h 1479550"/>
                              <a:gd name="connsiteX2" fmla="*/ 1647825 w 1647825"/>
                              <a:gd name="connsiteY2" fmla="*/ 1479550 h 1479550"/>
                              <a:gd name="connsiteX3" fmla="*/ 142875 w 1647825"/>
                              <a:gd name="connsiteY3" fmla="*/ 1479550 h 1479550"/>
                              <a:gd name="connsiteX4" fmla="*/ 0 w 1647825"/>
                              <a:gd name="connsiteY4" fmla="*/ 0 h 1479550"/>
                              <a:gd name="connsiteX0" fmla="*/ 0 w 1995487"/>
                              <a:gd name="connsiteY0" fmla="*/ 0 h 1479550"/>
                              <a:gd name="connsiteX1" fmla="*/ 1995487 w 1995487"/>
                              <a:gd name="connsiteY1" fmla="*/ 38100 h 1479550"/>
                              <a:gd name="connsiteX2" fmla="*/ 1647825 w 1995487"/>
                              <a:gd name="connsiteY2" fmla="*/ 1479550 h 1479550"/>
                              <a:gd name="connsiteX3" fmla="*/ 142875 w 1995487"/>
                              <a:gd name="connsiteY3" fmla="*/ 1479550 h 1479550"/>
                              <a:gd name="connsiteX4" fmla="*/ 0 w 1995487"/>
                              <a:gd name="connsiteY4" fmla="*/ 0 h 1479550"/>
                              <a:gd name="connsiteX0" fmla="*/ 900113 w 1852612"/>
                              <a:gd name="connsiteY0" fmla="*/ 0 h 2032000"/>
                              <a:gd name="connsiteX1" fmla="*/ 1852612 w 1852612"/>
                              <a:gd name="connsiteY1" fmla="*/ 590550 h 2032000"/>
                              <a:gd name="connsiteX2" fmla="*/ 1504950 w 1852612"/>
                              <a:gd name="connsiteY2" fmla="*/ 2032000 h 2032000"/>
                              <a:gd name="connsiteX3" fmla="*/ 0 w 1852612"/>
                              <a:gd name="connsiteY3" fmla="*/ 2032000 h 2032000"/>
                              <a:gd name="connsiteX4" fmla="*/ 900113 w 1852612"/>
                              <a:gd name="connsiteY4" fmla="*/ 0 h 2032000"/>
                              <a:gd name="connsiteX0" fmla="*/ 900113 w 1504950"/>
                              <a:gd name="connsiteY0" fmla="*/ 0 h 2032000"/>
                              <a:gd name="connsiteX1" fmla="*/ 1314449 w 1504950"/>
                              <a:gd name="connsiteY1" fmla="*/ 585788 h 2032000"/>
                              <a:gd name="connsiteX2" fmla="*/ 1504950 w 1504950"/>
                              <a:gd name="connsiteY2" fmla="*/ 2032000 h 2032000"/>
                              <a:gd name="connsiteX3" fmla="*/ 0 w 1504950"/>
                              <a:gd name="connsiteY3" fmla="*/ 2032000 h 2032000"/>
                              <a:gd name="connsiteX4" fmla="*/ 900113 w 1504950"/>
                              <a:gd name="connsiteY4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900113 w 1314449"/>
                              <a:gd name="connsiteY4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622300 w 1314449"/>
                              <a:gd name="connsiteY4" fmla="*/ 642937 h 2032000"/>
                              <a:gd name="connsiteX5" fmla="*/ 900113 w 1314449"/>
                              <a:gd name="connsiteY5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927100 w 1314449"/>
                              <a:gd name="connsiteY4" fmla="*/ 590550 h 2032000"/>
                              <a:gd name="connsiteX5" fmla="*/ 900113 w 1314449"/>
                              <a:gd name="connsiteY5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517525 w 1314449"/>
                              <a:gd name="connsiteY4" fmla="*/ 1243012 h 2032000"/>
                              <a:gd name="connsiteX5" fmla="*/ 927100 w 1314449"/>
                              <a:gd name="connsiteY5" fmla="*/ 590550 h 2032000"/>
                              <a:gd name="connsiteX6" fmla="*/ 900113 w 1314449"/>
                              <a:gd name="connsiteY6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546100 w 1314449"/>
                              <a:gd name="connsiteY4" fmla="*/ 1319212 h 2032000"/>
                              <a:gd name="connsiteX5" fmla="*/ 927100 w 1314449"/>
                              <a:gd name="connsiteY5" fmla="*/ 590550 h 2032000"/>
                              <a:gd name="connsiteX6" fmla="*/ 900113 w 1314449"/>
                              <a:gd name="connsiteY6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812800 w 1314449"/>
                              <a:gd name="connsiteY3" fmla="*/ 1971675 h 2032000"/>
                              <a:gd name="connsiteX4" fmla="*/ 0 w 1314449"/>
                              <a:gd name="connsiteY4" fmla="*/ 2032000 h 2032000"/>
                              <a:gd name="connsiteX5" fmla="*/ 546100 w 1314449"/>
                              <a:gd name="connsiteY5" fmla="*/ 1319212 h 2032000"/>
                              <a:gd name="connsiteX6" fmla="*/ 927100 w 1314449"/>
                              <a:gd name="connsiteY6" fmla="*/ 590550 h 2032000"/>
                              <a:gd name="connsiteX7" fmla="*/ 900113 w 1314449"/>
                              <a:gd name="connsiteY7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812800 w 1314449"/>
                              <a:gd name="connsiteY3" fmla="*/ 1971675 h 2032000"/>
                              <a:gd name="connsiteX4" fmla="*/ 0 w 1314449"/>
                              <a:gd name="connsiteY4" fmla="*/ 2032000 h 2032000"/>
                              <a:gd name="connsiteX5" fmla="*/ 546100 w 1314449"/>
                              <a:gd name="connsiteY5" fmla="*/ 1319212 h 2032000"/>
                              <a:gd name="connsiteX6" fmla="*/ 927100 w 1314449"/>
                              <a:gd name="connsiteY6" fmla="*/ 590550 h 2032000"/>
                              <a:gd name="connsiteX7" fmla="*/ 900113 w 1314449"/>
                              <a:gd name="connsiteY7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912813 w 1314449"/>
                              <a:gd name="connsiteY3" fmla="*/ 1462087 h 2032000"/>
                              <a:gd name="connsiteX4" fmla="*/ 812800 w 1314449"/>
                              <a:gd name="connsiteY4" fmla="*/ 1971675 h 2032000"/>
                              <a:gd name="connsiteX5" fmla="*/ 0 w 1314449"/>
                              <a:gd name="connsiteY5" fmla="*/ 2032000 h 2032000"/>
                              <a:gd name="connsiteX6" fmla="*/ 546100 w 1314449"/>
                              <a:gd name="connsiteY6" fmla="*/ 1319212 h 2032000"/>
                              <a:gd name="connsiteX7" fmla="*/ 927100 w 1314449"/>
                              <a:gd name="connsiteY7" fmla="*/ 590550 h 2032000"/>
                              <a:gd name="connsiteX8" fmla="*/ 900113 w 1314449"/>
                              <a:gd name="connsiteY8" fmla="*/ 0 h 2032000"/>
                              <a:gd name="connsiteX0" fmla="*/ 900113 w 2184400"/>
                              <a:gd name="connsiteY0" fmla="*/ 0 h 2032000"/>
                              <a:gd name="connsiteX1" fmla="*/ 1314449 w 2184400"/>
                              <a:gd name="connsiteY1" fmla="*/ 585788 h 2032000"/>
                              <a:gd name="connsiteX2" fmla="*/ 971550 w 2184400"/>
                              <a:gd name="connsiteY2" fmla="*/ 1136650 h 2032000"/>
                              <a:gd name="connsiteX3" fmla="*/ 2184400 w 2184400"/>
                              <a:gd name="connsiteY3" fmla="*/ 1557337 h 2032000"/>
                              <a:gd name="connsiteX4" fmla="*/ 812800 w 2184400"/>
                              <a:gd name="connsiteY4" fmla="*/ 1971675 h 2032000"/>
                              <a:gd name="connsiteX5" fmla="*/ 0 w 2184400"/>
                              <a:gd name="connsiteY5" fmla="*/ 2032000 h 2032000"/>
                              <a:gd name="connsiteX6" fmla="*/ 546100 w 2184400"/>
                              <a:gd name="connsiteY6" fmla="*/ 1319212 h 2032000"/>
                              <a:gd name="connsiteX7" fmla="*/ 927100 w 2184400"/>
                              <a:gd name="connsiteY7" fmla="*/ 590550 h 2032000"/>
                              <a:gd name="connsiteX8" fmla="*/ 900113 w 2184400"/>
                              <a:gd name="connsiteY8" fmla="*/ 0 h 2032000"/>
                              <a:gd name="connsiteX0" fmla="*/ 900113 w 2184400"/>
                              <a:gd name="connsiteY0" fmla="*/ 0 h 2032000"/>
                              <a:gd name="connsiteX1" fmla="*/ 1314449 w 2184400"/>
                              <a:gd name="connsiteY1" fmla="*/ 585788 h 2032000"/>
                              <a:gd name="connsiteX2" fmla="*/ 971550 w 2184400"/>
                              <a:gd name="connsiteY2" fmla="*/ 1136650 h 2032000"/>
                              <a:gd name="connsiteX3" fmla="*/ 1465262 w 2184400"/>
                              <a:gd name="connsiteY3" fmla="*/ 1309687 h 2032000"/>
                              <a:gd name="connsiteX4" fmla="*/ 2184400 w 2184400"/>
                              <a:gd name="connsiteY4" fmla="*/ 1557337 h 2032000"/>
                              <a:gd name="connsiteX5" fmla="*/ 812800 w 2184400"/>
                              <a:gd name="connsiteY5" fmla="*/ 1971675 h 2032000"/>
                              <a:gd name="connsiteX6" fmla="*/ 0 w 2184400"/>
                              <a:gd name="connsiteY6" fmla="*/ 2032000 h 2032000"/>
                              <a:gd name="connsiteX7" fmla="*/ 546100 w 2184400"/>
                              <a:gd name="connsiteY7" fmla="*/ 1319212 h 2032000"/>
                              <a:gd name="connsiteX8" fmla="*/ 927100 w 2184400"/>
                              <a:gd name="connsiteY8" fmla="*/ 590550 h 2032000"/>
                              <a:gd name="connsiteX9" fmla="*/ 900113 w 2184400"/>
                              <a:gd name="connsiteY9" fmla="*/ 0 h 2032000"/>
                              <a:gd name="connsiteX0" fmla="*/ 900113 w 2184400"/>
                              <a:gd name="connsiteY0" fmla="*/ 0 h 2032000"/>
                              <a:gd name="connsiteX1" fmla="*/ 1314449 w 2184400"/>
                              <a:gd name="connsiteY1" fmla="*/ 585788 h 2032000"/>
                              <a:gd name="connsiteX2" fmla="*/ 971550 w 2184400"/>
                              <a:gd name="connsiteY2" fmla="*/ 1136650 h 2032000"/>
                              <a:gd name="connsiteX3" fmla="*/ 1603374 w 2184400"/>
                              <a:gd name="connsiteY3" fmla="*/ 819149 h 2032000"/>
                              <a:gd name="connsiteX4" fmla="*/ 2184400 w 2184400"/>
                              <a:gd name="connsiteY4" fmla="*/ 1557337 h 2032000"/>
                              <a:gd name="connsiteX5" fmla="*/ 812800 w 2184400"/>
                              <a:gd name="connsiteY5" fmla="*/ 1971675 h 2032000"/>
                              <a:gd name="connsiteX6" fmla="*/ 0 w 2184400"/>
                              <a:gd name="connsiteY6" fmla="*/ 2032000 h 2032000"/>
                              <a:gd name="connsiteX7" fmla="*/ 546100 w 2184400"/>
                              <a:gd name="connsiteY7" fmla="*/ 1319212 h 2032000"/>
                              <a:gd name="connsiteX8" fmla="*/ 927100 w 2184400"/>
                              <a:gd name="connsiteY8" fmla="*/ 590550 h 2032000"/>
                              <a:gd name="connsiteX9" fmla="*/ 900113 w 2184400"/>
                              <a:gd name="connsiteY9" fmla="*/ 0 h 2032000"/>
                              <a:gd name="connsiteX0" fmla="*/ 900113 w 2184400"/>
                              <a:gd name="connsiteY0" fmla="*/ 0 h 2032000"/>
                              <a:gd name="connsiteX1" fmla="*/ 1314449 w 2184400"/>
                              <a:gd name="connsiteY1" fmla="*/ 585788 h 2032000"/>
                              <a:gd name="connsiteX2" fmla="*/ 971550 w 2184400"/>
                              <a:gd name="connsiteY2" fmla="*/ 1136650 h 2032000"/>
                              <a:gd name="connsiteX3" fmla="*/ 1531937 w 2184400"/>
                              <a:gd name="connsiteY3" fmla="*/ 1390649 h 2032000"/>
                              <a:gd name="connsiteX4" fmla="*/ 2184400 w 2184400"/>
                              <a:gd name="connsiteY4" fmla="*/ 1557337 h 2032000"/>
                              <a:gd name="connsiteX5" fmla="*/ 812800 w 2184400"/>
                              <a:gd name="connsiteY5" fmla="*/ 1971675 h 2032000"/>
                              <a:gd name="connsiteX6" fmla="*/ 0 w 2184400"/>
                              <a:gd name="connsiteY6" fmla="*/ 2032000 h 2032000"/>
                              <a:gd name="connsiteX7" fmla="*/ 546100 w 2184400"/>
                              <a:gd name="connsiteY7" fmla="*/ 1319212 h 2032000"/>
                              <a:gd name="connsiteX8" fmla="*/ 927100 w 2184400"/>
                              <a:gd name="connsiteY8" fmla="*/ 590550 h 2032000"/>
                              <a:gd name="connsiteX9" fmla="*/ 900113 w 2184400"/>
                              <a:gd name="connsiteY9" fmla="*/ 0 h 2032000"/>
                              <a:gd name="connsiteX0" fmla="*/ 900113 w 1531937"/>
                              <a:gd name="connsiteY0" fmla="*/ 0 h 2032000"/>
                              <a:gd name="connsiteX1" fmla="*/ 1314449 w 1531937"/>
                              <a:gd name="connsiteY1" fmla="*/ 585788 h 2032000"/>
                              <a:gd name="connsiteX2" fmla="*/ 971550 w 1531937"/>
                              <a:gd name="connsiteY2" fmla="*/ 1136650 h 2032000"/>
                              <a:gd name="connsiteX3" fmla="*/ 1531937 w 1531937"/>
                              <a:gd name="connsiteY3" fmla="*/ 1390649 h 2032000"/>
                              <a:gd name="connsiteX4" fmla="*/ 812800 w 1531937"/>
                              <a:gd name="connsiteY4" fmla="*/ 1971675 h 2032000"/>
                              <a:gd name="connsiteX5" fmla="*/ 0 w 1531937"/>
                              <a:gd name="connsiteY5" fmla="*/ 2032000 h 2032000"/>
                              <a:gd name="connsiteX6" fmla="*/ 546100 w 1531937"/>
                              <a:gd name="connsiteY6" fmla="*/ 1319212 h 2032000"/>
                              <a:gd name="connsiteX7" fmla="*/ 927100 w 1531937"/>
                              <a:gd name="connsiteY7" fmla="*/ 590550 h 2032000"/>
                              <a:gd name="connsiteX8" fmla="*/ 900113 w 1531937"/>
                              <a:gd name="connsiteY8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812800 w 1314449"/>
                              <a:gd name="connsiteY3" fmla="*/ 1971675 h 2032000"/>
                              <a:gd name="connsiteX4" fmla="*/ 0 w 1314449"/>
                              <a:gd name="connsiteY4" fmla="*/ 2032000 h 2032000"/>
                              <a:gd name="connsiteX5" fmla="*/ 546100 w 1314449"/>
                              <a:gd name="connsiteY5" fmla="*/ 1319212 h 2032000"/>
                              <a:gd name="connsiteX6" fmla="*/ 927100 w 1314449"/>
                              <a:gd name="connsiteY6" fmla="*/ 590550 h 2032000"/>
                              <a:gd name="connsiteX7" fmla="*/ 900113 w 1314449"/>
                              <a:gd name="connsiteY7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669925 w 1314449"/>
                              <a:gd name="connsiteY3" fmla="*/ 1409700 h 2032000"/>
                              <a:gd name="connsiteX4" fmla="*/ 0 w 1314449"/>
                              <a:gd name="connsiteY4" fmla="*/ 2032000 h 2032000"/>
                              <a:gd name="connsiteX5" fmla="*/ 546100 w 1314449"/>
                              <a:gd name="connsiteY5" fmla="*/ 1319212 h 2032000"/>
                              <a:gd name="connsiteX6" fmla="*/ 927100 w 1314449"/>
                              <a:gd name="connsiteY6" fmla="*/ 590550 h 2032000"/>
                              <a:gd name="connsiteX7" fmla="*/ 900113 w 1314449"/>
                              <a:gd name="connsiteY7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669925 w 1314449"/>
                              <a:gd name="connsiteY3" fmla="*/ 1409700 h 2032000"/>
                              <a:gd name="connsiteX4" fmla="*/ 317500 w 1314449"/>
                              <a:gd name="connsiteY4" fmla="*/ 1733550 h 2032000"/>
                              <a:gd name="connsiteX5" fmla="*/ 0 w 1314449"/>
                              <a:gd name="connsiteY5" fmla="*/ 2032000 h 2032000"/>
                              <a:gd name="connsiteX6" fmla="*/ 546100 w 1314449"/>
                              <a:gd name="connsiteY6" fmla="*/ 1319212 h 2032000"/>
                              <a:gd name="connsiteX7" fmla="*/ 927100 w 1314449"/>
                              <a:gd name="connsiteY7" fmla="*/ 590550 h 2032000"/>
                              <a:gd name="connsiteX8" fmla="*/ 900113 w 1314449"/>
                              <a:gd name="connsiteY8" fmla="*/ 0 h 2032000"/>
                              <a:gd name="connsiteX0" fmla="*/ 900113 w 1314449"/>
                              <a:gd name="connsiteY0" fmla="*/ 0 h 2057400"/>
                              <a:gd name="connsiteX1" fmla="*/ 1314449 w 1314449"/>
                              <a:gd name="connsiteY1" fmla="*/ 585788 h 2057400"/>
                              <a:gd name="connsiteX2" fmla="*/ 971550 w 1314449"/>
                              <a:gd name="connsiteY2" fmla="*/ 1136650 h 2057400"/>
                              <a:gd name="connsiteX3" fmla="*/ 669925 w 1314449"/>
                              <a:gd name="connsiteY3" fmla="*/ 1409700 h 2057400"/>
                              <a:gd name="connsiteX4" fmla="*/ 346075 w 1314449"/>
                              <a:gd name="connsiteY4" fmla="*/ 2057400 h 2057400"/>
                              <a:gd name="connsiteX5" fmla="*/ 0 w 1314449"/>
                              <a:gd name="connsiteY5" fmla="*/ 2032000 h 2057400"/>
                              <a:gd name="connsiteX6" fmla="*/ 546100 w 1314449"/>
                              <a:gd name="connsiteY6" fmla="*/ 1319212 h 2057400"/>
                              <a:gd name="connsiteX7" fmla="*/ 927100 w 1314449"/>
                              <a:gd name="connsiteY7" fmla="*/ 590550 h 2057400"/>
                              <a:gd name="connsiteX8" fmla="*/ 900113 w 1314449"/>
                              <a:gd name="connsiteY8" fmla="*/ 0 h 2057400"/>
                              <a:gd name="connsiteX0" fmla="*/ 900113 w 1314449"/>
                              <a:gd name="connsiteY0" fmla="*/ 0 h 2057400"/>
                              <a:gd name="connsiteX1" fmla="*/ 1314449 w 1314449"/>
                              <a:gd name="connsiteY1" fmla="*/ 585788 h 2057400"/>
                              <a:gd name="connsiteX2" fmla="*/ 971550 w 1314449"/>
                              <a:gd name="connsiteY2" fmla="*/ 1136650 h 2057400"/>
                              <a:gd name="connsiteX3" fmla="*/ 669925 w 1314449"/>
                              <a:gd name="connsiteY3" fmla="*/ 1409700 h 2057400"/>
                              <a:gd name="connsiteX4" fmla="*/ 346075 w 1314449"/>
                              <a:gd name="connsiteY4" fmla="*/ 2057400 h 2057400"/>
                              <a:gd name="connsiteX5" fmla="*/ 0 w 1314449"/>
                              <a:gd name="connsiteY5" fmla="*/ 2032000 h 2057400"/>
                              <a:gd name="connsiteX6" fmla="*/ 231775 w 1314449"/>
                              <a:gd name="connsiteY6" fmla="*/ 1728787 h 2057400"/>
                              <a:gd name="connsiteX7" fmla="*/ 546100 w 1314449"/>
                              <a:gd name="connsiteY7" fmla="*/ 1319212 h 2057400"/>
                              <a:gd name="connsiteX8" fmla="*/ 927100 w 1314449"/>
                              <a:gd name="connsiteY8" fmla="*/ 590550 h 2057400"/>
                              <a:gd name="connsiteX9" fmla="*/ 900113 w 1314449"/>
                              <a:gd name="connsiteY9" fmla="*/ 0 h 2057400"/>
                              <a:gd name="connsiteX0" fmla="*/ 900113 w 1314449"/>
                              <a:gd name="connsiteY0" fmla="*/ 0 h 2057400"/>
                              <a:gd name="connsiteX1" fmla="*/ 1314449 w 1314449"/>
                              <a:gd name="connsiteY1" fmla="*/ 585788 h 2057400"/>
                              <a:gd name="connsiteX2" fmla="*/ 971550 w 1314449"/>
                              <a:gd name="connsiteY2" fmla="*/ 1136650 h 2057400"/>
                              <a:gd name="connsiteX3" fmla="*/ 669925 w 1314449"/>
                              <a:gd name="connsiteY3" fmla="*/ 1409700 h 2057400"/>
                              <a:gd name="connsiteX4" fmla="*/ 346075 w 1314449"/>
                              <a:gd name="connsiteY4" fmla="*/ 2057400 h 2057400"/>
                              <a:gd name="connsiteX5" fmla="*/ 0 w 1314449"/>
                              <a:gd name="connsiteY5" fmla="*/ 2032000 h 2057400"/>
                              <a:gd name="connsiteX6" fmla="*/ 79375 w 1314449"/>
                              <a:gd name="connsiteY6" fmla="*/ 1704975 h 2057400"/>
                              <a:gd name="connsiteX7" fmla="*/ 546100 w 1314449"/>
                              <a:gd name="connsiteY7" fmla="*/ 1319212 h 2057400"/>
                              <a:gd name="connsiteX8" fmla="*/ 927100 w 1314449"/>
                              <a:gd name="connsiteY8" fmla="*/ 590550 h 2057400"/>
                              <a:gd name="connsiteX9" fmla="*/ 900113 w 1314449"/>
                              <a:gd name="connsiteY9" fmla="*/ 0 h 2057400"/>
                              <a:gd name="connsiteX0" fmla="*/ 881063 w 1314449"/>
                              <a:gd name="connsiteY0" fmla="*/ 0 h 2041525"/>
                              <a:gd name="connsiteX1" fmla="*/ 1314449 w 1314449"/>
                              <a:gd name="connsiteY1" fmla="*/ 569913 h 2041525"/>
                              <a:gd name="connsiteX2" fmla="*/ 971550 w 1314449"/>
                              <a:gd name="connsiteY2" fmla="*/ 1120775 h 2041525"/>
                              <a:gd name="connsiteX3" fmla="*/ 669925 w 1314449"/>
                              <a:gd name="connsiteY3" fmla="*/ 1393825 h 2041525"/>
                              <a:gd name="connsiteX4" fmla="*/ 346075 w 1314449"/>
                              <a:gd name="connsiteY4" fmla="*/ 2041525 h 2041525"/>
                              <a:gd name="connsiteX5" fmla="*/ 0 w 1314449"/>
                              <a:gd name="connsiteY5" fmla="*/ 2016125 h 2041525"/>
                              <a:gd name="connsiteX6" fmla="*/ 79375 w 1314449"/>
                              <a:gd name="connsiteY6" fmla="*/ 1689100 h 2041525"/>
                              <a:gd name="connsiteX7" fmla="*/ 546100 w 1314449"/>
                              <a:gd name="connsiteY7" fmla="*/ 1303337 h 2041525"/>
                              <a:gd name="connsiteX8" fmla="*/ 927100 w 1314449"/>
                              <a:gd name="connsiteY8" fmla="*/ 574675 h 2041525"/>
                              <a:gd name="connsiteX9" fmla="*/ 881063 w 1314449"/>
                              <a:gd name="connsiteY9" fmla="*/ 0 h 2041525"/>
                              <a:gd name="connsiteX0" fmla="*/ 881063 w 1295399"/>
                              <a:gd name="connsiteY0" fmla="*/ 0 h 2041525"/>
                              <a:gd name="connsiteX1" fmla="*/ 1295399 w 1295399"/>
                              <a:gd name="connsiteY1" fmla="*/ 585788 h 2041525"/>
                              <a:gd name="connsiteX2" fmla="*/ 971550 w 1295399"/>
                              <a:gd name="connsiteY2" fmla="*/ 1120775 h 2041525"/>
                              <a:gd name="connsiteX3" fmla="*/ 669925 w 1295399"/>
                              <a:gd name="connsiteY3" fmla="*/ 1393825 h 2041525"/>
                              <a:gd name="connsiteX4" fmla="*/ 346075 w 1295399"/>
                              <a:gd name="connsiteY4" fmla="*/ 2041525 h 2041525"/>
                              <a:gd name="connsiteX5" fmla="*/ 0 w 1295399"/>
                              <a:gd name="connsiteY5" fmla="*/ 2016125 h 2041525"/>
                              <a:gd name="connsiteX6" fmla="*/ 79375 w 1295399"/>
                              <a:gd name="connsiteY6" fmla="*/ 1689100 h 2041525"/>
                              <a:gd name="connsiteX7" fmla="*/ 546100 w 1295399"/>
                              <a:gd name="connsiteY7" fmla="*/ 1303337 h 2041525"/>
                              <a:gd name="connsiteX8" fmla="*/ 927100 w 1295399"/>
                              <a:gd name="connsiteY8" fmla="*/ 574675 h 2041525"/>
                              <a:gd name="connsiteX9" fmla="*/ 881063 w 1295399"/>
                              <a:gd name="connsiteY9" fmla="*/ 0 h 2041525"/>
                              <a:gd name="connsiteX0" fmla="*/ 881063 w 1295399"/>
                              <a:gd name="connsiteY0" fmla="*/ 0 h 2041525"/>
                              <a:gd name="connsiteX1" fmla="*/ 1295399 w 1295399"/>
                              <a:gd name="connsiteY1" fmla="*/ 585788 h 2041525"/>
                              <a:gd name="connsiteX2" fmla="*/ 971550 w 1295399"/>
                              <a:gd name="connsiteY2" fmla="*/ 1120775 h 2041525"/>
                              <a:gd name="connsiteX3" fmla="*/ 669925 w 1295399"/>
                              <a:gd name="connsiteY3" fmla="*/ 1393825 h 2041525"/>
                              <a:gd name="connsiteX4" fmla="*/ 346075 w 1295399"/>
                              <a:gd name="connsiteY4" fmla="*/ 2041525 h 2041525"/>
                              <a:gd name="connsiteX5" fmla="*/ 0 w 1295399"/>
                              <a:gd name="connsiteY5" fmla="*/ 2016125 h 2041525"/>
                              <a:gd name="connsiteX6" fmla="*/ 79375 w 1295399"/>
                              <a:gd name="connsiteY6" fmla="*/ 1689100 h 2041525"/>
                              <a:gd name="connsiteX7" fmla="*/ 546100 w 1295399"/>
                              <a:gd name="connsiteY7" fmla="*/ 1303337 h 2041525"/>
                              <a:gd name="connsiteX8" fmla="*/ 927100 w 1295399"/>
                              <a:gd name="connsiteY8" fmla="*/ 574675 h 2041525"/>
                              <a:gd name="connsiteX9" fmla="*/ 881063 w 1295399"/>
                              <a:gd name="connsiteY9" fmla="*/ 0 h 2041525"/>
                              <a:gd name="connsiteX0" fmla="*/ 881063 w 1295399"/>
                              <a:gd name="connsiteY0" fmla="*/ 0 h 2041525"/>
                              <a:gd name="connsiteX1" fmla="*/ 1295399 w 1295399"/>
                              <a:gd name="connsiteY1" fmla="*/ 585788 h 2041525"/>
                              <a:gd name="connsiteX2" fmla="*/ 971550 w 1295399"/>
                              <a:gd name="connsiteY2" fmla="*/ 1120775 h 2041525"/>
                              <a:gd name="connsiteX3" fmla="*/ 669925 w 1295399"/>
                              <a:gd name="connsiteY3" fmla="*/ 1393825 h 2041525"/>
                              <a:gd name="connsiteX4" fmla="*/ 346075 w 1295399"/>
                              <a:gd name="connsiteY4" fmla="*/ 2041525 h 2041525"/>
                              <a:gd name="connsiteX5" fmla="*/ 0 w 1295399"/>
                              <a:gd name="connsiteY5" fmla="*/ 2016125 h 2041525"/>
                              <a:gd name="connsiteX6" fmla="*/ 79375 w 1295399"/>
                              <a:gd name="connsiteY6" fmla="*/ 1689100 h 2041525"/>
                              <a:gd name="connsiteX7" fmla="*/ 546100 w 1295399"/>
                              <a:gd name="connsiteY7" fmla="*/ 1303337 h 2041525"/>
                              <a:gd name="connsiteX8" fmla="*/ 927100 w 1295399"/>
                              <a:gd name="connsiteY8" fmla="*/ 574675 h 2041525"/>
                              <a:gd name="connsiteX9" fmla="*/ 881063 w 1295399"/>
                              <a:gd name="connsiteY9" fmla="*/ 0 h 2041525"/>
                              <a:gd name="connsiteX0" fmla="*/ 881063 w 1292224"/>
                              <a:gd name="connsiteY0" fmla="*/ 0 h 2041525"/>
                              <a:gd name="connsiteX1" fmla="*/ 1292224 w 1292224"/>
                              <a:gd name="connsiteY1" fmla="*/ 633413 h 2041525"/>
                              <a:gd name="connsiteX2" fmla="*/ 971550 w 1292224"/>
                              <a:gd name="connsiteY2" fmla="*/ 1120775 h 2041525"/>
                              <a:gd name="connsiteX3" fmla="*/ 669925 w 1292224"/>
                              <a:gd name="connsiteY3" fmla="*/ 1393825 h 2041525"/>
                              <a:gd name="connsiteX4" fmla="*/ 346075 w 1292224"/>
                              <a:gd name="connsiteY4" fmla="*/ 2041525 h 2041525"/>
                              <a:gd name="connsiteX5" fmla="*/ 0 w 1292224"/>
                              <a:gd name="connsiteY5" fmla="*/ 2016125 h 2041525"/>
                              <a:gd name="connsiteX6" fmla="*/ 79375 w 1292224"/>
                              <a:gd name="connsiteY6" fmla="*/ 1689100 h 2041525"/>
                              <a:gd name="connsiteX7" fmla="*/ 546100 w 1292224"/>
                              <a:gd name="connsiteY7" fmla="*/ 1303337 h 2041525"/>
                              <a:gd name="connsiteX8" fmla="*/ 927100 w 1292224"/>
                              <a:gd name="connsiteY8" fmla="*/ 574675 h 2041525"/>
                              <a:gd name="connsiteX9" fmla="*/ 881063 w 1292224"/>
                              <a:gd name="connsiteY9" fmla="*/ 0 h 2041525"/>
                              <a:gd name="connsiteX0" fmla="*/ 881063 w 1292224"/>
                              <a:gd name="connsiteY0" fmla="*/ 0 h 2025650"/>
                              <a:gd name="connsiteX1" fmla="*/ 1292224 w 1292224"/>
                              <a:gd name="connsiteY1" fmla="*/ 617538 h 2025650"/>
                              <a:gd name="connsiteX2" fmla="*/ 971550 w 1292224"/>
                              <a:gd name="connsiteY2" fmla="*/ 1104900 h 2025650"/>
                              <a:gd name="connsiteX3" fmla="*/ 669925 w 1292224"/>
                              <a:gd name="connsiteY3" fmla="*/ 1377950 h 2025650"/>
                              <a:gd name="connsiteX4" fmla="*/ 346075 w 1292224"/>
                              <a:gd name="connsiteY4" fmla="*/ 2025650 h 2025650"/>
                              <a:gd name="connsiteX5" fmla="*/ 0 w 1292224"/>
                              <a:gd name="connsiteY5" fmla="*/ 2000250 h 2025650"/>
                              <a:gd name="connsiteX6" fmla="*/ 79375 w 1292224"/>
                              <a:gd name="connsiteY6" fmla="*/ 1673225 h 2025650"/>
                              <a:gd name="connsiteX7" fmla="*/ 546100 w 1292224"/>
                              <a:gd name="connsiteY7" fmla="*/ 1287462 h 2025650"/>
                              <a:gd name="connsiteX8" fmla="*/ 927100 w 1292224"/>
                              <a:gd name="connsiteY8" fmla="*/ 558800 h 2025650"/>
                              <a:gd name="connsiteX9" fmla="*/ 881063 w 1292224"/>
                              <a:gd name="connsiteY9" fmla="*/ 0 h 2025650"/>
                              <a:gd name="connsiteX0" fmla="*/ 881063 w 1292224"/>
                              <a:gd name="connsiteY0" fmla="*/ 0 h 2025650"/>
                              <a:gd name="connsiteX1" fmla="*/ 1292224 w 1292224"/>
                              <a:gd name="connsiteY1" fmla="*/ 617538 h 2025650"/>
                              <a:gd name="connsiteX2" fmla="*/ 971550 w 1292224"/>
                              <a:gd name="connsiteY2" fmla="*/ 1104900 h 2025650"/>
                              <a:gd name="connsiteX3" fmla="*/ 669925 w 1292224"/>
                              <a:gd name="connsiteY3" fmla="*/ 1377950 h 2025650"/>
                              <a:gd name="connsiteX4" fmla="*/ 346075 w 1292224"/>
                              <a:gd name="connsiteY4" fmla="*/ 2025650 h 2025650"/>
                              <a:gd name="connsiteX5" fmla="*/ 0 w 1292224"/>
                              <a:gd name="connsiteY5" fmla="*/ 2000250 h 2025650"/>
                              <a:gd name="connsiteX6" fmla="*/ 79375 w 1292224"/>
                              <a:gd name="connsiteY6" fmla="*/ 1673225 h 2025650"/>
                              <a:gd name="connsiteX7" fmla="*/ 546100 w 1292224"/>
                              <a:gd name="connsiteY7" fmla="*/ 1287462 h 2025650"/>
                              <a:gd name="connsiteX8" fmla="*/ 927100 w 1292224"/>
                              <a:gd name="connsiteY8" fmla="*/ 558800 h 2025650"/>
                              <a:gd name="connsiteX9" fmla="*/ 881063 w 1292224"/>
                              <a:gd name="connsiteY9" fmla="*/ 0 h 2025650"/>
                              <a:gd name="connsiteX0" fmla="*/ 881063 w 1292528"/>
                              <a:gd name="connsiteY0" fmla="*/ 0 h 2025650"/>
                              <a:gd name="connsiteX1" fmla="*/ 1292224 w 1292528"/>
                              <a:gd name="connsiteY1" fmla="*/ 617538 h 2025650"/>
                              <a:gd name="connsiteX2" fmla="*/ 971550 w 1292528"/>
                              <a:gd name="connsiteY2" fmla="*/ 1104900 h 2025650"/>
                              <a:gd name="connsiteX3" fmla="*/ 669925 w 1292528"/>
                              <a:gd name="connsiteY3" fmla="*/ 1377950 h 2025650"/>
                              <a:gd name="connsiteX4" fmla="*/ 346075 w 1292528"/>
                              <a:gd name="connsiteY4" fmla="*/ 2025650 h 2025650"/>
                              <a:gd name="connsiteX5" fmla="*/ 0 w 1292528"/>
                              <a:gd name="connsiteY5" fmla="*/ 2000250 h 2025650"/>
                              <a:gd name="connsiteX6" fmla="*/ 79375 w 1292528"/>
                              <a:gd name="connsiteY6" fmla="*/ 1673225 h 2025650"/>
                              <a:gd name="connsiteX7" fmla="*/ 546100 w 1292528"/>
                              <a:gd name="connsiteY7" fmla="*/ 1287462 h 2025650"/>
                              <a:gd name="connsiteX8" fmla="*/ 927100 w 1292528"/>
                              <a:gd name="connsiteY8" fmla="*/ 558800 h 2025650"/>
                              <a:gd name="connsiteX9" fmla="*/ 881063 w 1292528"/>
                              <a:gd name="connsiteY9" fmla="*/ 0 h 2025650"/>
                              <a:gd name="connsiteX0" fmla="*/ 881063 w 1706353"/>
                              <a:gd name="connsiteY0" fmla="*/ 0 h 2025650"/>
                              <a:gd name="connsiteX1" fmla="*/ 1292224 w 1706353"/>
                              <a:gd name="connsiteY1" fmla="*/ 617538 h 2025650"/>
                              <a:gd name="connsiteX2" fmla="*/ 971550 w 1706353"/>
                              <a:gd name="connsiteY2" fmla="*/ 1104900 h 2025650"/>
                              <a:gd name="connsiteX3" fmla="*/ 669925 w 1706353"/>
                              <a:gd name="connsiteY3" fmla="*/ 1377950 h 2025650"/>
                              <a:gd name="connsiteX4" fmla="*/ 346075 w 1706353"/>
                              <a:gd name="connsiteY4" fmla="*/ 2025650 h 2025650"/>
                              <a:gd name="connsiteX5" fmla="*/ 0 w 1706353"/>
                              <a:gd name="connsiteY5" fmla="*/ 2000250 h 2025650"/>
                              <a:gd name="connsiteX6" fmla="*/ 79375 w 1706353"/>
                              <a:gd name="connsiteY6" fmla="*/ 1673225 h 2025650"/>
                              <a:gd name="connsiteX7" fmla="*/ 546100 w 1706353"/>
                              <a:gd name="connsiteY7" fmla="*/ 1287462 h 2025650"/>
                              <a:gd name="connsiteX8" fmla="*/ 927100 w 1706353"/>
                              <a:gd name="connsiteY8" fmla="*/ 558800 h 2025650"/>
                              <a:gd name="connsiteX9" fmla="*/ 881063 w 1706353"/>
                              <a:gd name="connsiteY9" fmla="*/ 0 h 2025650"/>
                              <a:gd name="connsiteX0" fmla="*/ 881063 w 1292224"/>
                              <a:gd name="connsiteY0" fmla="*/ 0 h 2025650"/>
                              <a:gd name="connsiteX1" fmla="*/ 1292224 w 1292224"/>
                              <a:gd name="connsiteY1" fmla="*/ 617538 h 2025650"/>
                              <a:gd name="connsiteX2" fmla="*/ 971550 w 1292224"/>
                              <a:gd name="connsiteY2" fmla="*/ 1104900 h 2025650"/>
                              <a:gd name="connsiteX3" fmla="*/ 669925 w 1292224"/>
                              <a:gd name="connsiteY3" fmla="*/ 1377950 h 2025650"/>
                              <a:gd name="connsiteX4" fmla="*/ 346075 w 1292224"/>
                              <a:gd name="connsiteY4" fmla="*/ 2025650 h 2025650"/>
                              <a:gd name="connsiteX5" fmla="*/ 0 w 1292224"/>
                              <a:gd name="connsiteY5" fmla="*/ 2000250 h 2025650"/>
                              <a:gd name="connsiteX6" fmla="*/ 79375 w 1292224"/>
                              <a:gd name="connsiteY6" fmla="*/ 1673225 h 2025650"/>
                              <a:gd name="connsiteX7" fmla="*/ 546100 w 1292224"/>
                              <a:gd name="connsiteY7" fmla="*/ 1287462 h 2025650"/>
                              <a:gd name="connsiteX8" fmla="*/ 927100 w 1292224"/>
                              <a:gd name="connsiteY8" fmla="*/ 558800 h 2025650"/>
                              <a:gd name="connsiteX9" fmla="*/ 881063 w 1292224"/>
                              <a:gd name="connsiteY9" fmla="*/ 0 h 2025650"/>
                              <a:gd name="connsiteX0" fmla="*/ 881063 w 1294002"/>
                              <a:gd name="connsiteY0" fmla="*/ 0 h 2025650"/>
                              <a:gd name="connsiteX1" fmla="*/ 1292224 w 1294002"/>
                              <a:gd name="connsiteY1" fmla="*/ 617538 h 2025650"/>
                              <a:gd name="connsiteX2" fmla="*/ 971550 w 1294002"/>
                              <a:gd name="connsiteY2" fmla="*/ 1104900 h 2025650"/>
                              <a:gd name="connsiteX3" fmla="*/ 669925 w 1294002"/>
                              <a:gd name="connsiteY3" fmla="*/ 1377950 h 2025650"/>
                              <a:gd name="connsiteX4" fmla="*/ 346075 w 1294002"/>
                              <a:gd name="connsiteY4" fmla="*/ 2025650 h 2025650"/>
                              <a:gd name="connsiteX5" fmla="*/ 0 w 1294002"/>
                              <a:gd name="connsiteY5" fmla="*/ 2000250 h 2025650"/>
                              <a:gd name="connsiteX6" fmla="*/ 79375 w 1294002"/>
                              <a:gd name="connsiteY6" fmla="*/ 1673225 h 2025650"/>
                              <a:gd name="connsiteX7" fmla="*/ 546100 w 1294002"/>
                              <a:gd name="connsiteY7" fmla="*/ 1287462 h 2025650"/>
                              <a:gd name="connsiteX8" fmla="*/ 927100 w 1294002"/>
                              <a:gd name="connsiteY8" fmla="*/ 558800 h 2025650"/>
                              <a:gd name="connsiteX9" fmla="*/ 881063 w 1294002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71550 w 1297714"/>
                              <a:gd name="connsiteY2" fmla="*/ 1104900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71550 w 1297714"/>
                              <a:gd name="connsiteY2" fmla="*/ 1104900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71550 w 1297714"/>
                              <a:gd name="connsiteY2" fmla="*/ 1104900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71550 w 1297714"/>
                              <a:gd name="connsiteY2" fmla="*/ 1104900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58850 w 1297714"/>
                              <a:gd name="connsiteY2" fmla="*/ 112712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58850 w 1297714"/>
                              <a:gd name="connsiteY2" fmla="*/ 112712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58850 w 1297714"/>
                              <a:gd name="connsiteY2" fmla="*/ 110807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58850 w 1297714"/>
                              <a:gd name="connsiteY2" fmla="*/ 110807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405947"/>
                              <a:gd name="connsiteY0" fmla="*/ 0 h 2025650"/>
                              <a:gd name="connsiteX1" fmla="*/ 1292224 w 1405947"/>
                              <a:gd name="connsiteY1" fmla="*/ 617538 h 2025650"/>
                              <a:gd name="connsiteX2" fmla="*/ 942975 w 1405947"/>
                              <a:gd name="connsiteY2" fmla="*/ 1133475 h 2025650"/>
                              <a:gd name="connsiteX3" fmla="*/ 654050 w 1405947"/>
                              <a:gd name="connsiteY3" fmla="*/ 1387475 h 2025650"/>
                              <a:gd name="connsiteX4" fmla="*/ 346075 w 1405947"/>
                              <a:gd name="connsiteY4" fmla="*/ 2025650 h 2025650"/>
                              <a:gd name="connsiteX5" fmla="*/ 0 w 1405947"/>
                              <a:gd name="connsiteY5" fmla="*/ 2000250 h 2025650"/>
                              <a:gd name="connsiteX6" fmla="*/ 79375 w 1405947"/>
                              <a:gd name="connsiteY6" fmla="*/ 1673225 h 2025650"/>
                              <a:gd name="connsiteX7" fmla="*/ 546100 w 1405947"/>
                              <a:gd name="connsiteY7" fmla="*/ 1287462 h 2025650"/>
                              <a:gd name="connsiteX8" fmla="*/ 927100 w 1405947"/>
                              <a:gd name="connsiteY8" fmla="*/ 558800 h 2025650"/>
                              <a:gd name="connsiteX9" fmla="*/ 881063 w 1405947"/>
                              <a:gd name="connsiteY9" fmla="*/ 0 h 2025650"/>
                              <a:gd name="connsiteX0" fmla="*/ 881063 w 1540903"/>
                              <a:gd name="connsiteY0" fmla="*/ 0 h 2025650"/>
                              <a:gd name="connsiteX1" fmla="*/ 1292224 w 1540903"/>
                              <a:gd name="connsiteY1" fmla="*/ 617538 h 2025650"/>
                              <a:gd name="connsiteX2" fmla="*/ 942975 w 1540903"/>
                              <a:gd name="connsiteY2" fmla="*/ 1133475 h 2025650"/>
                              <a:gd name="connsiteX3" fmla="*/ 654050 w 1540903"/>
                              <a:gd name="connsiteY3" fmla="*/ 1387475 h 2025650"/>
                              <a:gd name="connsiteX4" fmla="*/ 346075 w 1540903"/>
                              <a:gd name="connsiteY4" fmla="*/ 2025650 h 2025650"/>
                              <a:gd name="connsiteX5" fmla="*/ 0 w 1540903"/>
                              <a:gd name="connsiteY5" fmla="*/ 2000250 h 2025650"/>
                              <a:gd name="connsiteX6" fmla="*/ 79375 w 1540903"/>
                              <a:gd name="connsiteY6" fmla="*/ 1673225 h 2025650"/>
                              <a:gd name="connsiteX7" fmla="*/ 546100 w 1540903"/>
                              <a:gd name="connsiteY7" fmla="*/ 1287462 h 2025650"/>
                              <a:gd name="connsiteX8" fmla="*/ 927100 w 1540903"/>
                              <a:gd name="connsiteY8" fmla="*/ 558800 h 2025650"/>
                              <a:gd name="connsiteX9" fmla="*/ 881063 w 1540903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27100 w 1293200"/>
                              <a:gd name="connsiteY8" fmla="*/ 558800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27100 w 1293200"/>
                              <a:gd name="connsiteY8" fmla="*/ 558800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27100 w 1293200"/>
                              <a:gd name="connsiteY8" fmla="*/ 558800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30275 w 1293200"/>
                              <a:gd name="connsiteY8" fmla="*/ 587375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30275 w 1293200"/>
                              <a:gd name="connsiteY8" fmla="*/ 587375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30275 w 1293200"/>
                              <a:gd name="connsiteY8" fmla="*/ 587375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30275 w 1293200"/>
                              <a:gd name="connsiteY8" fmla="*/ 587375 h 2025650"/>
                              <a:gd name="connsiteX9" fmla="*/ 881063 w 1293200"/>
                              <a:gd name="connsiteY9" fmla="*/ 0 h 20256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</a:cxnLst>
                            <a:rect l="l" t="t" r="r" b="b"/>
                            <a:pathLst>
                              <a:path w="1293200" h="2025650">
                                <a:moveTo>
                                  <a:pt x="881063" y="0"/>
                                </a:moveTo>
                                <a:cubicBezTo>
                                  <a:pt x="1152525" y="100013"/>
                                  <a:pt x="1307040" y="391584"/>
                                  <a:pt x="1292224" y="617538"/>
                                </a:cubicBezTo>
                                <a:cubicBezTo>
                                  <a:pt x="1277408" y="843492"/>
                                  <a:pt x="1084791" y="1012296"/>
                                  <a:pt x="942975" y="1133475"/>
                                </a:cubicBezTo>
                                <a:cubicBezTo>
                                  <a:pt x="794808" y="1249892"/>
                                  <a:pt x="754592" y="1299633"/>
                                  <a:pt x="654050" y="1387475"/>
                                </a:cubicBezTo>
                                <a:cubicBezTo>
                                  <a:pt x="314325" y="1778000"/>
                                  <a:pt x="368300" y="1889125"/>
                                  <a:pt x="346075" y="2025650"/>
                                </a:cubicBezTo>
                                <a:lnTo>
                                  <a:pt x="0" y="2000250"/>
                                </a:lnTo>
                                <a:lnTo>
                                  <a:pt x="79375" y="1673225"/>
                                </a:lnTo>
                                <a:cubicBezTo>
                                  <a:pt x="288925" y="1585912"/>
                                  <a:pt x="406400" y="1466850"/>
                                  <a:pt x="546100" y="1287462"/>
                                </a:cubicBezTo>
                                <a:cubicBezTo>
                                  <a:pt x="679450" y="1120775"/>
                                  <a:pt x="901171" y="735542"/>
                                  <a:pt x="930275" y="587375"/>
                                </a:cubicBezTo>
                                <a:cubicBezTo>
                                  <a:pt x="959379" y="439208"/>
                                  <a:pt x="931334" y="160867"/>
                                  <a:pt x="881063" y="0"/>
                                </a:cubicBezTo>
                                <a:close/>
                              </a:path>
                            </a:pathLst>
                          </a:custGeom>
                          <a:grpFill/>
                          <a:ln w="3810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/>
                          </a:p>
                        </p:txBody>
                      </p:sp>
                      <p:sp>
                        <p:nvSpPr>
                          <p:cNvPr id="127" name="フリーフォーム: 図形 126">
                            <a:extLst>
                              <a:ext uri="{FF2B5EF4-FFF2-40B4-BE49-F238E27FC236}">
                                <a16:creationId xmlns:a16="http://schemas.microsoft.com/office/drawing/2014/main" id="{D81F9F0D-2FC4-4784-9B25-1FDD31B4732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1874" y="1466850"/>
                            <a:ext cx="490275" cy="1330325"/>
                          </a:xfrm>
                          <a:custGeom>
                            <a:avLst/>
                            <a:gdLst>
                              <a:gd name="connsiteX0" fmla="*/ 0 w 488950"/>
                              <a:gd name="connsiteY0" fmla="*/ 0 h 1355725"/>
                              <a:gd name="connsiteX1" fmla="*/ 346075 w 488950"/>
                              <a:gd name="connsiteY1" fmla="*/ 146050 h 1355725"/>
                              <a:gd name="connsiteX2" fmla="*/ 488950 w 488950"/>
                              <a:gd name="connsiteY2" fmla="*/ 558800 h 1355725"/>
                              <a:gd name="connsiteX3" fmla="*/ 269875 w 488950"/>
                              <a:gd name="connsiteY3" fmla="*/ 1355725 h 1355725"/>
                              <a:gd name="connsiteX4" fmla="*/ 304800 w 488950"/>
                              <a:gd name="connsiteY4" fmla="*/ 530225 h 1355725"/>
                              <a:gd name="connsiteX5" fmla="*/ 0 w 488950"/>
                              <a:gd name="connsiteY5" fmla="*/ 0 h 1355725"/>
                              <a:gd name="connsiteX0" fmla="*/ 0 w 488950"/>
                              <a:gd name="connsiteY0" fmla="*/ 0 h 1355725"/>
                              <a:gd name="connsiteX1" fmla="*/ 346075 w 488950"/>
                              <a:gd name="connsiteY1" fmla="*/ 146050 h 1355725"/>
                              <a:gd name="connsiteX2" fmla="*/ 488950 w 488950"/>
                              <a:gd name="connsiteY2" fmla="*/ 558800 h 1355725"/>
                              <a:gd name="connsiteX3" fmla="*/ 269875 w 488950"/>
                              <a:gd name="connsiteY3" fmla="*/ 1355725 h 1355725"/>
                              <a:gd name="connsiteX4" fmla="*/ 304800 w 488950"/>
                              <a:gd name="connsiteY4" fmla="*/ 530225 h 1355725"/>
                              <a:gd name="connsiteX5" fmla="*/ 0 w 488950"/>
                              <a:gd name="connsiteY5" fmla="*/ 0 h 1355725"/>
                              <a:gd name="connsiteX0" fmla="*/ 0 w 488950"/>
                              <a:gd name="connsiteY0" fmla="*/ 0 h 1355725"/>
                              <a:gd name="connsiteX1" fmla="*/ 346075 w 488950"/>
                              <a:gd name="connsiteY1" fmla="*/ 146050 h 1355725"/>
                              <a:gd name="connsiteX2" fmla="*/ 488950 w 488950"/>
                              <a:gd name="connsiteY2" fmla="*/ 558800 h 1355725"/>
                              <a:gd name="connsiteX3" fmla="*/ 269875 w 488950"/>
                              <a:gd name="connsiteY3" fmla="*/ 1355725 h 1355725"/>
                              <a:gd name="connsiteX4" fmla="*/ 304800 w 488950"/>
                              <a:gd name="connsiteY4" fmla="*/ 530225 h 1355725"/>
                              <a:gd name="connsiteX5" fmla="*/ 0 w 488950"/>
                              <a:gd name="connsiteY5" fmla="*/ 0 h 1355725"/>
                              <a:gd name="connsiteX0" fmla="*/ 0 w 489078"/>
                              <a:gd name="connsiteY0" fmla="*/ 0 h 1355725"/>
                              <a:gd name="connsiteX1" fmla="*/ 346075 w 489078"/>
                              <a:gd name="connsiteY1" fmla="*/ 146050 h 1355725"/>
                              <a:gd name="connsiteX2" fmla="*/ 488950 w 489078"/>
                              <a:gd name="connsiteY2" fmla="*/ 558800 h 1355725"/>
                              <a:gd name="connsiteX3" fmla="*/ 269875 w 489078"/>
                              <a:gd name="connsiteY3" fmla="*/ 1355725 h 1355725"/>
                              <a:gd name="connsiteX4" fmla="*/ 304800 w 489078"/>
                              <a:gd name="connsiteY4" fmla="*/ 530225 h 1355725"/>
                              <a:gd name="connsiteX5" fmla="*/ 0 w 489078"/>
                              <a:gd name="connsiteY5" fmla="*/ 0 h 1355725"/>
                              <a:gd name="connsiteX0" fmla="*/ 0 w 490414"/>
                              <a:gd name="connsiteY0" fmla="*/ 0 h 1330325"/>
                              <a:gd name="connsiteX1" fmla="*/ 346075 w 490414"/>
                              <a:gd name="connsiteY1" fmla="*/ 146050 h 1330325"/>
                              <a:gd name="connsiteX2" fmla="*/ 488950 w 490414"/>
                              <a:gd name="connsiteY2" fmla="*/ 558800 h 1330325"/>
                              <a:gd name="connsiteX3" fmla="*/ 273050 w 490414"/>
                              <a:gd name="connsiteY3" fmla="*/ 1330325 h 1330325"/>
                              <a:gd name="connsiteX4" fmla="*/ 304800 w 490414"/>
                              <a:gd name="connsiteY4" fmla="*/ 530225 h 1330325"/>
                              <a:gd name="connsiteX5" fmla="*/ 0 w 490414"/>
                              <a:gd name="connsiteY5" fmla="*/ 0 h 1330325"/>
                              <a:gd name="connsiteX0" fmla="*/ 0 w 490414"/>
                              <a:gd name="connsiteY0" fmla="*/ 0 h 1330325"/>
                              <a:gd name="connsiteX1" fmla="*/ 346075 w 490414"/>
                              <a:gd name="connsiteY1" fmla="*/ 146050 h 1330325"/>
                              <a:gd name="connsiteX2" fmla="*/ 488950 w 490414"/>
                              <a:gd name="connsiteY2" fmla="*/ 558800 h 1330325"/>
                              <a:gd name="connsiteX3" fmla="*/ 273050 w 490414"/>
                              <a:gd name="connsiteY3" fmla="*/ 1330325 h 1330325"/>
                              <a:gd name="connsiteX4" fmla="*/ 304800 w 490414"/>
                              <a:gd name="connsiteY4" fmla="*/ 530225 h 1330325"/>
                              <a:gd name="connsiteX5" fmla="*/ 0 w 490414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</a:cxnLst>
                            <a:rect l="l" t="t" r="r" b="b"/>
                            <a:pathLst>
                              <a:path w="490275" h="1330325">
                                <a:moveTo>
                                  <a:pt x="0" y="0"/>
                                </a:moveTo>
                                <a:cubicBezTo>
                                  <a:pt x="134408" y="26458"/>
                                  <a:pt x="264583" y="48154"/>
                                  <a:pt x="346075" y="146050"/>
                                </a:cubicBezTo>
                                <a:cubicBezTo>
                                  <a:pt x="427567" y="243946"/>
                                  <a:pt x="501121" y="389996"/>
                                  <a:pt x="488950" y="587375"/>
                                </a:cubicBezTo>
                                <a:cubicBezTo>
                                  <a:pt x="476779" y="784754"/>
                                  <a:pt x="390525" y="1144058"/>
                                  <a:pt x="273050" y="1330325"/>
                                </a:cubicBezTo>
                                <a:cubicBezTo>
                                  <a:pt x="328083" y="1057275"/>
                                  <a:pt x="364067" y="752475"/>
                                  <a:pt x="304800" y="530225"/>
                                </a:cubicBezTo>
                                <a:cubicBezTo>
                                  <a:pt x="276225" y="388408"/>
                                  <a:pt x="158750" y="138642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grpFill/>
                          <a:ln w="3810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/>
                          </a:p>
                        </p:txBody>
                      </p:sp>
                      <p:sp>
                        <p:nvSpPr>
                          <p:cNvPr id="128" name="フリーフォーム: 図形 127">
                            <a:extLst>
                              <a:ext uri="{FF2B5EF4-FFF2-40B4-BE49-F238E27FC236}">
                                <a16:creationId xmlns:a16="http://schemas.microsoft.com/office/drawing/2014/main" id="{C2FE810E-4262-48AD-A4CC-79EA6DEC9E7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565524" y="1426313"/>
                            <a:ext cx="1530456" cy="983511"/>
                          </a:xfrm>
                          <a:custGeom>
                            <a:avLst/>
                            <a:gdLst>
                              <a:gd name="connsiteX0" fmla="*/ 0 w 1593850"/>
                              <a:gd name="connsiteY0" fmla="*/ 254000 h 1019175"/>
                              <a:gd name="connsiteX1" fmla="*/ 981075 w 1593850"/>
                              <a:gd name="connsiteY1" fmla="*/ 196850 h 1019175"/>
                              <a:gd name="connsiteX2" fmla="*/ 1593850 w 1593850"/>
                              <a:gd name="connsiteY2" fmla="*/ 1019175 h 1019175"/>
                              <a:gd name="connsiteX3" fmla="*/ 1098550 w 1593850"/>
                              <a:gd name="connsiteY3" fmla="*/ 0 h 1019175"/>
                              <a:gd name="connsiteX4" fmla="*/ 0 w 1593850"/>
                              <a:gd name="connsiteY4" fmla="*/ 254000 h 1019175"/>
                              <a:gd name="connsiteX0" fmla="*/ 0 w 1593850"/>
                              <a:gd name="connsiteY0" fmla="*/ 285191 h 1050366"/>
                              <a:gd name="connsiteX1" fmla="*/ 981075 w 1593850"/>
                              <a:gd name="connsiteY1" fmla="*/ 228041 h 1050366"/>
                              <a:gd name="connsiteX2" fmla="*/ 1593850 w 1593850"/>
                              <a:gd name="connsiteY2" fmla="*/ 1050366 h 1050366"/>
                              <a:gd name="connsiteX3" fmla="*/ 1098550 w 1593850"/>
                              <a:gd name="connsiteY3" fmla="*/ 31191 h 1050366"/>
                              <a:gd name="connsiteX4" fmla="*/ 0 w 1593850"/>
                              <a:gd name="connsiteY4" fmla="*/ 285191 h 1050366"/>
                              <a:gd name="connsiteX0" fmla="*/ 0 w 1584325"/>
                              <a:gd name="connsiteY0" fmla="*/ 282407 h 996782"/>
                              <a:gd name="connsiteX1" fmla="*/ 981075 w 1584325"/>
                              <a:gd name="connsiteY1" fmla="*/ 225257 h 996782"/>
                              <a:gd name="connsiteX2" fmla="*/ 1584325 w 1584325"/>
                              <a:gd name="connsiteY2" fmla="*/ 996782 h 996782"/>
                              <a:gd name="connsiteX3" fmla="*/ 1098550 w 1584325"/>
                              <a:gd name="connsiteY3" fmla="*/ 28407 h 996782"/>
                              <a:gd name="connsiteX4" fmla="*/ 0 w 1584325"/>
                              <a:gd name="connsiteY4" fmla="*/ 282407 h 996782"/>
                              <a:gd name="connsiteX0" fmla="*/ 0 w 1586127"/>
                              <a:gd name="connsiteY0" fmla="*/ 282407 h 996782"/>
                              <a:gd name="connsiteX1" fmla="*/ 981075 w 1586127"/>
                              <a:gd name="connsiteY1" fmla="*/ 225257 h 996782"/>
                              <a:gd name="connsiteX2" fmla="*/ 1584325 w 1586127"/>
                              <a:gd name="connsiteY2" fmla="*/ 996782 h 996782"/>
                              <a:gd name="connsiteX3" fmla="*/ 1098550 w 1586127"/>
                              <a:gd name="connsiteY3" fmla="*/ 28407 h 996782"/>
                              <a:gd name="connsiteX4" fmla="*/ 0 w 1586127"/>
                              <a:gd name="connsiteY4" fmla="*/ 282407 h 996782"/>
                              <a:gd name="connsiteX0" fmla="*/ 0 w 1586127"/>
                              <a:gd name="connsiteY0" fmla="*/ 282407 h 996782"/>
                              <a:gd name="connsiteX1" fmla="*/ 981075 w 1586127"/>
                              <a:gd name="connsiteY1" fmla="*/ 225257 h 996782"/>
                              <a:gd name="connsiteX2" fmla="*/ 1584325 w 1586127"/>
                              <a:gd name="connsiteY2" fmla="*/ 996782 h 996782"/>
                              <a:gd name="connsiteX3" fmla="*/ 1098550 w 1586127"/>
                              <a:gd name="connsiteY3" fmla="*/ 28407 h 996782"/>
                              <a:gd name="connsiteX4" fmla="*/ 0 w 1586127"/>
                              <a:gd name="connsiteY4" fmla="*/ 282407 h 996782"/>
                              <a:gd name="connsiteX0" fmla="*/ 0 w 1586127"/>
                              <a:gd name="connsiteY0" fmla="*/ 282407 h 996782"/>
                              <a:gd name="connsiteX1" fmla="*/ 981075 w 1586127"/>
                              <a:gd name="connsiteY1" fmla="*/ 225257 h 996782"/>
                              <a:gd name="connsiteX2" fmla="*/ 1584325 w 1586127"/>
                              <a:gd name="connsiteY2" fmla="*/ 996782 h 996782"/>
                              <a:gd name="connsiteX3" fmla="*/ 1098550 w 1586127"/>
                              <a:gd name="connsiteY3" fmla="*/ 28407 h 996782"/>
                              <a:gd name="connsiteX4" fmla="*/ 0 w 1586127"/>
                              <a:gd name="connsiteY4" fmla="*/ 282407 h 996782"/>
                              <a:gd name="connsiteX0" fmla="*/ 0 w 1532095"/>
                              <a:gd name="connsiteY0" fmla="*/ 247136 h 1002786"/>
                              <a:gd name="connsiteX1" fmla="*/ 927100 w 1532095"/>
                              <a:gd name="connsiteY1" fmla="*/ 231261 h 1002786"/>
                              <a:gd name="connsiteX2" fmla="*/ 1530350 w 1532095"/>
                              <a:gd name="connsiteY2" fmla="*/ 1002786 h 1002786"/>
                              <a:gd name="connsiteX3" fmla="*/ 1044575 w 1532095"/>
                              <a:gd name="connsiteY3" fmla="*/ 34411 h 1002786"/>
                              <a:gd name="connsiteX4" fmla="*/ 0 w 1532095"/>
                              <a:gd name="connsiteY4" fmla="*/ 247136 h 1002786"/>
                              <a:gd name="connsiteX0" fmla="*/ 0 w 1532095"/>
                              <a:gd name="connsiteY0" fmla="*/ 249556 h 1005206"/>
                              <a:gd name="connsiteX1" fmla="*/ 927100 w 1532095"/>
                              <a:gd name="connsiteY1" fmla="*/ 233681 h 1005206"/>
                              <a:gd name="connsiteX2" fmla="*/ 1530350 w 1532095"/>
                              <a:gd name="connsiteY2" fmla="*/ 1005206 h 1005206"/>
                              <a:gd name="connsiteX3" fmla="*/ 1044575 w 1532095"/>
                              <a:gd name="connsiteY3" fmla="*/ 36831 h 1005206"/>
                              <a:gd name="connsiteX4" fmla="*/ 0 w 1532095"/>
                              <a:gd name="connsiteY4" fmla="*/ 249556 h 1005206"/>
                              <a:gd name="connsiteX0" fmla="*/ 0 w 1532095"/>
                              <a:gd name="connsiteY0" fmla="*/ 241106 h 996756"/>
                              <a:gd name="connsiteX1" fmla="*/ 927100 w 1532095"/>
                              <a:gd name="connsiteY1" fmla="*/ 225231 h 996756"/>
                              <a:gd name="connsiteX2" fmla="*/ 1530350 w 1532095"/>
                              <a:gd name="connsiteY2" fmla="*/ 996756 h 996756"/>
                              <a:gd name="connsiteX3" fmla="*/ 1044575 w 1532095"/>
                              <a:gd name="connsiteY3" fmla="*/ 37906 h 996756"/>
                              <a:gd name="connsiteX4" fmla="*/ 0 w 1532095"/>
                              <a:gd name="connsiteY4" fmla="*/ 241106 h 996756"/>
                              <a:gd name="connsiteX0" fmla="*/ 0 w 1531952"/>
                              <a:gd name="connsiteY0" fmla="*/ 220785 h 976435"/>
                              <a:gd name="connsiteX1" fmla="*/ 927100 w 1531952"/>
                              <a:gd name="connsiteY1" fmla="*/ 204910 h 976435"/>
                              <a:gd name="connsiteX2" fmla="*/ 1530350 w 1531952"/>
                              <a:gd name="connsiteY2" fmla="*/ 976435 h 976435"/>
                              <a:gd name="connsiteX3" fmla="*/ 1044575 w 1531952"/>
                              <a:gd name="connsiteY3" fmla="*/ 17585 h 976435"/>
                              <a:gd name="connsiteX4" fmla="*/ 0 w 1531952"/>
                              <a:gd name="connsiteY4" fmla="*/ 220785 h 976435"/>
                              <a:gd name="connsiteX0" fmla="*/ 0 w 1531788"/>
                              <a:gd name="connsiteY0" fmla="*/ 220785 h 976435"/>
                              <a:gd name="connsiteX1" fmla="*/ 927100 w 1531788"/>
                              <a:gd name="connsiteY1" fmla="*/ 204910 h 976435"/>
                              <a:gd name="connsiteX2" fmla="*/ 1530350 w 1531788"/>
                              <a:gd name="connsiteY2" fmla="*/ 976435 h 976435"/>
                              <a:gd name="connsiteX3" fmla="*/ 1009650 w 1531788"/>
                              <a:gd name="connsiteY3" fmla="*/ 17585 h 976435"/>
                              <a:gd name="connsiteX4" fmla="*/ 0 w 1531788"/>
                              <a:gd name="connsiteY4" fmla="*/ 220785 h 976435"/>
                              <a:gd name="connsiteX0" fmla="*/ 0 w 1531872"/>
                              <a:gd name="connsiteY0" fmla="*/ 221904 h 977554"/>
                              <a:gd name="connsiteX1" fmla="*/ 927100 w 1531872"/>
                              <a:gd name="connsiteY1" fmla="*/ 206029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1904 h 977554"/>
                              <a:gd name="connsiteX1" fmla="*/ 920750 w 1531872"/>
                              <a:gd name="connsiteY1" fmla="*/ 152054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1904 h 977554"/>
                              <a:gd name="connsiteX1" fmla="*/ 908050 w 1531872"/>
                              <a:gd name="connsiteY1" fmla="*/ 209204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1904 h 977554"/>
                              <a:gd name="connsiteX1" fmla="*/ 908050 w 1531872"/>
                              <a:gd name="connsiteY1" fmla="*/ 209204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1904 h 977554"/>
                              <a:gd name="connsiteX1" fmla="*/ 908050 w 1531872"/>
                              <a:gd name="connsiteY1" fmla="*/ 209204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7861 h 983511"/>
                              <a:gd name="connsiteX1" fmla="*/ 908050 w 1531872"/>
                              <a:gd name="connsiteY1" fmla="*/ 215161 h 983511"/>
                              <a:gd name="connsiteX2" fmla="*/ 1530350 w 1531872"/>
                              <a:gd name="connsiteY2" fmla="*/ 983511 h 983511"/>
                              <a:gd name="connsiteX3" fmla="*/ 1009650 w 1531872"/>
                              <a:gd name="connsiteY3" fmla="*/ 24661 h 983511"/>
                              <a:gd name="connsiteX4" fmla="*/ 0 w 1531872"/>
                              <a:gd name="connsiteY4" fmla="*/ 227861 h 983511"/>
                              <a:gd name="connsiteX0" fmla="*/ 0 w 1531872"/>
                              <a:gd name="connsiteY0" fmla="*/ 227861 h 983511"/>
                              <a:gd name="connsiteX1" fmla="*/ 927100 w 1531872"/>
                              <a:gd name="connsiteY1" fmla="*/ 211986 h 983511"/>
                              <a:gd name="connsiteX2" fmla="*/ 1530350 w 1531872"/>
                              <a:gd name="connsiteY2" fmla="*/ 983511 h 983511"/>
                              <a:gd name="connsiteX3" fmla="*/ 1009650 w 1531872"/>
                              <a:gd name="connsiteY3" fmla="*/ 24661 h 983511"/>
                              <a:gd name="connsiteX4" fmla="*/ 0 w 1531872"/>
                              <a:gd name="connsiteY4" fmla="*/ 227861 h 983511"/>
                              <a:gd name="connsiteX0" fmla="*/ 0 w 1531872"/>
                              <a:gd name="connsiteY0" fmla="*/ 227861 h 983511"/>
                              <a:gd name="connsiteX1" fmla="*/ 927100 w 1531872"/>
                              <a:gd name="connsiteY1" fmla="*/ 211986 h 983511"/>
                              <a:gd name="connsiteX2" fmla="*/ 1530350 w 1531872"/>
                              <a:gd name="connsiteY2" fmla="*/ 983511 h 983511"/>
                              <a:gd name="connsiteX3" fmla="*/ 1009650 w 1531872"/>
                              <a:gd name="connsiteY3" fmla="*/ 24661 h 983511"/>
                              <a:gd name="connsiteX4" fmla="*/ 0 w 1531872"/>
                              <a:gd name="connsiteY4" fmla="*/ 227861 h 983511"/>
                              <a:gd name="connsiteX0" fmla="*/ 0 w 1531872"/>
                              <a:gd name="connsiteY0" fmla="*/ 227861 h 983511"/>
                              <a:gd name="connsiteX1" fmla="*/ 927100 w 1531872"/>
                              <a:gd name="connsiteY1" fmla="*/ 211986 h 983511"/>
                              <a:gd name="connsiteX2" fmla="*/ 1530350 w 1531872"/>
                              <a:gd name="connsiteY2" fmla="*/ 983511 h 983511"/>
                              <a:gd name="connsiteX3" fmla="*/ 1009650 w 1531872"/>
                              <a:gd name="connsiteY3" fmla="*/ 24661 h 983511"/>
                              <a:gd name="connsiteX4" fmla="*/ 0 w 1531872"/>
                              <a:gd name="connsiteY4" fmla="*/ 227861 h 983511"/>
                              <a:gd name="connsiteX0" fmla="*/ 0 w 1530456"/>
                              <a:gd name="connsiteY0" fmla="*/ 227861 h 983511"/>
                              <a:gd name="connsiteX1" fmla="*/ 927100 w 1530456"/>
                              <a:gd name="connsiteY1" fmla="*/ 211986 h 983511"/>
                              <a:gd name="connsiteX2" fmla="*/ 1530350 w 1530456"/>
                              <a:gd name="connsiteY2" fmla="*/ 983511 h 983511"/>
                              <a:gd name="connsiteX3" fmla="*/ 1009650 w 1530456"/>
                              <a:gd name="connsiteY3" fmla="*/ 24661 h 983511"/>
                              <a:gd name="connsiteX4" fmla="*/ 0 w 1530456"/>
                              <a:gd name="connsiteY4" fmla="*/ 227861 h 983511"/>
                              <a:gd name="connsiteX0" fmla="*/ 0 w 1530456"/>
                              <a:gd name="connsiteY0" fmla="*/ 227861 h 983511"/>
                              <a:gd name="connsiteX1" fmla="*/ 927100 w 1530456"/>
                              <a:gd name="connsiteY1" fmla="*/ 211986 h 983511"/>
                              <a:gd name="connsiteX2" fmla="*/ 1530350 w 1530456"/>
                              <a:gd name="connsiteY2" fmla="*/ 983511 h 983511"/>
                              <a:gd name="connsiteX3" fmla="*/ 1009650 w 1530456"/>
                              <a:gd name="connsiteY3" fmla="*/ 24661 h 983511"/>
                              <a:gd name="connsiteX4" fmla="*/ 0 w 1530456"/>
                              <a:gd name="connsiteY4" fmla="*/ 227861 h 983511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530456" h="983511">
                                <a:moveTo>
                                  <a:pt x="0" y="227861"/>
                                </a:moveTo>
                                <a:cubicBezTo>
                                  <a:pt x="349250" y="135786"/>
                                  <a:pt x="684742" y="111444"/>
                                  <a:pt x="927100" y="211986"/>
                                </a:cubicBezTo>
                                <a:cubicBezTo>
                                  <a:pt x="1169458" y="312528"/>
                                  <a:pt x="1383242" y="389786"/>
                                  <a:pt x="1530350" y="983511"/>
                                </a:cubicBezTo>
                                <a:cubicBezTo>
                                  <a:pt x="1536700" y="399311"/>
                                  <a:pt x="1258358" y="99803"/>
                                  <a:pt x="1009650" y="24661"/>
                                </a:cubicBezTo>
                                <a:cubicBezTo>
                                  <a:pt x="760942" y="-50481"/>
                                  <a:pt x="369358" y="54294"/>
                                  <a:pt x="0" y="227861"/>
                                </a:cubicBezTo>
                                <a:close/>
                              </a:path>
                            </a:pathLst>
                          </a:custGeom>
                          <a:grpFill/>
                          <a:ln w="3810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/>
                          </a:p>
                        </p:txBody>
                      </p:sp>
                      <p:sp>
                        <p:nvSpPr>
                          <p:cNvPr id="129" name="フリーフォーム: 図形 128">
                            <a:extLst>
                              <a:ext uri="{FF2B5EF4-FFF2-40B4-BE49-F238E27FC236}">
                                <a16:creationId xmlns:a16="http://schemas.microsoft.com/office/drawing/2014/main" id="{94A850D4-65F5-4893-939D-F6AA079CE96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451474" y="2711228"/>
                            <a:ext cx="507621" cy="254221"/>
                          </a:xfrm>
                          <a:custGeom>
                            <a:avLst/>
                            <a:gdLst>
                              <a:gd name="connsiteX0" fmla="*/ 0 w 571500"/>
                              <a:gd name="connsiteY0" fmla="*/ 254000 h 254000"/>
                              <a:gd name="connsiteX1" fmla="*/ 400050 w 571500"/>
                              <a:gd name="connsiteY1" fmla="*/ 0 h 254000"/>
                              <a:gd name="connsiteX2" fmla="*/ 571500 w 571500"/>
                              <a:gd name="connsiteY2" fmla="*/ 238125 h 254000"/>
                              <a:gd name="connsiteX3" fmla="*/ 327025 w 571500"/>
                              <a:gd name="connsiteY3" fmla="*/ 184150 h 254000"/>
                              <a:gd name="connsiteX4" fmla="*/ 0 w 571500"/>
                              <a:gd name="connsiteY4" fmla="*/ 254000 h 254000"/>
                              <a:gd name="connsiteX0" fmla="*/ 0 w 571500"/>
                              <a:gd name="connsiteY0" fmla="*/ 254000 h 254000"/>
                              <a:gd name="connsiteX1" fmla="*/ 438150 w 571500"/>
                              <a:gd name="connsiteY1" fmla="*/ 0 h 254000"/>
                              <a:gd name="connsiteX2" fmla="*/ 571500 w 571500"/>
                              <a:gd name="connsiteY2" fmla="*/ 238125 h 254000"/>
                              <a:gd name="connsiteX3" fmla="*/ 327025 w 571500"/>
                              <a:gd name="connsiteY3" fmla="*/ 184150 h 254000"/>
                              <a:gd name="connsiteX4" fmla="*/ 0 w 571500"/>
                              <a:gd name="connsiteY4" fmla="*/ 254000 h 254000"/>
                              <a:gd name="connsiteX0" fmla="*/ 0 w 571500"/>
                              <a:gd name="connsiteY0" fmla="*/ 256437 h 256437"/>
                              <a:gd name="connsiteX1" fmla="*/ 438150 w 571500"/>
                              <a:gd name="connsiteY1" fmla="*/ 2437 h 256437"/>
                              <a:gd name="connsiteX2" fmla="*/ 571500 w 571500"/>
                              <a:gd name="connsiteY2" fmla="*/ 240562 h 256437"/>
                              <a:gd name="connsiteX3" fmla="*/ 327025 w 571500"/>
                              <a:gd name="connsiteY3" fmla="*/ 186587 h 256437"/>
                              <a:gd name="connsiteX4" fmla="*/ 0 w 571500"/>
                              <a:gd name="connsiteY4" fmla="*/ 256437 h 256437"/>
                              <a:gd name="connsiteX0" fmla="*/ 0 w 558800"/>
                              <a:gd name="connsiteY0" fmla="*/ 254033 h 254033"/>
                              <a:gd name="connsiteX1" fmla="*/ 425450 w 558800"/>
                              <a:gd name="connsiteY1" fmla="*/ 33 h 254033"/>
                              <a:gd name="connsiteX2" fmla="*/ 558800 w 558800"/>
                              <a:gd name="connsiteY2" fmla="*/ 238158 h 254033"/>
                              <a:gd name="connsiteX3" fmla="*/ 314325 w 558800"/>
                              <a:gd name="connsiteY3" fmla="*/ 184183 h 254033"/>
                              <a:gd name="connsiteX4" fmla="*/ 0 w 558800"/>
                              <a:gd name="connsiteY4" fmla="*/ 254033 h 254033"/>
                              <a:gd name="connsiteX0" fmla="*/ 0 w 558800"/>
                              <a:gd name="connsiteY0" fmla="*/ 254033 h 254033"/>
                              <a:gd name="connsiteX1" fmla="*/ 425450 w 558800"/>
                              <a:gd name="connsiteY1" fmla="*/ 33 h 254033"/>
                              <a:gd name="connsiteX2" fmla="*/ 558800 w 558800"/>
                              <a:gd name="connsiteY2" fmla="*/ 238158 h 254033"/>
                              <a:gd name="connsiteX3" fmla="*/ 314325 w 558800"/>
                              <a:gd name="connsiteY3" fmla="*/ 184183 h 254033"/>
                              <a:gd name="connsiteX4" fmla="*/ 0 w 558800"/>
                              <a:gd name="connsiteY4" fmla="*/ 254033 h 254033"/>
                              <a:gd name="connsiteX0" fmla="*/ 0 w 558800"/>
                              <a:gd name="connsiteY0" fmla="*/ 254033 h 254033"/>
                              <a:gd name="connsiteX1" fmla="*/ 425450 w 558800"/>
                              <a:gd name="connsiteY1" fmla="*/ 33 h 254033"/>
                              <a:gd name="connsiteX2" fmla="*/ 558800 w 558800"/>
                              <a:gd name="connsiteY2" fmla="*/ 238158 h 254033"/>
                              <a:gd name="connsiteX3" fmla="*/ 314325 w 558800"/>
                              <a:gd name="connsiteY3" fmla="*/ 184183 h 254033"/>
                              <a:gd name="connsiteX4" fmla="*/ 0 w 5588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88925 w 533400"/>
                              <a:gd name="connsiteY3" fmla="*/ 184183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88925 w 533400"/>
                              <a:gd name="connsiteY3" fmla="*/ 184183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88925 w 533400"/>
                              <a:gd name="connsiteY3" fmla="*/ 184183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98450 w 533400"/>
                              <a:gd name="connsiteY3" fmla="*/ 149258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92100 w 533400"/>
                              <a:gd name="connsiteY3" fmla="*/ 187358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92100 w 533400"/>
                              <a:gd name="connsiteY3" fmla="*/ 187358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92100 w 533400"/>
                              <a:gd name="connsiteY3" fmla="*/ 187358 h 254033"/>
                              <a:gd name="connsiteX4" fmla="*/ 0 w 533400"/>
                              <a:gd name="connsiteY4" fmla="*/ 254033 h 254033"/>
                              <a:gd name="connsiteX0" fmla="*/ 0 w 523875"/>
                              <a:gd name="connsiteY0" fmla="*/ 254033 h 254033"/>
                              <a:gd name="connsiteX1" fmla="*/ 400050 w 523875"/>
                              <a:gd name="connsiteY1" fmla="*/ 33 h 254033"/>
                              <a:gd name="connsiteX2" fmla="*/ 523875 w 523875"/>
                              <a:gd name="connsiteY2" fmla="*/ 238158 h 254033"/>
                              <a:gd name="connsiteX3" fmla="*/ 292100 w 523875"/>
                              <a:gd name="connsiteY3" fmla="*/ 187358 h 254033"/>
                              <a:gd name="connsiteX4" fmla="*/ 0 w 523875"/>
                              <a:gd name="connsiteY4" fmla="*/ 254033 h 254033"/>
                              <a:gd name="connsiteX0" fmla="*/ 0 w 523875"/>
                              <a:gd name="connsiteY0" fmla="*/ 254038 h 254038"/>
                              <a:gd name="connsiteX1" fmla="*/ 400050 w 523875"/>
                              <a:gd name="connsiteY1" fmla="*/ 38 h 254038"/>
                              <a:gd name="connsiteX2" fmla="*/ 523875 w 523875"/>
                              <a:gd name="connsiteY2" fmla="*/ 238163 h 254038"/>
                              <a:gd name="connsiteX3" fmla="*/ 292100 w 523875"/>
                              <a:gd name="connsiteY3" fmla="*/ 187363 h 254038"/>
                              <a:gd name="connsiteX4" fmla="*/ 0 w 523875"/>
                              <a:gd name="connsiteY4" fmla="*/ 254038 h 254038"/>
                              <a:gd name="connsiteX0" fmla="*/ 0 w 523875"/>
                              <a:gd name="connsiteY0" fmla="*/ 254038 h 254038"/>
                              <a:gd name="connsiteX1" fmla="*/ 400050 w 523875"/>
                              <a:gd name="connsiteY1" fmla="*/ 38 h 254038"/>
                              <a:gd name="connsiteX2" fmla="*/ 523875 w 523875"/>
                              <a:gd name="connsiteY2" fmla="*/ 238163 h 254038"/>
                              <a:gd name="connsiteX3" fmla="*/ 292100 w 523875"/>
                              <a:gd name="connsiteY3" fmla="*/ 187363 h 254038"/>
                              <a:gd name="connsiteX4" fmla="*/ 0 w 523875"/>
                              <a:gd name="connsiteY4" fmla="*/ 254038 h 254038"/>
                              <a:gd name="connsiteX0" fmla="*/ 0 w 501650"/>
                              <a:gd name="connsiteY0" fmla="*/ 254078 h 254078"/>
                              <a:gd name="connsiteX1" fmla="*/ 400050 w 501650"/>
                              <a:gd name="connsiteY1" fmla="*/ 78 h 254078"/>
                              <a:gd name="connsiteX2" fmla="*/ 501650 w 501650"/>
                              <a:gd name="connsiteY2" fmla="*/ 231853 h 254078"/>
                              <a:gd name="connsiteX3" fmla="*/ 292100 w 501650"/>
                              <a:gd name="connsiteY3" fmla="*/ 187403 h 254078"/>
                              <a:gd name="connsiteX4" fmla="*/ 0 w 501650"/>
                              <a:gd name="connsiteY4" fmla="*/ 254078 h 254078"/>
                              <a:gd name="connsiteX0" fmla="*/ 0 w 501650"/>
                              <a:gd name="connsiteY0" fmla="*/ 254078 h 254078"/>
                              <a:gd name="connsiteX1" fmla="*/ 384175 w 501650"/>
                              <a:gd name="connsiteY1" fmla="*/ 78 h 254078"/>
                              <a:gd name="connsiteX2" fmla="*/ 501650 w 501650"/>
                              <a:gd name="connsiteY2" fmla="*/ 231853 h 254078"/>
                              <a:gd name="connsiteX3" fmla="*/ 292100 w 501650"/>
                              <a:gd name="connsiteY3" fmla="*/ 187403 h 254078"/>
                              <a:gd name="connsiteX4" fmla="*/ 0 w 501650"/>
                              <a:gd name="connsiteY4" fmla="*/ 254078 h 254078"/>
                              <a:gd name="connsiteX0" fmla="*/ 0 w 501650"/>
                              <a:gd name="connsiteY0" fmla="*/ 254260 h 254260"/>
                              <a:gd name="connsiteX1" fmla="*/ 384175 w 501650"/>
                              <a:gd name="connsiteY1" fmla="*/ 260 h 254260"/>
                              <a:gd name="connsiteX2" fmla="*/ 501650 w 501650"/>
                              <a:gd name="connsiteY2" fmla="*/ 232035 h 254260"/>
                              <a:gd name="connsiteX3" fmla="*/ 292100 w 501650"/>
                              <a:gd name="connsiteY3" fmla="*/ 187585 h 254260"/>
                              <a:gd name="connsiteX4" fmla="*/ 0 w 501650"/>
                              <a:gd name="connsiteY4" fmla="*/ 254260 h 254260"/>
                              <a:gd name="connsiteX0" fmla="*/ 0 w 501650"/>
                              <a:gd name="connsiteY0" fmla="*/ 254260 h 254260"/>
                              <a:gd name="connsiteX1" fmla="*/ 384175 w 501650"/>
                              <a:gd name="connsiteY1" fmla="*/ 260 h 254260"/>
                              <a:gd name="connsiteX2" fmla="*/ 501650 w 501650"/>
                              <a:gd name="connsiteY2" fmla="*/ 232035 h 254260"/>
                              <a:gd name="connsiteX3" fmla="*/ 292100 w 501650"/>
                              <a:gd name="connsiteY3" fmla="*/ 187585 h 254260"/>
                              <a:gd name="connsiteX4" fmla="*/ 0 w 501650"/>
                              <a:gd name="connsiteY4" fmla="*/ 254260 h 254260"/>
                              <a:gd name="connsiteX0" fmla="*/ 0 w 501650"/>
                              <a:gd name="connsiteY0" fmla="*/ 254260 h 254260"/>
                              <a:gd name="connsiteX1" fmla="*/ 384175 w 501650"/>
                              <a:gd name="connsiteY1" fmla="*/ 260 h 254260"/>
                              <a:gd name="connsiteX2" fmla="*/ 501650 w 501650"/>
                              <a:gd name="connsiteY2" fmla="*/ 232035 h 254260"/>
                              <a:gd name="connsiteX3" fmla="*/ 292100 w 501650"/>
                              <a:gd name="connsiteY3" fmla="*/ 197110 h 254260"/>
                              <a:gd name="connsiteX4" fmla="*/ 0 w 501650"/>
                              <a:gd name="connsiteY4" fmla="*/ 254260 h 254260"/>
                              <a:gd name="connsiteX0" fmla="*/ 0 w 507621"/>
                              <a:gd name="connsiteY0" fmla="*/ 254221 h 254221"/>
                              <a:gd name="connsiteX1" fmla="*/ 384175 w 507621"/>
                              <a:gd name="connsiteY1" fmla="*/ 221 h 254221"/>
                              <a:gd name="connsiteX2" fmla="*/ 501650 w 507621"/>
                              <a:gd name="connsiteY2" fmla="*/ 231996 h 254221"/>
                              <a:gd name="connsiteX3" fmla="*/ 292100 w 507621"/>
                              <a:gd name="connsiteY3" fmla="*/ 197071 h 254221"/>
                              <a:gd name="connsiteX4" fmla="*/ 0 w 507621"/>
                              <a:gd name="connsiteY4" fmla="*/ 254221 h 254221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507621" h="254221">
                                <a:moveTo>
                                  <a:pt x="0" y="254221"/>
                                </a:moveTo>
                                <a:cubicBezTo>
                                  <a:pt x="142875" y="128279"/>
                                  <a:pt x="300612" y="4824"/>
                                  <a:pt x="384175" y="221"/>
                                </a:cubicBezTo>
                                <a:cubicBezTo>
                                  <a:pt x="509058" y="-6658"/>
                                  <a:pt x="517525" y="149446"/>
                                  <a:pt x="501650" y="231996"/>
                                </a:cubicBezTo>
                                <a:cubicBezTo>
                                  <a:pt x="427567" y="189663"/>
                                  <a:pt x="388408" y="204479"/>
                                  <a:pt x="292100" y="197071"/>
                                </a:cubicBezTo>
                                <a:cubicBezTo>
                                  <a:pt x="197107" y="189764"/>
                                  <a:pt x="127000" y="205538"/>
                                  <a:pt x="0" y="254221"/>
                                </a:cubicBezTo>
                                <a:close/>
                              </a:path>
                            </a:pathLst>
                          </a:custGeom>
                          <a:grpFill/>
                          <a:ln w="3810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/>
                          </a:p>
                        </p:txBody>
                      </p:sp>
                    </p:grpSp>
                    <p:grpSp>
                      <p:nvGrpSpPr>
                        <p:cNvPr id="116" name="グループ化 115">
                          <a:extLst>
                            <a:ext uri="{FF2B5EF4-FFF2-40B4-BE49-F238E27FC236}">
                              <a16:creationId xmlns:a16="http://schemas.microsoft.com/office/drawing/2014/main" id="{7E59C46F-F4DD-4E35-8AD1-268FFB7996E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 rot="7178289">
                          <a:off x="4216275" y="3034314"/>
                          <a:ext cx="2393571" cy="2416392"/>
                          <a:chOff x="3565524" y="1426313"/>
                          <a:chExt cx="2393571" cy="2416392"/>
                        </a:xfrm>
                        <a:grpFill/>
                      </p:grpSpPr>
                      <p:sp>
                        <p:nvSpPr>
                          <p:cNvPr id="122" name="正方形/長方形 5">
                            <a:extLst>
                              <a:ext uri="{FF2B5EF4-FFF2-40B4-BE49-F238E27FC236}">
                                <a16:creationId xmlns:a16="http://schemas.microsoft.com/office/drawing/2014/main" id="{5C5C120E-D96A-4719-8E85-6A1D325A1BC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552950" y="1751015"/>
                            <a:ext cx="1213825" cy="2091690"/>
                          </a:xfrm>
                          <a:custGeom>
                            <a:avLst/>
                            <a:gdLst>
                              <a:gd name="connsiteX0" fmla="*/ 0 w 1504950"/>
                              <a:gd name="connsiteY0" fmla="*/ 0 h 2027238"/>
                              <a:gd name="connsiteX1" fmla="*/ 1504950 w 1504950"/>
                              <a:gd name="connsiteY1" fmla="*/ 0 h 2027238"/>
                              <a:gd name="connsiteX2" fmla="*/ 1504950 w 1504950"/>
                              <a:gd name="connsiteY2" fmla="*/ 2027238 h 2027238"/>
                              <a:gd name="connsiteX3" fmla="*/ 0 w 1504950"/>
                              <a:gd name="connsiteY3" fmla="*/ 2027238 h 2027238"/>
                              <a:gd name="connsiteX4" fmla="*/ 0 w 1504950"/>
                              <a:gd name="connsiteY4" fmla="*/ 0 h 2027238"/>
                              <a:gd name="connsiteX0" fmla="*/ 0 w 1647825"/>
                              <a:gd name="connsiteY0" fmla="*/ 547688 h 2027238"/>
                              <a:gd name="connsiteX1" fmla="*/ 1647825 w 1647825"/>
                              <a:gd name="connsiteY1" fmla="*/ 0 h 2027238"/>
                              <a:gd name="connsiteX2" fmla="*/ 1647825 w 1647825"/>
                              <a:gd name="connsiteY2" fmla="*/ 2027238 h 2027238"/>
                              <a:gd name="connsiteX3" fmla="*/ 142875 w 1647825"/>
                              <a:gd name="connsiteY3" fmla="*/ 2027238 h 2027238"/>
                              <a:gd name="connsiteX4" fmla="*/ 0 w 1647825"/>
                              <a:gd name="connsiteY4" fmla="*/ 547688 h 2027238"/>
                              <a:gd name="connsiteX0" fmla="*/ 0 w 1647825"/>
                              <a:gd name="connsiteY0" fmla="*/ 0 h 1479550"/>
                              <a:gd name="connsiteX1" fmla="*/ 981075 w 1647825"/>
                              <a:gd name="connsiteY1" fmla="*/ 619125 h 1479550"/>
                              <a:gd name="connsiteX2" fmla="*/ 1647825 w 1647825"/>
                              <a:gd name="connsiteY2" fmla="*/ 1479550 h 1479550"/>
                              <a:gd name="connsiteX3" fmla="*/ 142875 w 1647825"/>
                              <a:gd name="connsiteY3" fmla="*/ 1479550 h 1479550"/>
                              <a:gd name="connsiteX4" fmla="*/ 0 w 1647825"/>
                              <a:gd name="connsiteY4" fmla="*/ 0 h 1479550"/>
                              <a:gd name="connsiteX0" fmla="*/ 0 w 1995487"/>
                              <a:gd name="connsiteY0" fmla="*/ 0 h 1479550"/>
                              <a:gd name="connsiteX1" fmla="*/ 1995487 w 1995487"/>
                              <a:gd name="connsiteY1" fmla="*/ 38100 h 1479550"/>
                              <a:gd name="connsiteX2" fmla="*/ 1647825 w 1995487"/>
                              <a:gd name="connsiteY2" fmla="*/ 1479550 h 1479550"/>
                              <a:gd name="connsiteX3" fmla="*/ 142875 w 1995487"/>
                              <a:gd name="connsiteY3" fmla="*/ 1479550 h 1479550"/>
                              <a:gd name="connsiteX4" fmla="*/ 0 w 1995487"/>
                              <a:gd name="connsiteY4" fmla="*/ 0 h 1479550"/>
                              <a:gd name="connsiteX0" fmla="*/ 900113 w 1852612"/>
                              <a:gd name="connsiteY0" fmla="*/ 0 h 2032000"/>
                              <a:gd name="connsiteX1" fmla="*/ 1852612 w 1852612"/>
                              <a:gd name="connsiteY1" fmla="*/ 590550 h 2032000"/>
                              <a:gd name="connsiteX2" fmla="*/ 1504950 w 1852612"/>
                              <a:gd name="connsiteY2" fmla="*/ 2032000 h 2032000"/>
                              <a:gd name="connsiteX3" fmla="*/ 0 w 1852612"/>
                              <a:gd name="connsiteY3" fmla="*/ 2032000 h 2032000"/>
                              <a:gd name="connsiteX4" fmla="*/ 900113 w 1852612"/>
                              <a:gd name="connsiteY4" fmla="*/ 0 h 2032000"/>
                              <a:gd name="connsiteX0" fmla="*/ 900113 w 1504950"/>
                              <a:gd name="connsiteY0" fmla="*/ 0 h 2032000"/>
                              <a:gd name="connsiteX1" fmla="*/ 1314449 w 1504950"/>
                              <a:gd name="connsiteY1" fmla="*/ 585788 h 2032000"/>
                              <a:gd name="connsiteX2" fmla="*/ 1504950 w 1504950"/>
                              <a:gd name="connsiteY2" fmla="*/ 2032000 h 2032000"/>
                              <a:gd name="connsiteX3" fmla="*/ 0 w 1504950"/>
                              <a:gd name="connsiteY3" fmla="*/ 2032000 h 2032000"/>
                              <a:gd name="connsiteX4" fmla="*/ 900113 w 1504950"/>
                              <a:gd name="connsiteY4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900113 w 1314449"/>
                              <a:gd name="connsiteY4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622300 w 1314449"/>
                              <a:gd name="connsiteY4" fmla="*/ 642937 h 2032000"/>
                              <a:gd name="connsiteX5" fmla="*/ 900113 w 1314449"/>
                              <a:gd name="connsiteY5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927100 w 1314449"/>
                              <a:gd name="connsiteY4" fmla="*/ 590550 h 2032000"/>
                              <a:gd name="connsiteX5" fmla="*/ 900113 w 1314449"/>
                              <a:gd name="connsiteY5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517525 w 1314449"/>
                              <a:gd name="connsiteY4" fmla="*/ 1243012 h 2032000"/>
                              <a:gd name="connsiteX5" fmla="*/ 927100 w 1314449"/>
                              <a:gd name="connsiteY5" fmla="*/ 590550 h 2032000"/>
                              <a:gd name="connsiteX6" fmla="*/ 900113 w 1314449"/>
                              <a:gd name="connsiteY6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546100 w 1314449"/>
                              <a:gd name="connsiteY4" fmla="*/ 1319212 h 2032000"/>
                              <a:gd name="connsiteX5" fmla="*/ 927100 w 1314449"/>
                              <a:gd name="connsiteY5" fmla="*/ 590550 h 2032000"/>
                              <a:gd name="connsiteX6" fmla="*/ 900113 w 1314449"/>
                              <a:gd name="connsiteY6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812800 w 1314449"/>
                              <a:gd name="connsiteY3" fmla="*/ 1971675 h 2032000"/>
                              <a:gd name="connsiteX4" fmla="*/ 0 w 1314449"/>
                              <a:gd name="connsiteY4" fmla="*/ 2032000 h 2032000"/>
                              <a:gd name="connsiteX5" fmla="*/ 546100 w 1314449"/>
                              <a:gd name="connsiteY5" fmla="*/ 1319212 h 2032000"/>
                              <a:gd name="connsiteX6" fmla="*/ 927100 w 1314449"/>
                              <a:gd name="connsiteY6" fmla="*/ 590550 h 2032000"/>
                              <a:gd name="connsiteX7" fmla="*/ 900113 w 1314449"/>
                              <a:gd name="connsiteY7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812800 w 1314449"/>
                              <a:gd name="connsiteY3" fmla="*/ 1971675 h 2032000"/>
                              <a:gd name="connsiteX4" fmla="*/ 0 w 1314449"/>
                              <a:gd name="connsiteY4" fmla="*/ 2032000 h 2032000"/>
                              <a:gd name="connsiteX5" fmla="*/ 546100 w 1314449"/>
                              <a:gd name="connsiteY5" fmla="*/ 1319212 h 2032000"/>
                              <a:gd name="connsiteX6" fmla="*/ 927100 w 1314449"/>
                              <a:gd name="connsiteY6" fmla="*/ 590550 h 2032000"/>
                              <a:gd name="connsiteX7" fmla="*/ 900113 w 1314449"/>
                              <a:gd name="connsiteY7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912813 w 1314449"/>
                              <a:gd name="connsiteY3" fmla="*/ 1462087 h 2032000"/>
                              <a:gd name="connsiteX4" fmla="*/ 812800 w 1314449"/>
                              <a:gd name="connsiteY4" fmla="*/ 1971675 h 2032000"/>
                              <a:gd name="connsiteX5" fmla="*/ 0 w 1314449"/>
                              <a:gd name="connsiteY5" fmla="*/ 2032000 h 2032000"/>
                              <a:gd name="connsiteX6" fmla="*/ 546100 w 1314449"/>
                              <a:gd name="connsiteY6" fmla="*/ 1319212 h 2032000"/>
                              <a:gd name="connsiteX7" fmla="*/ 927100 w 1314449"/>
                              <a:gd name="connsiteY7" fmla="*/ 590550 h 2032000"/>
                              <a:gd name="connsiteX8" fmla="*/ 900113 w 1314449"/>
                              <a:gd name="connsiteY8" fmla="*/ 0 h 2032000"/>
                              <a:gd name="connsiteX0" fmla="*/ 900113 w 2184400"/>
                              <a:gd name="connsiteY0" fmla="*/ 0 h 2032000"/>
                              <a:gd name="connsiteX1" fmla="*/ 1314449 w 2184400"/>
                              <a:gd name="connsiteY1" fmla="*/ 585788 h 2032000"/>
                              <a:gd name="connsiteX2" fmla="*/ 971550 w 2184400"/>
                              <a:gd name="connsiteY2" fmla="*/ 1136650 h 2032000"/>
                              <a:gd name="connsiteX3" fmla="*/ 2184400 w 2184400"/>
                              <a:gd name="connsiteY3" fmla="*/ 1557337 h 2032000"/>
                              <a:gd name="connsiteX4" fmla="*/ 812800 w 2184400"/>
                              <a:gd name="connsiteY4" fmla="*/ 1971675 h 2032000"/>
                              <a:gd name="connsiteX5" fmla="*/ 0 w 2184400"/>
                              <a:gd name="connsiteY5" fmla="*/ 2032000 h 2032000"/>
                              <a:gd name="connsiteX6" fmla="*/ 546100 w 2184400"/>
                              <a:gd name="connsiteY6" fmla="*/ 1319212 h 2032000"/>
                              <a:gd name="connsiteX7" fmla="*/ 927100 w 2184400"/>
                              <a:gd name="connsiteY7" fmla="*/ 590550 h 2032000"/>
                              <a:gd name="connsiteX8" fmla="*/ 900113 w 2184400"/>
                              <a:gd name="connsiteY8" fmla="*/ 0 h 2032000"/>
                              <a:gd name="connsiteX0" fmla="*/ 900113 w 2184400"/>
                              <a:gd name="connsiteY0" fmla="*/ 0 h 2032000"/>
                              <a:gd name="connsiteX1" fmla="*/ 1314449 w 2184400"/>
                              <a:gd name="connsiteY1" fmla="*/ 585788 h 2032000"/>
                              <a:gd name="connsiteX2" fmla="*/ 971550 w 2184400"/>
                              <a:gd name="connsiteY2" fmla="*/ 1136650 h 2032000"/>
                              <a:gd name="connsiteX3" fmla="*/ 1465262 w 2184400"/>
                              <a:gd name="connsiteY3" fmla="*/ 1309687 h 2032000"/>
                              <a:gd name="connsiteX4" fmla="*/ 2184400 w 2184400"/>
                              <a:gd name="connsiteY4" fmla="*/ 1557337 h 2032000"/>
                              <a:gd name="connsiteX5" fmla="*/ 812800 w 2184400"/>
                              <a:gd name="connsiteY5" fmla="*/ 1971675 h 2032000"/>
                              <a:gd name="connsiteX6" fmla="*/ 0 w 2184400"/>
                              <a:gd name="connsiteY6" fmla="*/ 2032000 h 2032000"/>
                              <a:gd name="connsiteX7" fmla="*/ 546100 w 2184400"/>
                              <a:gd name="connsiteY7" fmla="*/ 1319212 h 2032000"/>
                              <a:gd name="connsiteX8" fmla="*/ 927100 w 2184400"/>
                              <a:gd name="connsiteY8" fmla="*/ 590550 h 2032000"/>
                              <a:gd name="connsiteX9" fmla="*/ 900113 w 2184400"/>
                              <a:gd name="connsiteY9" fmla="*/ 0 h 2032000"/>
                              <a:gd name="connsiteX0" fmla="*/ 900113 w 2184400"/>
                              <a:gd name="connsiteY0" fmla="*/ 0 h 2032000"/>
                              <a:gd name="connsiteX1" fmla="*/ 1314449 w 2184400"/>
                              <a:gd name="connsiteY1" fmla="*/ 585788 h 2032000"/>
                              <a:gd name="connsiteX2" fmla="*/ 971550 w 2184400"/>
                              <a:gd name="connsiteY2" fmla="*/ 1136650 h 2032000"/>
                              <a:gd name="connsiteX3" fmla="*/ 1603374 w 2184400"/>
                              <a:gd name="connsiteY3" fmla="*/ 819149 h 2032000"/>
                              <a:gd name="connsiteX4" fmla="*/ 2184400 w 2184400"/>
                              <a:gd name="connsiteY4" fmla="*/ 1557337 h 2032000"/>
                              <a:gd name="connsiteX5" fmla="*/ 812800 w 2184400"/>
                              <a:gd name="connsiteY5" fmla="*/ 1971675 h 2032000"/>
                              <a:gd name="connsiteX6" fmla="*/ 0 w 2184400"/>
                              <a:gd name="connsiteY6" fmla="*/ 2032000 h 2032000"/>
                              <a:gd name="connsiteX7" fmla="*/ 546100 w 2184400"/>
                              <a:gd name="connsiteY7" fmla="*/ 1319212 h 2032000"/>
                              <a:gd name="connsiteX8" fmla="*/ 927100 w 2184400"/>
                              <a:gd name="connsiteY8" fmla="*/ 590550 h 2032000"/>
                              <a:gd name="connsiteX9" fmla="*/ 900113 w 2184400"/>
                              <a:gd name="connsiteY9" fmla="*/ 0 h 2032000"/>
                              <a:gd name="connsiteX0" fmla="*/ 900113 w 2184400"/>
                              <a:gd name="connsiteY0" fmla="*/ 0 h 2032000"/>
                              <a:gd name="connsiteX1" fmla="*/ 1314449 w 2184400"/>
                              <a:gd name="connsiteY1" fmla="*/ 585788 h 2032000"/>
                              <a:gd name="connsiteX2" fmla="*/ 971550 w 2184400"/>
                              <a:gd name="connsiteY2" fmla="*/ 1136650 h 2032000"/>
                              <a:gd name="connsiteX3" fmla="*/ 1531937 w 2184400"/>
                              <a:gd name="connsiteY3" fmla="*/ 1390649 h 2032000"/>
                              <a:gd name="connsiteX4" fmla="*/ 2184400 w 2184400"/>
                              <a:gd name="connsiteY4" fmla="*/ 1557337 h 2032000"/>
                              <a:gd name="connsiteX5" fmla="*/ 812800 w 2184400"/>
                              <a:gd name="connsiteY5" fmla="*/ 1971675 h 2032000"/>
                              <a:gd name="connsiteX6" fmla="*/ 0 w 2184400"/>
                              <a:gd name="connsiteY6" fmla="*/ 2032000 h 2032000"/>
                              <a:gd name="connsiteX7" fmla="*/ 546100 w 2184400"/>
                              <a:gd name="connsiteY7" fmla="*/ 1319212 h 2032000"/>
                              <a:gd name="connsiteX8" fmla="*/ 927100 w 2184400"/>
                              <a:gd name="connsiteY8" fmla="*/ 590550 h 2032000"/>
                              <a:gd name="connsiteX9" fmla="*/ 900113 w 2184400"/>
                              <a:gd name="connsiteY9" fmla="*/ 0 h 2032000"/>
                              <a:gd name="connsiteX0" fmla="*/ 900113 w 1531937"/>
                              <a:gd name="connsiteY0" fmla="*/ 0 h 2032000"/>
                              <a:gd name="connsiteX1" fmla="*/ 1314449 w 1531937"/>
                              <a:gd name="connsiteY1" fmla="*/ 585788 h 2032000"/>
                              <a:gd name="connsiteX2" fmla="*/ 971550 w 1531937"/>
                              <a:gd name="connsiteY2" fmla="*/ 1136650 h 2032000"/>
                              <a:gd name="connsiteX3" fmla="*/ 1531937 w 1531937"/>
                              <a:gd name="connsiteY3" fmla="*/ 1390649 h 2032000"/>
                              <a:gd name="connsiteX4" fmla="*/ 812800 w 1531937"/>
                              <a:gd name="connsiteY4" fmla="*/ 1971675 h 2032000"/>
                              <a:gd name="connsiteX5" fmla="*/ 0 w 1531937"/>
                              <a:gd name="connsiteY5" fmla="*/ 2032000 h 2032000"/>
                              <a:gd name="connsiteX6" fmla="*/ 546100 w 1531937"/>
                              <a:gd name="connsiteY6" fmla="*/ 1319212 h 2032000"/>
                              <a:gd name="connsiteX7" fmla="*/ 927100 w 1531937"/>
                              <a:gd name="connsiteY7" fmla="*/ 590550 h 2032000"/>
                              <a:gd name="connsiteX8" fmla="*/ 900113 w 1531937"/>
                              <a:gd name="connsiteY8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812800 w 1314449"/>
                              <a:gd name="connsiteY3" fmla="*/ 1971675 h 2032000"/>
                              <a:gd name="connsiteX4" fmla="*/ 0 w 1314449"/>
                              <a:gd name="connsiteY4" fmla="*/ 2032000 h 2032000"/>
                              <a:gd name="connsiteX5" fmla="*/ 546100 w 1314449"/>
                              <a:gd name="connsiteY5" fmla="*/ 1319212 h 2032000"/>
                              <a:gd name="connsiteX6" fmla="*/ 927100 w 1314449"/>
                              <a:gd name="connsiteY6" fmla="*/ 590550 h 2032000"/>
                              <a:gd name="connsiteX7" fmla="*/ 900113 w 1314449"/>
                              <a:gd name="connsiteY7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669925 w 1314449"/>
                              <a:gd name="connsiteY3" fmla="*/ 1409700 h 2032000"/>
                              <a:gd name="connsiteX4" fmla="*/ 0 w 1314449"/>
                              <a:gd name="connsiteY4" fmla="*/ 2032000 h 2032000"/>
                              <a:gd name="connsiteX5" fmla="*/ 546100 w 1314449"/>
                              <a:gd name="connsiteY5" fmla="*/ 1319212 h 2032000"/>
                              <a:gd name="connsiteX6" fmla="*/ 927100 w 1314449"/>
                              <a:gd name="connsiteY6" fmla="*/ 590550 h 2032000"/>
                              <a:gd name="connsiteX7" fmla="*/ 900113 w 1314449"/>
                              <a:gd name="connsiteY7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669925 w 1314449"/>
                              <a:gd name="connsiteY3" fmla="*/ 1409700 h 2032000"/>
                              <a:gd name="connsiteX4" fmla="*/ 317500 w 1314449"/>
                              <a:gd name="connsiteY4" fmla="*/ 1733550 h 2032000"/>
                              <a:gd name="connsiteX5" fmla="*/ 0 w 1314449"/>
                              <a:gd name="connsiteY5" fmla="*/ 2032000 h 2032000"/>
                              <a:gd name="connsiteX6" fmla="*/ 546100 w 1314449"/>
                              <a:gd name="connsiteY6" fmla="*/ 1319212 h 2032000"/>
                              <a:gd name="connsiteX7" fmla="*/ 927100 w 1314449"/>
                              <a:gd name="connsiteY7" fmla="*/ 590550 h 2032000"/>
                              <a:gd name="connsiteX8" fmla="*/ 900113 w 1314449"/>
                              <a:gd name="connsiteY8" fmla="*/ 0 h 2032000"/>
                              <a:gd name="connsiteX0" fmla="*/ 900113 w 1314449"/>
                              <a:gd name="connsiteY0" fmla="*/ 0 h 2057400"/>
                              <a:gd name="connsiteX1" fmla="*/ 1314449 w 1314449"/>
                              <a:gd name="connsiteY1" fmla="*/ 585788 h 2057400"/>
                              <a:gd name="connsiteX2" fmla="*/ 971550 w 1314449"/>
                              <a:gd name="connsiteY2" fmla="*/ 1136650 h 2057400"/>
                              <a:gd name="connsiteX3" fmla="*/ 669925 w 1314449"/>
                              <a:gd name="connsiteY3" fmla="*/ 1409700 h 2057400"/>
                              <a:gd name="connsiteX4" fmla="*/ 346075 w 1314449"/>
                              <a:gd name="connsiteY4" fmla="*/ 2057400 h 2057400"/>
                              <a:gd name="connsiteX5" fmla="*/ 0 w 1314449"/>
                              <a:gd name="connsiteY5" fmla="*/ 2032000 h 2057400"/>
                              <a:gd name="connsiteX6" fmla="*/ 546100 w 1314449"/>
                              <a:gd name="connsiteY6" fmla="*/ 1319212 h 2057400"/>
                              <a:gd name="connsiteX7" fmla="*/ 927100 w 1314449"/>
                              <a:gd name="connsiteY7" fmla="*/ 590550 h 2057400"/>
                              <a:gd name="connsiteX8" fmla="*/ 900113 w 1314449"/>
                              <a:gd name="connsiteY8" fmla="*/ 0 h 2057400"/>
                              <a:gd name="connsiteX0" fmla="*/ 900113 w 1314449"/>
                              <a:gd name="connsiteY0" fmla="*/ 0 h 2057400"/>
                              <a:gd name="connsiteX1" fmla="*/ 1314449 w 1314449"/>
                              <a:gd name="connsiteY1" fmla="*/ 585788 h 2057400"/>
                              <a:gd name="connsiteX2" fmla="*/ 971550 w 1314449"/>
                              <a:gd name="connsiteY2" fmla="*/ 1136650 h 2057400"/>
                              <a:gd name="connsiteX3" fmla="*/ 669925 w 1314449"/>
                              <a:gd name="connsiteY3" fmla="*/ 1409700 h 2057400"/>
                              <a:gd name="connsiteX4" fmla="*/ 346075 w 1314449"/>
                              <a:gd name="connsiteY4" fmla="*/ 2057400 h 2057400"/>
                              <a:gd name="connsiteX5" fmla="*/ 0 w 1314449"/>
                              <a:gd name="connsiteY5" fmla="*/ 2032000 h 2057400"/>
                              <a:gd name="connsiteX6" fmla="*/ 231775 w 1314449"/>
                              <a:gd name="connsiteY6" fmla="*/ 1728787 h 2057400"/>
                              <a:gd name="connsiteX7" fmla="*/ 546100 w 1314449"/>
                              <a:gd name="connsiteY7" fmla="*/ 1319212 h 2057400"/>
                              <a:gd name="connsiteX8" fmla="*/ 927100 w 1314449"/>
                              <a:gd name="connsiteY8" fmla="*/ 590550 h 2057400"/>
                              <a:gd name="connsiteX9" fmla="*/ 900113 w 1314449"/>
                              <a:gd name="connsiteY9" fmla="*/ 0 h 2057400"/>
                              <a:gd name="connsiteX0" fmla="*/ 900113 w 1314449"/>
                              <a:gd name="connsiteY0" fmla="*/ 0 h 2057400"/>
                              <a:gd name="connsiteX1" fmla="*/ 1314449 w 1314449"/>
                              <a:gd name="connsiteY1" fmla="*/ 585788 h 2057400"/>
                              <a:gd name="connsiteX2" fmla="*/ 971550 w 1314449"/>
                              <a:gd name="connsiteY2" fmla="*/ 1136650 h 2057400"/>
                              <a:gd name="connsiteX3" fmla="*/ 669925 w 1314449"/>
                              <a:gd name="connsiteY3" fmla="*/ 1409700 h 2057400"/>
                              <a:gd name="connsiteX4" fmla="*/ 346075 w 1314449"/>
                              <a:gd name="connsiteY4" fmla="*/ 2057400 h 2057400"/>
                              <a:gd name="connsiteX5" fmla="*/ 0 w 1314449"/>
                              <a:gd name="connsiteY5" fmla="*/ 2032000 h 2057400"/>
                              <a:gd name="connsiteX6" fmla="*/ 79375 w 1314449"/>
                              <a:gd name="connsiteY6" fmla="*/ 1704975 h 2057400"/>
                              <a:gd name="connsiteX7" fmla="*/ 546100 w 1314449"/>
                              <a:gd name="connsiteY7" fmla="*/ 1319212 h 2057400"/>
                              <a:gd name="connsiteX8" fmla="*/ 927100 w 1314449"/>
                              <a:gd name="connsiteY8" fmla="*/ 590550 h 2057400"/>
                              <a:gd name="connsiteX9" fmla="*/ 900113 w 1314449"/>
                              <a:gd name="connsiteY9" fmla="*/ 0 h 2057400"/>
                              <a:gd name="connsiteX0" fmla="*/ 881063 w 1314449"/>
                              <a:gd name="connsiteY0" fmla="*/ 0 h 2041525"/>
                              <a:gd name="connsiteX1" fmla="*/ 1314449 w 1314449"/>
                              <a:gd name="connsiteY1" fmla="*/ 569913 h 2041525"/>
                              <a:gd name="connsiteX2" fmla="*/ 971550 w 1314449"/>
                              <a:gd name="connsiteY2" fmla="*/ 1120775 h 2041525"/>
                              <a:gd name="connsiteX3" fmla="*/ 669925 w 1314449"/>
                              <a:gd name="connsiteY3" fmla="*/ 1393825 h 2041525"/>
                              <a:gd name="connsiteX4" fmla="*/ 346075 w 1314449"/>
                              <a:gd name="connsiteY4" fmla="*/ 2041525 h 2041525"/>
                              <a:gd name="connsiteX5" fmla="*/ 0 w 1314449"/>
                              <a:gd name="connsiteY5" fmla="*/ 2016125 h 2041525"/>
                              <a:gd name="connsiteX6" fmla="*/ 79375 w 1314449"/>
                              <a:gd name="connsiteY6" fmla="*/ 1689100 h 2041525"/>
                              <a:gd name="connsiteX7" fmla="*/ 546100 w 1314449"/>
                              <a:gd name="connsiteY7" fmla="*/ 1303337 h 2041525"/>
                              <a:gd name="connsiteX8" fmla="*/ 927100 w 1314449"/>
                              <a:gd name="connsiteY8" fmla="*/ 574675 h 2041525"/>
                              <a:gd name="connsiteX9" fmla="*/ 881063 w 1314449"/>
                              <a:gd name="connsiteY9" fmla="*/ 0 h 2041525"/>
                              <a:gd name="connsiteX0" fmla="*/ 881063 w 1295399"/>
                              <a:gd name="connsiteY0" fmla="*/ 0 h 2041525"/>
                              <a:gd name="connsiteX1" fmla="*/ 1295399 w 1295399"/>
                              <a:gd name="connsiteY1" fmla="*/ 585788 h 2041525"/>
                              <a:gd name="connsiteX2" fmla="*/ 971550 w 1295399"/>
                              <a:gd name="connsiteY2" fmla="*/ 1120775 h 2041525"/>
                              <a:gd name="connsiteX3" fmla="*/ 669925 w 1295399"/>
                              <a:gd name="connsiteY3" fmla="*/ 1393825 h 2041525"/>
                              <a:gd name="connsiteX4" fmla="*/ 346075 w 1295399"/>
                              <a:gd name="connsiteY4" fmla="*/ 2041525 h 2041525"/>
                              <a:gd name="connsiteX5" fmla="*/ 0 w 1295399"/>
                              <a:gd name="connsiteY5" fmla="*/ 2016125 h 2041525"/>
                              <a:gd name="connsiteX6" fmla="*/ 79375 w 1295399"/>
                              <a:gd name="connsiteY6" fmla="*/ 1689100 h 2041525"/>
                              <a:gd name="connsiteX7" fmla="*/ 546100 w 1295399"/>
                              <a:gd name="connsiteY7" fmla="*/ 1303337 h 2041525"/>
                              <a:gd name="connsiteX8" fmla="*/ 927100 w 1295399"/>
                              <a:gd name="connsiteY8" fmla="*/ 574675 h 2041525"/>
                              <a:gd name="connsiteX9" fmla="*/ 881063 w 1295399"/>
                              <a:gd name="connsiteY9" fmla="*/ 0 h 2041525"/>
                              <a:gd name="connsiteX0" fmla="*/ 881063 w 1295399"/>
                              <a:gd name="connsiteY0" fmla="*/ 0 h 2041525"/>
                              <a:gd name="connsiteX1" fmla="*/ 1295399 w 1295399"/>
                              <a:gd name="connsiteY1" fmla="*/ 585788 h 2041525"/>
                              <a:gd name="connsiteX2" fmla="*/ 971550 w 1295399"/>
                              <a:gd name="connsiteY2" fmla="*/ 1120775 h 2041525"/>
                              <a:gd name="connsiteX3" fmla="*/ 669925 w 1295399"/>
                              <a:gd name="connsiteY3" fmla="*/ 1393825 h 2041525"/>
                              <a:gd name="connsiteX4" fmla="*/ 346075 w 1295399"/>
                              <a:gd name="connsiteY4" fmla="*/ 2041525 h 2041525"/>
                              <a:gd name="connsiteX5" fmla="*/ 0 w 1295399"/>
                              <a:gd name="connsiteY5" fmla="*/ 2016125 h 2041525"/>
                              <a:gd name="connsiteX6" fmla="*/ 79375 w 1295399"/>
                              <a:gd name="connsiteY6" fmla="*/ 1689100 h 2041525"/>
                              <a:gd name="connsiteX7" fmla="*/ 546100 w 1295399"/>
                              <a:gd name="connsiteY7" fmla="*/ 1303337 h 2041525"/>
                              <a:gd name="connsiteX8" fmla="*/ 927100 w 1295399"/>
                              <a:gd name="connsiteY8" fmla="*/ 574675 h 2041525"/>
                              <a:gd name="connsiteX9" fmla="*/ 881063 w 1295399"/>
                              <a:gd name="connsiteY9" fmla="*/ 0 h 2041525"/>
                              <a:gd name="connsiteX0" fmla="*/ 881063 w 1295399"/>
                              <a:gd name="connsiteY0" fmla="*/ 0 h 2041525"/>
                              <a:gd name="connsiteX1" fmla="*/ 1295399 w 1295399"/>
                              <a:gd name="connsiteY1" fmla="*/ 585788 h 2041525"/>
                              <a:gd name="connsiteX2" fmla="*/ 971550 w 1295399"/>
                              <a:gd name="connsiteY2" fmla="*/ 1120775 h 2041525"/>
                              <a:gd name="connsiteX3" fmla="*/ 669925 w 1295399"/>
                              <a:gd name="connsiteY3" fmla="*/ 1393825 h 2041525"/>
                              <a:gd name="connsiteX4" fmla="*/ 346075 w 1295399"/>
                              <a:gd name="connsiteY4" fmla="*/ 2041525 h 2041525"/>
                              <a:gd name="connsiteX5" fmla="*/ 0 w 1295399"/>
                              <a:gd name="connsiteY5" fmla="*/ 2016125 h 2041525"/>
                              <a:gd name="connsiteX6" fmla="*/ 79375 w 1295399"/>
                              <a:gd name="connsiteY6" fmla="*/ 1689100 h 2041525"/>
                              <a:gd name="connsiteX7" fmla="*/ 546100 w 1295399"/>
                              <a:gd name="connsiteY7" fmla="*/ 1303337 h 2041525"/>
                              <a:gd name="connsiteX8" fmla="*/ 927100 w 1295399"/>
                              <a:gd name="connsiteY8" fmla="*/ 574675 h 2041525"/>
                              <a:gd name="connsiteX9" fmla="*/ 881063 w 1295399"/>
                              <a:gd name="connsiteY9" fmla="*/ 0 h 2041525"/>
                              <a:gd name="connsiteX0" fmla="*/ 881063 w 1292224"/>
                              <a:gd name="connsiteY0" fmla="*/ 0 h 2041525"/>
                              <a:gd name="connsiteX1" fmla="*/ 1292224 w 1292224"/>
                              <a:gd name="connsiteY1" fmla="*/ 633413 h 2041525"/>
                              <a:gd name="connsiteX2" fmla="*/ 971550 w 1292224"/>
                              <a:gd name="connsiteY2" fmla="*/ 1120775 h 2041525"/>
                              <a:gd name="connsiteX3" fmla="*/ 669925 w 1292224"/>
                              <a:gd name="connsiteY3" fmla="*/ 1393825 h 2041525"/>
                              <a:gd name="connsiteX4" fmla="*/ 346075 w 1292224"/>
                              <a:gd name="connsiteY4" fmla="*/ 2041525 h 2041525"/>
                              <a:gd name="connsiteX5" fmla="*/ 0 w 1292224"/>
                              <a:gd name="connsiteY5" fmla="*/ 2016125 h 2041525"/>
                              <a:gd name="connsiteX6" fmla="*/ 79375 w 1292224"/>
                              <a:gd name="connsiteY6" fmla="*/ 1689100 h 2041525"/>
                              <a:gd name="connsiteX7" fmla="*/ 546100 w 1292224"/>
                              <a:gd name="connsiteY7" fmla="*/ 1303337 h 2041525"/>
                              <a:gd name="connsiteX8" fmla="*/ 927100 w 1292224"/>
                              <a:gd name="connsiteY8" fmla="*/ 574675 h 2041525"/>
                              <a:gd name="connsiteX9" fmla="*/ 881063 w 1292224"/>
                              <a:gd name="connsiteY9" fmla="*/ 0 h 2041525"/>
                              <a:gd name="connsiteX0" fmla="*/ 881063 w 1292224"/>
                              <a:gd name="connsiteY0" fmla="*/ 0 h 2025650"/>
                              <a:gd name="connsiteX1" fmla="*/ 1292224 w 1292224"/>
                              <a:gd name="connsiteY1" fmla="*/ 617538 h 2025650"/>
                              <a:gd name="connsiteX2" fmla="*/ 971550 w 1292224"/>
                              <a:gd name="connsiteY2" fmla="*/ 1104900 h 2025650"/>
                              <a:gd name="connsiteX3" fmla="*/ 669925 w 1292224"/>
                              <a:gd name="connsiteY3" fmla="*/ 1377950 h 2025650"/>
                              <a:gd name="connsiteX4" fmla="*/ 346075 w 1292224"/>
                              <a:gd name="connsiteY4" fmla="*/ 2025650 h 2025650"/>
                              <a:gd name="connsiteX5" fmla="*/ 0 w 1292224"/>
                              <a:gd name="connsiteY5" fmla="*/ 2000250 h 2025650"/>
                              <a:gd name="connsiteX6" fmla="*/ 79375 w 1292224"/>
                              <a:gd name="connsiteY6" fmla="*/ 1673225 h 2025650"/>
                              <a:gd name="connsiteX7" fmla="*/ 546100 w 1292224"/>
                              <a:gd name="connsiteY7" fmla="*/ 1287462 h 2025650"/>
                              <a:gd name="connsiteX8" fmla="*/ 927100 w 1292224"/>
                              <a:gd name="connsiteY8" fmla="*/ 558800 h 2025650"/>
                              <a:gd name="connsiteX9" fmla="*/ 881063 w 1292224"/>
                              <a:gd name="connsiteY9" fmla="*/ 0 h 2025650"/>
                              <a:gd name="connsiteX0" fmla="*/ 881063 w 1292224"/>
                              <a:gd name="connsiteY0" fmla="*/ 0 h 2025650"/>
                              <a:gd name="connsiteX1" fmla="*/ 1292224 w 1292224"/>
                              <a:gd name="connsiteY1" fmla="*/ 617538 h 2025650"/>
                              <a:gd name="connsiteX2" fmla="*/ 971550 w 1292224"/>
                              <a:gd name="connsiteY2" fmla="*/ 1104900 h 2025650"/>
                              <a:gd name="connsiteX3" fmla="*/ 669925 w 1292224"/>
                              <a:gd name="connsiteY3" fmla="*/ 1377950 h 2025650"/>
                              <a:gd name="connsiteX4" fmla="*/ 346075 w 1292224"/>
                              <a:gd name="connsiteY4" fmla="*/ 2025650 h 2025650"/>
                              <a:gd name="connsiteX5" fmla="*/ 0 w 1292224"/>
                              <a:gd name="connsiteY5" fmla="*/ 2000250 h 2025650"/>
                              <a:gd name="connsiteX6" fmla="*/ 79375 w 1292224"/>
                              <a:gd name="connsiteY6" fmla="*/ 1673225 h 2025650"/>
                              <a:gd name="connsiteX7" fmla="*/ 546100 w 1292224"/>
                              <a:gd name="connsiteY7" fmla="*/ 1287462 h 2025650"/>
                              <a:gd name="connsiteX8" fmla="*/ 927100 w 1292224"/>
                              <a:gd name="connsiteY8" fmla="*/ 558800 h 2025650"/>
                              <a:gd name="connsiteX9" fmla="*/ 881063 w 1292224"/>
                              <a:gd name="connsiteY9" fmla="*/ 0 h 2025650"/>
                              <a:gd name="connsiteX0" fmla="*/ 881063 w 1292528"/>
                              <a:gd name="connsiteY0" fmla="*/ 0 h 2025650"/>
                              <a:gd name="connsiteX1" fmla="*/ 1292224 w 1292528"/>
                              <a:gd name="connsiteY1" fmla="*/ 617538 h 2025650"/>
                              <a:gd name="connsiteX2" fmla="*/ 971550 w 1292528"/>
                              <a:gd name="connsiteY2" fmla="*/ 1104900 h 2025650"/>
                              <a:gd name="connsiteX3" fmla="*/ 669925 w 1292528"/>
                              <a:gd name="connsiteY3" fmla="*/ 1377950 h 2025650"/>
                              <a:gd name="connsiteX4" fmla="*/ 346075 w 1292528"/>
                              <a:gd name="connsiteY4" fmla="*/ 2025650 h 2025650"/>
                              <a:gd name="connsiteX5" fmla="*/ 0 w 1292528"/>
                              <a:gd name="connsiteY5" fmla="*/ 2000250 h 2025650"/>
                              <a:gd name="connsiteX6" fmla="*/ 79375 w 1292528"/>
                              <a:gd name="connsiteY6" fmla="*/ 1673225 h 2025650"/>
                              <a:gd name="connsiteX7" fmla="*/ 546100 w 1292528"/>
                              <a:gd name="connsiteY7" fmla="*/ 1287462 h 2025650"/>
                              <a:gd name="connsiteX8" fmla="*/ 927100 w 1292528"/>
                              <a:gd name="connsiteY8" fmla="*/ 558800 h 2025650"/>
                              <a:gd name="connsiteX9" fmla="*/ 881063 w 1292528"/>
                              <a:gd name="connsiteY9" fmla="*/ 0 h 2025650"/>
                              <a:gd name="connsiteX0" fmla="*/ 881063 w 1706353"/>
                              <a:gd name="connsiteY0" fmla="*/ 0 h 2025650"/>
                              <a:gd name="connsiteX1" fmla="*/ 1292224 w 1706353"/>
                              <a:gd name="connsiteY1" fmla="*/ 617538 h 2025650"/>
                              <a:gd name="connsiteX2" fmla="*/ 971550 w 1706353"/>
                              <a:gd name="connsiteY2" fmla="*/ 1104900 h 2025650"/>
                              <a:gd name="connsiteX3" fmla="*/ 669925 w 1706353"/>
                              <a:gd name="connsiteY3" fmla="*/ 1377950 h 2025650"/>
                              <a:gd name="connsiteX4" fmla="*/ 346075 w 1706353"/>
                              <a:gd name="connsiteY4" fmla="*/ 2025650 h 2025650"/>
                              <a:gd name="connsiteX5" fmla="*/ 0 w 1706353"/>
                              <a:gd name="connsiteY5" fmla="*/ 2000250 h 2025650"/>
                              <a:gd name="connsiteX6" fmla="*/ 79375 w 1706353"/>
                              <a:gd name="connsiteY6" fmla="*/ 1673225 h 2025650"/>
                              <a:gd name="connsiteX7" fmla="*/ 546100 w 1706353"/>
                              <a:gd name="connsiteY7" fmla="*/ 1287462 h 2025650"/>
                              <a:gd name="connsiteX8" fmla="*/ 927100 w 1706353"/>
                              <a:gd name="connsiteY8" fmla="*/ 558800 h 2025650"/>
                              <a:gd name="connsiteX9" fmla="*/ 881063 w 1706353"/>
                              <a:gd name="connsiteY9" fmla="*/ 0 h 2025650"/>
                              <a:gd name="connsiteX0" fmla="*/ 881063 w 1292224"/>
                              <a:gd name="connsiteY0" fmla="*/ 0 h 2025650"/>
                              <a:gd name="connsiteX1" fmla="*/ 1292224 w 1292224"/>
                              <a:gd name="connsiteY1" fmla="*/ 617538 h 2025650"/>
                              <a:gd name="connsiteX2" fmla="*/ 971550 w 1292224"/>
                              <a:gd name="connsiteY2" fmla="*/ 1104900 h 2025650"/>
                              <a:gd name="connsiteX3" fmla="*/ 669925 w 1292224"/>
                              <a:gd name="connsiteY3" fmla="*/ 1377950 h 2025650"/>
                              <a:gd name="connsiteX4" fmla="*/ 346075 w 1292224"/>
                              <a:gd name="connsiteY4" fmla="*/ 2025650 h 2025650"/>
                              <a:gd name="connsiteX5" fmla="*/ 0 w 1292224"/>
                              <a:gd name="connsiteY5" fmla="*/ 2000250 h 2025650"/>
                              <a:gd name="connsiteX6" fmla="*/ 79375 w 1292224"/>
                              <a:gd name="connsiteY6" fmla="*/ 1673225 h 2025650"/>
                              <a:gd name="connsiteX7" fmla="*/ 546100 w 1292224"/>
                              <a:gd name="connsiteY7" fmla="*/ 1287462 h 2025650"/>
                              <a:gd name="connsiteX8" fmla="*/ 927100 w 1292224"/>
                              <a:gd name="connsiteY8" fmla="*/ 558800 h 2025650"/>
                              <a:gd name="connsiteX9" fmla="*/ 881063 w 1292224"/>
                              <a:gd name="connsiteY9" fmla="*/ 0 h 2025650"/>
                              <a:gd name="connsiteX0" fmla="*/ 881063 w 1294002"/>
                              <a:gd name="connsiteY0" fmla="*/ 0 h 2025650"/>
                              <a:gd name="connsiteX1" fmla="*/ 1292224 w 1294002"/>
                              <a:gd name="connsiteY1" fmla="*/ 617538 h 2025650"/>
                              <a:gd name="connsiteX2" fmla="*/ 971550 w 1294002"/>
                              <a:gd name="connsiteY2" fmla="*/ 1104900 h 2025650"/>
                              <a:gd name="connsiteX3" fmla="*/ 669925 w 1294002"/>
                              <a:gd name="connsiteY3" fmla="*/ 1377950 h 2025650"/>
                              <a:gd name="connsiteX4" fmla="*/ 346075 w 1294002"/>
                              <a:gd name="connsiteY4" fmla="*/ 2025650 h 2025650"/>
                              <a:gd name="connsiteX5" fmla="*/ 0 w 1294002"/>
                              <a:gd name="connsiteY5" fmla="*/ 2000250 h 2025650"/>
                              <a:gd name="connsiteX6" fmla="*/ 79375 w 1294002"/>
                              <a:gd name="connsiteY6" fmla="*/ 1673225 h 2025650"/>
                              <a:gd name="connsiteX7" fmla="*/ 546100 w 1294002"/>
                              <a:gd name="connsiteY7" fmla="*/ 1287462 h 2025650"/>
                              <a:gd name="connsiteX8" fmla="*/ 927100 w 1294002"/>
                              <a:gd name="connsiteY8" fmla="*/ 558800 h 2025650"/>
                              <a:gd name="connsiteX9" fmla="*/ 881063 w 1294002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71550 w 1297714"/>
                              <a:gd name="connsiteY2" fmla="*/ 1104900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71550 w 1297714"/>
                              <a:gd name="connsiteY2" fmla="*/ 1104900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71550 w 1297714"/>
                              <a:gd name="connsiteY2" fmla="*/ 1104900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71550 w 1297714"/>
                              <a:gd name="connsiteY2" fmla="*/ 1104900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58850 w 1297714"/>
                              <a:gd name="connsiteY2" fmla="*/ 112712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58850 w 1297714"/>
                              <a:gd name="connsiteY2" fmla="*/ 112712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58850 w 1297714"/>
                              <a:gd name="connsiteY2" fmla="*/ 110807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58850 w 1297714"/>
                              <a:gd name="connsiteY2" fmla="*/ 110807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405947"/>
                              <a:gd name="connsiteY0" fmla="*/ 0 h 2025650"/>
                              <a:gd name="connsiteX1" fmla="*/ 1292224 w 1405947"/>
                              <a:gd name="connsiteY1" fmla="*/ 617538 h 2025650"/>
                              <a:gd name="connsiteX2" fmla="*/ 942975 w 1405947"/>
                              <a:gd name="connsiteY2" fmla="*/ 1133475 h 2025650"/>
                              <a:gd name="connsiteX3" fmla="*/ 654050 w 1405947"/>
                              <a:gd name="connsiteY3" fmla="*/ 1387475 h 2025650"/>
                              <a:gd name="connsiteX4" fmla="*/ 346075 w 1405947"/>
                              <a:gd name="connsiteY4" fmla="*/ 2025650 h 2025650"/>
                              <a:gd name="connsiteX5" fmla="*/ 0 w 1405947"/>
                              <a:gd name="connsiteY5" fmla="*/ 2000250 h 2025650"/>
                              <a:gd name="connsiteX6" fmla="*/ 79375 w 1405947"/>
                              <a:gd name="connsiteY6" fmla="*/ 1673225 h 2025650"/>
                              <a:gd name="connsiteX7" fmla="*/ 546100 w 1405947"/>
                              <a:gd name="connsiteY7" fmla="*/ 1287462 h 2025650"/>
                              <a:gd name="connsiteX8" fmla="*/ 927100 w 1405947"/>
                              <a:gd name="connsiteY8" fmla="*/ 558800 h 2025650"/>
                              <a:gd name="connsiteX9" fmla="*/ 881063 w 1405947"/>
                              <a:gd name="connsiteY9" fmla="*/ 0 h 2025650"/>
                              <a:gd name="connsiteX0" fmla="*/ 881063 w 1540903"/>
                              <a:gd name="connsiteY0" fmla="*/ 0 h 2025650"/>
                              <a:gd name="connsiteX1" fmla="*/ 1292224 w 1540903"/>
                              <a:gd name="connsiteY1" fmla="*/ 617538 h 2025650"/>
                              <a:gd name="connsiteX2" fmla="*/ 942975 w 1540903"/>
                              <a:gd name="connsiteY2" fmla="*/ 1133475 h 2025650"/>
                              <a:gd name="connsiteX3" fmla="*/ 654050 w 1540903"/>
                              <a:gd name="connsiteY3" fmla="*/ 1387475 h 2025650"/>
                              <a:gd name="connsiteX4" fmla="*/ 346075 w 1540903"/>
                              <a:gd name="connsiteY4" fmla="*/ 2025650 h 2025650"/>
                              <a:gd name="connsiteX5" fmla="*/ 0 w 1540903"/>
                              <a:gd name="connsiteY5" fmla="*/ 2000250 h 2025650"/>
                              <a:gd name="connsiteX6" fmla="*/ 79375 w 1540903"/>
                              <a:gd name="connsiteY6" fmla="*/ 1673225 h 2025650"/>
                              <a:gd name="connsiteX7" fmla="*/ 546100 w 1540903"/>
                              <a:gd name="connsiteY7" fmla="*/ 1287462 h 2025650"/>
                              <a:gd name="connsiteX8" fmla="*/ 927100 w 1540903"/>
                              <a:gd name="connsiteY8" fmla="*/ 558800 h 2025650"/>
                              <a:gd name="connsiteX9" fmla="*/ 881063 w 1540903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27100 w 1293200"/>
                              <a:gd name="connsiteY8" fmla="*/ 558800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27100 w 1293200"/>
                              <a:gd name="connsiteY8" fmla="*/ 558800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27100 w 1293200"/>
                              <a:gd name="connsiteY8" fmla="*/ 558800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30275 w 1293200"/>
                              <a:gd name="connsiteY8" fmla="*/ 587375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30275 w 1293200"/>
                              <a:gd name="connsiteY8" fmla="*/ 587375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30275 w 1293200"/>
                              <a:gd name="connsiteY8" fmla="*/ 587375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30275 w 1293200"/>
                              <a:gd name="connsiteY8" fmla="*/ 587375 h 2025650"/>
                              <a:gd name="connsiteX9" fmla="*/ 881063 w 1293200"/>
                              <a:gd name="connsiteY9" fmla="*/ 0 h 2025650"/>
                              <a:gd name="connsiteX0" fmla="*/ 0 w 1213825"/>
                              <a:gd name="connsiteY0" fmla="*/ 1673225 h 2091690"/>
                              <a:gd name="connsiteX1" fmla="*/ 466725 w 1213825"/>
                              <a:gd name="connsiteY1" fmla="*/ 1287462 h 2091690"/>
                              <a:gd name="connsiteX2" fmla="*/ 850900 w 1213825"/>
                              <a:gd name="connsiteY2" fmla="*/ 587375 h 2091690"/>
                              <a:gd name="connsiteX3" fmla="*/ 801688 w 1213825"/>
                              <a:gd name="connsiteY3" fmla="*/ 0 h 2091690"/>
                              <a:gd name="connsiteX4" fmla="*/ 1212849 w 1213825"/>
                              <a:gd name="connsiteY4" fmla="*/ 617538 h 2091690"/>
                              <a:gd name="connsiteX5" fmla="*/ 863600 w 1213825"/>
                              <a:gd name="connsiteY5" fmla="*/ 1133475 h 2091690"/>
                              <a:gd name="connsiteX6" fmla="*/ 574675 w 1213825"/>
                              <a:gd name="connsiteY6" fmla="*/ 1387475 h 2091690"/>
                              <a:gd name="connsiteX7" fmla="*/ 266700 w 1213825"/>
                              <a:gd name="connsiteY7" fmla="*/ 2025650 h 2091690"/>
                              <a:gd name="connsiteX8" fmla="*/ 12065 w 1213825"/>
                              <a:gd name="connsiteY8" fmla="*/ 2091690 h 209169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</a:cxnLst>
                            <a:rect l="l" t="t" r="r" b="b"/>
                            <a:pathLst>
                              <a:path w="1213825" h="2091690">
                                <a:moveTo>
                                  <a:pt x="0" y="1673225"/>
                                </a:moveTo>
                                <a:cubicBezTo>
                                  <a:pt x="209550" y="1585912"/>
                                  <a:pt x="327025" y="1466850"/>
                                  <a:pt x="466725" y="1287462"/>
                                </a:cubicBezTo>
                                <a:cubicBezTo>
                                  <a:pt x="600075" y="1120775"/>
                                  <a:pt x="821796" y="735542"/>
                                  <a:pt x="850900" y="587375"/>
                                </a:cubicBezTo>
                                <a:cubicBezTo>
                                  <a:pt x="880004" y="439208"/>
                                  <a:pt x="851959" y="160867"/>
                                  <a:pt x="801688" y="0"/>
                                </a:cubicBezTo>
                                <a:cubicBezTo>
                                  <a:pt x="1073150" y="100013"/>
                                  <a:pt x="1227665" y="391584"/>
                                  <a:pt x="1212849" y="617538"/>
                                </a:cubicBezTo>
                                <a:cubicBezTo>
                                  <a:pt x="1198033" y="843492"/>
                                  <a:pt x="1005416" y="1012296"/>
                                  <a:pt x="863600" y="1133475"/>
                                </a:cubicBezTo>
                                <a:cubicBezTo>
                                  <a:pt x="715433" y="1249892"/>
                                  <a:pt x="675217" y="1299633"/>
                                  <a:pt x="574675" y="1387475"/>
                                </a:cubicBezTo>
                                <a:cubicBezTo>
                                  <a:pt x="234950" y="1778000"/>
                                  <a:pt x="288925" y="1889125"/>
                                  <a:pt x="266700" y="2025650"/>
                                </a:cubicBezTo>
                                <a:cubicBezTo>
                                  <a:pt x="151342" y="2017183"/>
                                  <a:pt x="12065" y="2091690"/>
                                  <a:pt x="12065" y="2091690"/>
                                </a:cubicBezTo>
                              </a:path>
                            </a:pathLst>
                          </a:custGeom>
                          <a:grpFill/>
                          <a:ln w="3810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/>
                          </a:p>
                        </p:txBody>
                      </p:sp>
                      <p:sp>
                        <p:nvSpPr>
                          <p:cNvPr id="123" name="フリーフォーム: 図形 122">
                            <a:extLst>
                              <a:ext uri="{FF2B5EF4-FFF2-40B4-BE49-F238E27FC236}">
                                <a16:creationId xmlns:a16="http://schemas.microsoft.com/office/drawing/2014/main" id="{2D3E3011-FD8A-4E90-A6E8-E9545C0EA01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1874" y="1466850"/>
                            <a:ext cx="490275" cy="1330325"/>
                          </a:xfrm>
                          <a:custGeom>
                            <a:avLst/>
                            <a:gdLst>
                              <a:gd name="connsiteX0" fmla="*/ 0 w 488950"/>
                              <a:gd name="connsiteY0" fmla="*/ 0 h 1355725"/>
                              <a:gd name="connsiteX1" fmla="*/ 346075 w 488950"/>
                              <a:gd name="connsiteY1" fmla="*/ 146050 h 1355725"/>
                              <a:gd name="connsiteX2" fmla="*/ 488950 w 488950"/>
                              <a:gd name="connsiteY2" fmla="*/ 558800 h 1355725"/>
                              <a:gd name="connsiteX3" fmla="*/ 269875 w 488950"/>
                              <a:gd name="connsiteY3" fmla="*/ 1355725 h 1355725"/>
                              <a:gd name="connsiteX4" fmla="*/ 304800 w 488950"/>
                              <a:gd name="connsiteY4" fmla="*/ 530225 h 1355725"/>
                              <a:gd name="connsiteX5" fmla="*/ 0 w 488950"/>
                              <a:gd name="connsiteY5" fmla="*/ 0 h 1355725"/>
                              <a:gd name="connsiteX0" fmla="*/ 0 w 488950"/>
                              <a:gd name="connsiteY0" fmla="*/ 0 h 1355725"/>
                              <a:gd name="connsiteX1" fmla="*/ 346075 w 488950"/>
                              <a:gd name="connsiteY1" fmla="*/ 146050 h 1355725"/>
                              <a:gd name="connsiteX2" fmla="*/ 488950 w 488950"/>
                              <a:gd name="connsiteY2" fmla="*/ 558800 h 1355725"/>
                              <a:gd name="connsiteX3" fmla="*/ 269875 w 488950"/>
                              <a:gd name="connsiteY3" fmla="*/ 1355725 h 1355725"/>
                              <a:gd name="connsiteX4" fmla="*/ 304800 w 488950"/>
                              <a:gd name="connsiteY4" fmla="*/ 530225 h 1355725"/>
                              <a:gd name="connsiteX5" fmla="*/ 0 w 488950"/>
                              <a:gd name="connsiteY5" fmla="*/ 0 h 1355725"/>
                              <a:gd name="connsiteX0" fmla="*/ 0 w 488950"/>
                              <a:gd name="connsiteY0" fmla="*/ 0 h 1355725"/>
                              <a:gd name="connsiteX1" fmla="*/ 346075 w 488950"/>
                              <a:gd name="connsiteY1" fmla="*/ 146050 h 1355725"/>
                              <a:gd name="connsiteX2" fmla="*/ 488950 w 488950"/>
                              <a:gd name="connsiteY2" fmla="*/ 558800 h 1355725"/>
                              <a:gd name="connsiteX3" fmla="*/ 269875 w 488950"/>
                              <a:gd name="connsiteY3" fmla="*/ 1355725 h 1355725"/>
                              <a:gd name="connsiteX4" fmla="*/ 304800 w 488950"/>
                              <a:gd name="connsiteY4" fmla="*/ 530225 h 1355725"/>
                              <a:gd name="connsiteX5" fmla="*/ 0 w 488950"/>
                              <a:gd name="connsiteY5" fmla="*/ 0 h 1355725"/>
                              <a:gd name="connsiteX0" fmla="*/ 0 w 489078"/>
                              <a:gd name="connsiteY0" fmla="*/ 0 h 1355725"/>
                              <a:gd name="connsiteX1" fmla="*/ 346075 w 489078"/>
                              <a:gd name="connsiteY1" fmla="*/ 146050 h 1355725"/>
                              <a:gd name="connsiteX2" fmla="*/ 488950 w 489078"/>
                              <a:gd name="connsiteY2" fmla="*/ 558800 h 1355725"/>
                              <a:gd name="connsiteX3" fmla="*/ 269875 w 489078"/>
                              <a:gd name="connsiteY3" fmla="*/ 1355725 h 1355725"/>
                              <a:gd name="connsiteX4" fmla="*/ 304800 w 489078"/>
                              <a:gd name="connsiteY4" fmla="*/ 530225 h 1355725"/>
                              <a:gd name="connsiteX5" fmla="*/ 0 w 489078"/>
                              <a:gd name="connsiteY5" fmla="*/ 0 h 1355725"/>
                              <a:gd name="connsiteX0" fmla="*/ 0 w 490414"/>
                              <a:gd name="connsiteY0" fmla="*/ 0 h 1330325"/>
                              <a:gd name="connsiteX1" fmla="*/ 346075 w 490414"/>
                              <a:gd name="connsiteY1" fmla="*/ 146050 h 1330325"/>
                              <a:gd name="connsiteX2" fmla="*/ 488950 w 490414"/>
                              <a:gd name="connsiteY2" fmla="*/ 558800 h 1330325"/>
                              <a:gd name="connsiteX3" fmla="*/ 273050 w 490414"/>
                              <a:gd name="connsiteY3" fmla="*/ 1330325 h 1330325"/>
                              <a:gd name="connsiteX4" fmla="*/ 304800 w 490414"/>
                              <a:gd name="connsiteY4" fmla="*/ 530225 h 1330325"/>
                              <a:gd name="connsiteX5" fmla="*/ 0 w 490414"/>
                              <a:gd name="connsiteY5" fmla="*/ 0 h 1330325"/>
                              <a:gd name="connsiteX0" fmla="*/ 0 w 490414"/>
                              <a:gd name="connsiteY0" fmla="*/ 0 h 1330325"/>
                              <a:gd name="connsiteX1" fmla="*/ 346075 w 490414"/>
                              <a:gd name="connsiteY1" fmla="*/ 146050 h 1330325"/>
                              <a:gd name="connsiteX2" fmla="*/ 488950 w 490414"/>
                              <a:gd name="connsiteY2" fmla="*/ 558800 h 1330325"/>
                              <a:gd name="connsiteX3" fmla="*/ 273050 w 490414"/>
                              <a:gd name="connsiteY3" fmla="*/ 1330325 h 1330325"/>
                              <a:gd name="connsiteX4" fmla="*/ 304800 w 490414"/>
                              <a:gd name="connsiteY4" fmla="*/ 530225 h 1330325"/>
                              <a:gd name="connsiteX5" fmla="*/ 0 w 490414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</a:cxnLst>
                            <a:rect l="l" t="t" r="r" b="b"/>
                            <a:pathLst>
                              <a:path w="490275" h="1330325">
                                <a:moveTo>
                                  <a:pt x="0" y="0"/>
                                </a:moveTo>
                                <a:cubicBezTo>
                                  <a:pt x="134408" y="26458"/>
                                  <a:pt x="264583" y="48154"/>
                                  <a:pt x="346075" y="146050"/>
                                </a:cubicBezTo>
                                <a:cubicBezTo>
                                  <a:pt x="427567" y="243946"/>
                                  <a:pt x="501121" y="389996"/>
                                  <a:pt x="488950" y="587375"/>
                                </a:cubicBezTo>
                                <a:cubicBezTo>
                                  <a:pt x="476779" y="784754"/>
                                  <a:pt x="390525" y="1144058"/>
                                  <a:pt x="273050" y="1330325"/>
                                </a:cubicBezTo>
                                <a:cubicBezTo>
                                  <a:pt x="328083" y="1057275"/>
                                  <a:pt x="364067" y="752475"/>
                                  <a:pt x="304800" y="530225"/>
                                </a:cubicBezTo>
                                <a:cubicBezTo>
                                  <a:pt x="276225" y="388408"/>
                                  <a:pt x="158750" y="138642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grpFill/>
                          <a:ln w="3810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/>
                          </a:p>
                        </p:txBody>
                      </p:sp>
                      <p:sp>
                        <p:nvSpPr>
                          <p:cNvPr id="124" name="フリーフォーム: 図形 123">
                            <a:extLst>
                              <a:ext uri="{FF2B5EF4-FFF2-40B4-BE49-F238E27FC236}">
                                <a16:creationId xmlns:a16="http://schemas.microsoft.com/office/drawing/2014/main" id="{C4A03B08-1F27-4CB0-B707-AFCA2D3F5D9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565524" y="1426313"/>
                            <a:ext cx="1530456" cy="983511"/>
                          </a:xfrm>
                          <a:custGeom>
                            <a:avLst/>
                            <a:gdLst>
                              <a:gd name="connsiteX0" fmla="*/ 0 w 1593850"/>
                              <a:gd name="connsiteY0" fmla="*/ 254000 h 1019175"/>
                              <a:gd name="connsiteX1" fmla="*/ 981075 w 1593850"/>
                              <a:gd name="connsiteY1" fmla="*/ 196850 h 1019175"/>
                              <a:gd name="connsiteX2" fmla="*/ 1593850 w 1593850"/>
                              <a:gd name="connsiteY2" fmla="*/ 1019175 h 1019175"/>
                              <a:gd name="connsiteX3" fmla="*/ 1098550 w 1593850"/>
                              <a:gd name="connsiteY3" fmla="*/ 0 h 1019175"/>
                              <a:gd name="connsiteX4" fmla="*/ 0 w 1593850"/>
                              <a:gd name="connsiteY4" fmla="*/ 254000 h 1019175"/>
                              <a:gd name="connsiteX0" fmla="*/ 0 w 1593850"/>
                              <a:gd name="connsiteY0" fmla="*/ 285191 h 1050366"/>
                              <a:gd name="connsiteX1" fmla="*/ 981075 w 1593850"/>
                              <a:gd name="connsiteY1" fmla="*/ 228041 h 1050366"/>
                              <a:gd name="connsiteX2" fmla="*/ 1593850 w 1593850"/>
                              <a:gd name="connsiteY2" fmla="*/ 1050366 h 1050366"/>
                              <a:gd name="connsiteX3" fmla="*/ 1098550 w 1593850"/>
                              <a:gd name="connsiteY3" fmla="*/ 31191 h 1050366"/>
                              <a:gd name="connsiteX4" fmla="*/ 0 w 1593850"/>
                              <a:gd name="connsiteY4" fmla="*/ 285191 h 1050366"/>
                              <a:gd name="connsiteX0" fmla="*/ 0 w 1584325"/>
                              <a:gd name="connsiteY0" fmla="*/ 282407 h 996782"/>
                              <a:gd name="connsiteX1" fmla="*/ 981075 w 1584325"/>
                              <a:gd name="connsiteY1" fmla="*/ 225257 h 996782"/>
                              <a:gd name="connsiteX2" fmla="*/ 1584325 w 1584325"/>
                              <a:gd name="connsiteY2" fmla="*/ 996782 h 996782"/>
                              <a:gd name="connsiteX3" fmla="*/ 1098550 w 1584325"/>
                              <a:gd name="connsiteY3" fmla="*/ 28407 h 996782"/>
                              <a:gd name="connsiteX4" fmla="*/ 0 w 1584325"/>
                              <a:gd name="connsiteY4" fmla="*/ 282407 h 996782"/>
                              <a:gd name="connsiteX0" fmla="*/ 0 w 1586127"/>
                              <a:gd name="connsiteY0" fmla="*/ 282407 h 996782"/>
                              <a:gd name="connsiteX1" fmla="*/ 981075 w 1586127"/>
                              <a:gd name="connsiteY1" fmla="*/ 225257 h 996782"/>
                              <a:gd name="connsiteX2" fmla="*/ 1584325 w 1586127"/>
                              <a:gd name="connsiteY2" fmla="*/ 996782 h 996782"/>
                              <a:gd name="connsiteX3" fmla="*/ 1098550 w 1586127"/>
                              <a:gd name="connsiteY3" fmla="*/ 28407 h 996782"/>
                              <a:gd name="connsiteX4" fmla="*/ 0 w 1586127"/>
                              <a:gd name="connsiteY4" fmla="*/ 282407 h 996782"/>
                              <a:gd name="connsiteX0" fmla="*/ 0 w 1586127"/>
                              <a:gd name="connsiteY0" fmla="*/ 282407 h 996782"/>
                              <a:gd name="connsiteX1" fmla="*/ 981075 w 1586127"/>
                              <a:gd name="connsiteY1" fmla="*/ 225257 h 996782"/>
                              <a:gd name="connsiteX2" fmla="*/ 1584325 w 1586127"/>
                              <a:gd name="connsiteY2" fmla="*/ 996782 h 996782"/>
                              <a:gd name="connsiteX3" fmla="*/ 1098550 w 1586127"/>
                              <a:gd name="connsiteY3" fmla="*/ 28407 h 996782"/>
                              <a:gd name="connsiteX4" fmla="*/ 0 w 1586127"/>
                              <a:gd name="connsiteY4" fmla="*/ 282407 h 996782"/>
                              <a:gd name="connsiteX0" fmla="*/ 0 w 1586127"/>
                              <a:gd name="connsiteY0" fmla="*/ 282407 h 996782"/>
                              <a:gd name="connsiteX1" fmla="*/ 981075 w 1586127"/>
                              <a:gd name="connsiteY1" fmla="*/ 225257 h 996782"/>
                              <a:gd name="connsiteX2" fmla="*/ 1584325 w 1586127"/>
                              <a:gd name="connsiteY2" fmla="*/ 996782 h 996782"/>
                              <a:gd name="connsiteX3" fmla="*/ 1098550 w 1586127"/>
                              <a:gd name="connsiteY3" fmla="*/ 28407 h 996782"/>
                              <a:gd name="connsiteX4" fmla="*/ 0 w 1586127"/>
                              <a:gd name="connsiteY4" fmla="*/ 282407 h 996782"/>
                              <a:gd name="connsiteX0" fmla="*/ 0 w 1532095"/>
                              <a:gd name="connsiteY0" fmla="*/ 247136 h 1002786"/>
                              <a:gd name="connsiteX1" fmla="*/ 927100 w 1532095"/>
                              <a:gd name="connsiteY1" fmla="*/ 231261 h 1002786"/>
                              <a:gd name="connsiteX2" fmla="*/ 1530350 w 1532095"/>
                              <a:gd name="connsiteY2" fmla="*/ 1002786 h 1002786"/>
                              <a:gd name="connsiteX3" fmla="*/ 1044575 w 1532095"/>
                              <a:gd name="connsiteY3" fmla="*/ 34411 h 1002786"/>
                              <a:gd name="connsiteX4" fmla="*/ 0 w 1532095"/>
                              <a:gd name="connsiteY4" fmla="*/ 247136 h 1002786"/>
                              <a:gd name="connsiteX0" fmla="*/ 0 w 1532095"/>
                              <a:gd name="connsiteY0" fmla="*/ 249556 h 1005206"/>
                              <a:gd name="connsiteX1" fmla="*/ 927100 w 1532095"/>
                              <a:gd name="connsiteY1" fmla="*/ 233681 h 1005206"/>
                              <a:gd name="connsiteX2" fmla="*/ 1530350 w 1532095"/>
                              <a:gd name="connsiteY2" fmla="*/ 1005206 h 1005206"/>
                              <a:gd name="connsiteX3" fmla="*/ 1044575 w 1532095"/>
                              <a:gd name="connsiteY3" fmla="*/ 36831 h 1005206"/>
                              <a:gd name="connsiteX4" fmla="*/ 0 w 1532095"/>
                              <a:gd name="connsiteY4" fmla="*/ 249556 h 1005206"/>
                              <a:gd name="connsiteX0" fmla="*/ 0 w 1532095"/>
                              <a:gd name="connsiteY0" fmla="*/ 241106 h 996756"/>
                              <a:gd name="connsiteX1" fmla="*/ 927100 w 1532095"/>
                              <a:gd name="connsiteY1" fmla="*/ 225231 h 996756"/>
                              <a:gd name="connsiteX2" fmla="*/ 1530350 w 1532095"/>
                              <a:gd name="connsiteY2" fmla="*/ 996756 h 996756"/>
                              <a:gd name="connsiteX3" fmla="*/ 1044575 w 1532095"/>
                              <a:gd name="connsiteY3" fmla="*/ 37906 h 996756"/>
                              <a:gd name="connsiteX4" fmla="*/ 0 w 1532095"/>
                              <a:gd name="connsiteY4" fmla="*/ 241106 h 996756"/>
                              <a:gd name="connsiteX0" fmla="*/ 0 w 1531952"/>
                              <a:gd name="connsiteY0" fmla="*/ 220785 h 976435"/>
                              <a:gd name="connsiteX1" fmla="*/ 927100 w 1531952"/>
                              <a:gd name="connsiteY1" fmla="*/ 204910 h 976435"/>
                              <a:gd name="connsiteX2" fmla="*/ 1530350 w 1531952"/>
                              <a:gd name="connsiteY2" fmla="*/ 976435 h 976435"/>
                              <a:gd name="connsiteX3" fmla="*/ 1044575 w 1531952"/>
                              <a:gd name="connsiteY3" fmla="*/ 17585 h 976435"/>
                              <a:gd name="connsiteX4" fmla="*/ 0 w 1531952"/>
                              <a:gd name="connsiteY4" fmla="*/ 220785 h 976435"/>
                              <a:gd name="connsiteX0" fmla="*/ 0 w 1531788"/>
                              <a:gd name="connsiteY0" fmla="*/ 220785 h 976435"/>
                              <a:gd name="connsiteX1" fmla="*/ 927100 w 1531788"/>
                              <a:gd name="connsiteY1" fmla="*/ 204910 h 976435"/>
                              <a:gd name="connsiteX2" fmla="*/ 1530350 w 1531788"/>
                              <a:gd name="connsiteY2" fmla="*/ 976435 h 976435"/>
                              <a:gd name="connsiteX3" fmla="*/ 1009650 w 1531788"/>
                              <a:gd name="connsiteY3" fmla="*/ 17585 h 976435"/>
                              <a:gd name="connsiteX4" fmla="*/ 0 w 1531788"/>
                              <a:gd name="connsiteY4" fmla="*/ 220785 h 976435"/>
                              <a:gd name="connsiteX0" fmla="*/ 0 w 1531872"/>
                              <a:gd name="connsiteY0" fmla="*/ 221904 h 977554"/>
                              <a:gd name="connsiteX1" fmla="*/ 927100 w 1531872"/>
                              <a:gd name="connsiteY1" fmla="*/ 206029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1904 h 977554"/>
                              <a:gd name="connsiteX1" fmla="*/ 920750 w 1531872"/>
                              <a:gd name="connsiteY1" fmla="*/ 152054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1904 h 977554"/>
                              <a:gd name="connsiteX1" fmla="*/ 908050 w 1531872"/>
                              <a:gd name="connsiteY1" fmla="*/ 209204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1904 h 977554"/>
                              <a:gd name="connsiteX1" fmla="*/ 908050 w 1531872"/>
                              <a:gd name="connsiteY1" fmla="*/ 209204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1904 h 977554"/>
                              <a:gd name="connsiteX1" fmla="*/ 908050 w 1531872"/>
                              <a:gd name="connsiteY1" fmla="*/ 209204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7861 h 983511"/>
                              <a:gd name="connsiteX1" fmla="*/ 908050 w 1531872"/>
                              <a:gd name="connsiteY1" fmla="*/ 215161 h 983511"/>
                              <a:gd name="connsiteX2" fmla="*/ 1530350 w 1531872"/>
                              <a:gd name="connsiteY2" fmla="*/ 983511 h 983511"/>
                              <a:gd name="connsiteX3" fmla="*/ 1009650 w 1531872"/>
                              <a:gd name="connsiteY3" fmla="*/ 24661 h 983511"/>
                              <a:gd name="connsiteX4" fmla="*/ 0 w 1531872"/>
                              <a:gd name="connsiteY4" fmla="*/ 227861 h 983511"/>
                              <a:gd name="connsiteX0" fmla="*/ 0 w 1531872"/>
                              <a:gd name="connsiteY0" fmla="*/ 227861 h 983511"/>
                              <a:gd name="connsiteX1" fmla="*/ 927100 w 1531872"/>
                              <a:gd name="connsiteY1" fmla="*/ 211986 h 983511"/>
                              <a:gd name="connsiteX2" fmla="*/ 1530350 w 1531872"/>
                              <a:gd name="connsiteY2" fmla="*/ 983511 h 983511"/>
                              <a:gd name="connsiteX3" fmla="*/ 1009650 w 1531872"/>
                              <a:gd name="connsiteY3" fmla="*/ 24661 h 983511"/>
                              <a:gd name="connsiteX4" fmla="*/ 0 w 1531872"/>
                              <a:gd name="connsiteY4" fmla="*/ 227861 h 983511"/>
                              <a:gd name="connsiteX0" fmla="*/ 0 w 1531872"/>
                              <a:gd name="connsiteY0" fmla="*/ 227861 h 983511"/>
                              <a:gd name="connsiteX1" fmla="*/ 927100 w 1531872"/>
                              <a:gd name="connsiteY1" fmla="*/ 211986 h 983511"/>
                              <a:gd name="connsiteX2" fmla="*/ 1530350 w 1531872"/>
                              <a:gd name="connsiteY2" fmla="*/ 983511 h 983511"/>
                              <a:gd name="connsiteX3" fmla="*/ 1009650 w 1531872"/>
                              <a:gd name="connsiteY3" fmla="*/ 24661 h 983511"/>
                              <a:gd name="connsiteX4" fmla="*/ 0 w 1531872"/>
                              <a:gd name="connsiteY4" fmla="*/ 227861 h 983511"/>
                              <a:gd name="connsiteX0" fmla="*/ 0 w 1531872"/>
                              <a:gd name="connsiteY0" fmla="*/ 227861 h 983511"/>
                              <a:gd name="connsiteX1" fmla="*/ 927100 w 1531872"/>
                              <a:gd name="connsiteY1" fmla="*/ 211986 h 983511"/>
                              <a:gd name="connsiteX2" fmla="*/ 1530350 w 1531872"/>
                              <a:gd name="connsiteY2" fmla="*/ 983511 h 983511"/>
                              <a:gd name="connsiteX3" fmla="*/ 1009650 w 1531872"/>
                              <a:gd name="connsiteY3" fmla="*/ 24661 h 983511"/>
                              <a:gd name="connsiteX4" fmla="*/ 0 w 1531872"/>
                              <a:gd name="connsiteY4" fmla="*/ 227861 h 983511"/>
                              <a:gd name="connsiteX0" fmla="*/ 0 w 1530456"/>
                              <a:gd name="connsiteY0" fmla="*/ 227861 h 983511"/>
                              <a:gd name="connsiteX1" fmla="*/ 927100 w 1530456"/>
                              <a:gd name="connsiteY1" fmla="*/ 211986 h 983511"/>
                              <a:gd name="connsiteX2" fmla="*/ 1530350 w 1530456"/>
                              <a:gd name="connsiteY2" fmla="*/ 983511 h 983511"/>
                              <a:gd name="connsiteX3" fmla="*/ 1009650 w 1530456"/>
                              <a:gd name="connsiteY3" fmla="*/ 24661 h 983511"/>
                              <a:gd name="connsiteX4" fmla="*/ 0 w 1530456"/>
                              <a:gd name="connsiteY4" fmla="*/ 227861 h 983511"/>
                              <a:gd name="connsiteX0" fmla="*/ 0 w 1530456"/>
                              <a:gd name="connsiteY0" fmla="*/ 227861 h 983511"/>
                              <a:gd name="connsiteX1" fmla="*/ 927100 w 1530456"/>
                              <a:gd name="connsiteY1" fmla="*/ 211986 h 983511"/>
                              <a:gd name="connsiteX2" fmla="*/ 1530350 w 1530456"/>
                              <a:gd name="connsiteY2" fmla="*/ 983511 h 983511"/>
                              <a:gd name="connsiteX3" fmla="*/ 1009650 w 1530456"/>
                              <a:gd name="connsiteY3" fmla="*/ 24661 h 983511"/>
                              <a:gd name="connsiteX4" fmla="*/ 0 w 1530456"/>
                              <a:gd name="connsiteY4" fmla="*/ 227861 h 983511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530456" h="983511">
                                <a:moveTo>
                                  <a:pt x="0" y="227861"/>
                                </a:moveTo>
                                <a:cubicBezTo>
                                  <a:pt x="349250" y="135786"/>
                                  <a:pt x="684742" y="111444"/>
                                  <a:pt x="927100" y="211986"/>
                                </a:cubicBezTo>
                                <a:cubicBezTo>
                                  <a:pt x="1169458" y="312528"/>
                                  <a:pt x="1383242" y="389786"/>
                                  <a:pt x="1530350" y="983511"/>
                                </a:cubicBezTo>
                                <a:cubicBezTo>
                                  <a:pt x="1536700" y="399311"/>
                                  <a:pt x="1258358" y="99803"/>
                                  <a:pt x="1009650" y="24661"/>
                                </a:cubicBezTo>
                                <a:cubicBezTo>
                                  <a:pt x="760942" y="-50481"/>
                                  <a:pt x="369358" y="54294"/>
                                  <a:pt x="0" y="227861"/>
                                </a:cubicBezTo>
                                <a:close/>
                              </a:path>
                            </a:pathLst>
                          </a:custGeom>
                          <a:grpFill/>
                          <a:ln w="3810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/>
                          </a:p>
                        </p:txBody>
                      </p:sp>
                      <p:sp>
                        <p:nvSpPr>
                          <p:cNvPr id="125" name="フリーフォーム: 図形 124">
                            <a:extLst>
                              <a:ext uri="{FF2B5EF4-FFF2-40B4-BE49-F238E27FC236}">
                                <a16:creationId xmlns:a16="http://schemas.microsoft.com/office/drawing/2014/main" id="{6C15FE04-0372-496A-BE7D-3554BA82E20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451474" y="2711228"/>
                            <a:ext cx="507621" cy="254221"/>
                          </a:xfrm>
                          <a:custGeom>
                            <a:avLst/>
                            <a:gdLst>
                              <a:gd name="connsiteX0" fmla="*/ 0 w 571500"/>
                              <a:gd name="connsiteY0" fmla="*/ 254000 h 254000"/>
                              <a:gd name="connsiteX1" fmla="*/ 400050 w 571500"/>
                              <a:gd name="connsiteY1" fmla="*/ 0 h 254000"/>
                              <a:gd name="connsiteX2" fmla="*/ 571500 w 571500"/>
                              <a:gd name="connsiteY2" fmla="*/ 238125 h 254000"/>
                              <a:gd name="connsiteX3" fmla="*/ 327025 w 571500"/>
                              <a:gd name="connsiteY3" fmla="*/ 184150 h 254000"/>
                              <a:gd name="connsiteX4" fmla="*/ 0 w 571500"/>
                              <a:gd name="connsiteY4" fmla="*/ 254000 h 254000"/>
                              <a:gd name="connsiteX0" fmla="*/ 0 w 571500"/>
                              <a:gd name="connsiteY0" fmla="*/ 254000 h 254000"/>
                              <a:gd name="connsiteX1" fmla="*/ 438150 w 571500"/>
                              <a:gd name="connsiteY1" fmla="*/ 0 h 254000"/>
                              <a:gd name="connsiteX2" fmla="*/ 571500 w 571500"/>
                              <a:gd name="connsiteY2" fmla="*/ 238125 h 254000"/>
                              <a:gd name="connsiteX3" fmla="*/ 327025 w 571500"/>
                              <a:gd name="connsiteY3" fmla="*/ 184150 h 254000"/>
                              <a:gd name="connsiteX4" fmla="*/ 0 w 571500"/>
                              <a:gd name="connsiteY4" fmla="*/ 254000 h 254000"/>
                              <a:gd name="connsiteX0" fmla="*/ 0 w 571500"/>
                              <a:gd name="connsiteY0" fmla="*/ 256437 h 256437"/>
                              <a:gd name="connsiteX1" fmla="*/ 438150 w 571500"/>
                              <a:gd name="connsiteY1" fmla="*/ 2437 h 256437"/>
                              <a:gd name="connsiteX2" fmla="*/ 571500 w 571500"/>
                              <a:gd name="connsiteY2" fmla="*/ 240562 h 256437"/>
                              <a:gd name="connsiteX3" fmla="*/ 327025 w 571500"/>
                              <a:gd name="connsiteY3" fmla="*/ 186587 h 256437"/>
                              <a:gd name="connsiteX4" fmla="*/ 0 w 571500"/>
                              <a:gd name="connsiteY4" fmla="*/ 256437 h 256437"/>
                              <a:gd name="connsiteX0" fmla="*/ 0 w 558800"/>
                              <a:gd name="connsiteY0" fmla="*/ 254033 h 254033"/>
                              <a:gd name="connsiteX1" fmla="*/ 425450 w 558800"/>
                              <a:gd name="connsiteY1" fmla="*/ 33 h 254033"/>
                              <a:gd name="connsiteX2" fmla="*/ 558800 w 558800"/>
                              <a:gd name="connsiteY2" fmla="*/ 238158 h 254033"/>
                              <a:gd name="connsiteX3" fmla="*/ 314325 w 558800"/>
                              <a:gd name="connsiteY3" fmla="*/ 184183 h 254033"/>
                              <a:gd name="connsiteX4" fmla="*/ 0 w 558800"/>
                              <a:gd name="connsiteY4" fmla="*/ 254033 h 254033"/>
                              <a:gd name="connsiteX0" fmla="*/ 0 w 558800"/>
                              <a:gd name="connsiteY0" fmla="*/ 254033 h 254033"/>
                              <a:gd name="connsiteX1" fmla="*/ 425450 w 558800"/>
                              <a:gd name="connsiteY1" fmla="*/ 33 h 254033"/>
                              <a:gd name="connsiteX2" fmla="*/ 558800 w 558800"/>
                              <a:gd name="connsiteY2" fmla="*/ 238158 h 254033"/>
                              <a:gd name="connsiteX3" fmla="*/ 314325 w 558800"/>
                              <a:gd name="connsiteY3" fmla="*/ 184183 h 254033"/>
                              <a:gd name="connsiteX4" fmla="*/ 0 w 558800"/>
                              <a:gd name="connsiteY4" fmla="*/ 254033 h 254033"/>
                              <a:gd name="connsiteX0" fmla="*/ 0 w 558800"/>
                              <a:gd name="connsiteY0" fmla="*/ 254033 h 254033"/>
                              <a:gd name="connsiteX1" fmla="*/ 425450 w 558800"/>
                              <a:gd name="connsiteY1" fmla="*/ 33 h 254033"/>
                              <a:gd name="connsiteX2" fmla="*/ 558800 w 558800"/>
                              <a:gd name="connsiteY2" fmla="*/ 238158 h 254033"/>
                              <a:gd name="connsiteX3" fmla="*/ 314325 w 558800"/>
                              <a:gd name="connsiteY3" fmla="*/ 184183 h 254033"/>
                              <a:gd name="connsiteX4" fmla="*/ 0 w 5588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88925 w 533400"/>
                              <a:gd name="connsiteY3" fmla="*/ 184183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88925 w 533400"/>
                              <a:gd name="connsiteY3" fmla="*/ 184183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88925 w 533400"/>
                              <a:gd name="connsiteY3" fmla="*/ 184183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98450 w 533400"/>
                              <a:gd name="connsiteY3" fmla="*/ 149258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92100 w 533400"/>
                              <a:gd name="connsiteY3" fmla="*/ 187358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92100 w 533400"/>
                              <a:gd name="connsiteY3" fmla="*/ 187358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92100 w 533400"/>
                              <a:gd name="connsiteY3" fmla="*/ 187358 h 254033"/>
                              <a:gd name="connsiteX4" fmla="*/ 0 w 533400"/>
                              <a:gd name="connsiteY4" fmla="*/ 254033 h 254033"/>
                              <a:gd name="connsiteX0" fmla="*/ 0 w 523875"/>
                              <a:gd name="connsiteY0" fmla="*/ 254033 h 254033"/>
                              <a:gd name="connsiteX1" fmla="*/ 400050 w 523875"/>
                              <a:gd name="connsiteY1" fmla="*/ 33 h 254033"/>
                              <a:gd name="connsiteX2" fmla="*/ 523875 w 523875"/>
                              <a:gd name="connsiteY2" fmla="*/ 238158 h 254033"/>
                              <a:gd name="connsiteX3" fmla="*/ 292100 w 523875"/>
                              <a:gd name="connsiteY3" fmla="*/ 187358 h 254033"/>
                              <a:gd name="connsiteX4" fmla="*/ 0 w 523875"/>
                              <a:gd name="connsiteY4" fmla="*/ 254033 h 254033"/>
                              <a:gd name="connsiteX0" fmla="*/ 0 w 523875"/>
                              <a:gd name="connsiteY0" fmla="*/ 254038 h 254038"/>
                              <a:gd name="connsiteX1" fmla="*/ 400050 w 523875"/>
                              <a:gd name="connsiteY1" fmla="*/ 38 h 254038"/>
                              <a:gd name="connsiteX2" fmla="*/ 523875 w 523875"/>
                              <a:gd name="connsiteY2" fmla="*/ 238163 h 254038"/>
                              <a:gd name="connsiteX3" fmla="*/ 292100 w 523875"/>
                              <a:gd name="connsiteY3" fmla="*/ 187363 h 254038"/>
                              <a:gd name="connsiteX4" fmla="*/ 0 w 523875"/>
                              <a:gd name="connsiteY4" fmla="*/ 254038 h 254038"/>
                              <a:gd name="connsiteX0" fmla="*/ 0 w 523875"/>
                              <a:gd name="connsiteY0" fmla="*/ 254038 h 254038"/>
                              <a:gd name="connsiteX1" fmla="*/ 400050 w 523875"/>
                              <a:gd name="connsiteY1" fmla="*/ 38 h 254038"/>
                              <a:gd name="connsiteX2" fmla="*/ 523875 w 523875"/>
                              <a:gd name="connsiteY2" fmla="*/ 238163 h 254038"/>
                              <a:gd name="connsiteX3" fmla="*/ 292100 w 523875"/>
                              <a:gd name="connsiteY3" fmla="*/ 187363 h 254038"/>
                              <a:gd name="connsiteX4" fmla="*/ 0 w 523875"/>
                              <a:gd name="connsiteY4" fmla="*/ 254038 h 254038"/>
                              <a:gd name="connsiteX0" fmla="*/ 0 w 501650"/>
                              <a:gd name="connsiteY0" fmla="*/ 254078 h 254078"/>
                              <a:gd name="connsiteX1" fmla="*/ 400050 w 501650"/>
                              <a:gd name="connsiteY1" fmla="*/ 78 h 254078"/>
                              <a:gd name="connsiteX2" fmla="*/ 501650 w 501650"/>
                              <a:gd name="connsiteY2" fmla="*/ 231853 h 254078"/>
                              <a:gd name="connsiteX3" fmla="*/ 292100 w 501650"/>
                              <a:gd name="connsiteY3" fmla="*/ 187403 h 254078"/>
                              <a:gd name="connsiteX4" fmla="*/ 0 w 501650"/>
                              <a:gd name="connsiteY4" fmla="*/ 254078 h 254078"/>
                              <a:gd name="connsiteX0" fmla="*/ 0 w 501650"/>
                              <a:gd name="connsiteY0" fmla="*/ 254078 h 254078"/>
                              <a:gd name="connsiteX1" fmla="*/ 384175 w 501650"/>
                              <a:gd name="connsiteY1" fmla="*/ 78 h 254078"/>
                              <a:gd name="connsiteX2" fmla="*/ 501650 w 501650"/>
                              <a:gd name="connsiteY2" fmla="*/ 231853 h 254078"/>
                              <a:gd name="connsiteX3" fmla="*/ 292100 w 501650"/>
                              <a:gd name="connsiteY3" fmla="*/ 187403 h 254078"/>
                              <a:gd name="connsiteX4" fmla="*/ 0 w 501650"/>
                              <a:gd name="connsiteY4" fmla="*/ 254078 h 254078"/>
                              <a:gd name="connsiteX0" fmla="*/ 0 w 501650"/>
                              <a:gd name="connsiteY0" fmla="*/ 254260 h 254260"/>
                              <a:gd name="connsiteX1" fmla="*/ 384175 w 501650"/>
                              <a:gd name="connsiteY1" fmla="*/ 260 h 254260"/>
                              <a:gd name="connsiteX2" fmla="*/ 501650 w 501650"/>
                              <a:gd name="connsiteY2" fmla="*/ 232035 h 254260"/>
                              <a:gd name="connsiteX3" fmla="*/ 292100 w 501650"/>
                              <a:gd name="connsiteY3" fmla="*/ 187585 h 254260"/>
                              <a:gd name="connsiteX4" fmla="*/ 0 w 501650"/>
                              <a:gd name="connsiteY4" fmla="*/ 254260 h 254260"/>
                              <a:gd name="connsiteX0" fmla="*/ 0 w 501650"/>
                              <a:gd name="connsiteY0" fmla="*/ 254260 h 254260"/>
                              <a:gd name="connsiteX1" fmla="*/ 384175 w 501650"/>
                              <a:gd name="connsiteY1" fmla="*/ 260 h 254260"/>
                              <a:gd name="connsiteX2" fmla="*/ 501650 w 501650"/>
                              <a:gd name="connsiteY2" fmla="*/ 232035 h 254260"/>
                              <a:gd name="connsiteX3" fmla="*/ 292100 w 501650"/>
                              <a:gd name="connsiteY3" fmla="*/ 187585 h 254260"/>
                              <a:gd name="connsiteX4" fmla="*/ 0 w 501650"/>
                              <a:gd name="connsiteY4" fmla="*/ 254260 h 254260"/>
                              <a:gd name="connsiteX0" fmla="*/ 0 w 501650"/>
                              <a:gd name="connsiteY0" fmla="*/ 254260 h 254260"/>
                              <a:gd name="connsiteX1" fmla="*/ 384175 w 501650"/>
                              <a:gd name="connsiteY1" fmla="*/ 260 h 254260"/>
                              <a:gd name="connsiteX2" fmla="*/ 501650 w 501650"/>
                              <a:gd name="connsiteY2" fmla="*/ 232035 h 254260"/>
                              <a:gd name="connsiteX3" fmla="*/ 292100 w 501650"/>
                              <a:gd name="connsiteY3" fmla="*/ 197110 h 254260"/>
                              <a:gd name="connsiteX4" fmla="*/ 0 w 501650"/>
                              <a:gd name="connsiteY4" fmla="*/ 254260 h 254260"/>
                              <a:gd name="connsiteX0" fmla="*/ 0 w 507621"/>
                              <a:gd name="connsiteY0" fmla="*/ 254221 h 254221"/>
                              <a:gd name="connsiteX1" fmla="*/ 384175 w 507621"/>
                              <a:gd name="connsiteY1" fmla="*/ 221 h 254221"/>
                              <a:gd name="connsiteX2" fmla="*/ 501650 w 507621"/>
                              <a:gd name="connsiteY2" fmla="*/ 231996 h 254221"/>
                              <a:gd name="connsiteX3" fmla="*/ 292100 w 507621"/>
                              <a:gd name="connsiteY3" fmla="*/ 197071 h 254221"/>
                              <a:gd name="connsiteX4" fmla="*/ 0 w 507621"/>
                              <a:gd name="connsiteY4" fmla="*/ 254221 h 254221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507621" h="254221">
                                <a:moveTo>
                                  <a:pt x="0" y="254221"/>
                                </a:moveTo>
                                <a:cubicBezTo>
                                  <a:pt x="142875" y="128279"/>
                                  <a:pt x="300612" y="4824"/>
                                  <a:pt x="384175" y="221"/>
                                </a:cubicBezTo>
                                <a:cubicBezTo>
                                  <a:pt x="509058" y="-6658"/>
                                  <a:pt x="517525" y="149446"/>
                                  <a:pt x="501650" y="231996"/>
                                </a:cubicBezTo>
                                <a:cubicBezTo>
                                  <a:pt x="427567" y="189663"/>
                                  <a:pt x="388408" y="204479"/>
                                  <a:pt x="292100" y="197071"/>
                                </a:cubicBezTo>
                                <a:cubicBezTo>
                                  <a:pt x="197107" y="189764"/>
                                  <a:pt x="127000" y="205538"/>
                                  <a:pt x="0" y="254221"/>
                                </a:cubicBezTo>
                                <a:close/>
                              </a:path>
                            </a:pathLst>
                          </a:custGeom>
                          <a:grpFill/>
                          <a:ln w="3810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/>
                          </a:p>
                        </p:txBody>
                      </p:sp>
                    </p:grpSp>
                    <p:grpSp>
                      <p:nvGrpSpPr>
                        <p:cNvPr id="117" name="グループ化 116">
                          <a:extLst>
                            <a:ext uri="{FF2B5EF4-FFF2-40B4-BE49-F238E27FC236}">
                              <a16:creationId xmlns:a16="http://schemas.microsoft.com/office/drawing/2014/main" id="{6BD3C194-6AE8-488C-96F5-46454AFD4B6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 rot="14384967">
                          <a:off x="2565404" y="2677368"/>
                          <a:ext cx="2393571" cy="2578238"/>
                          <a:chOff x="3565524" y="1426313"/>
                          <a:chExt cx="2393571" cy="2578238"/>
                        </a:xfrm>
                        <a:grpFill/>
                      </p:grpSpPr>
                      <p:sp>
                        <p:nvSpPr>
                          <p:cNvPr id="118" name="正方形/長方形 5">
                            <a:extLst>
                              <a:ext uri="{FF2B5EF4-FFF2-40B4-BE49-F238E27FC236}">
                                <a16:creationId xmlns:a16="http://schemas.microsoft.com/office/drawing/2014/main" id="{2A82F263-CB73-41F7-A812-AC6C94CF5EC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552950" y="1751014"/>
                            <a:ext cx="1213825" cy="2253537"/>
                          </a:xfrm>
                          <a:custGeom>
                            <a:avLst/>
                            <a:gdLst>
                              <a:gd name="connsiteX0" fmla="*/ 0 w 1504950"/>
                              <a:gd name="connsiteY0" fmla="*/ 0 h 2027238"/>
                              <a:gd name="connsiteX1" fmla="*/ 1504950 w 1504950"/>
                              <a:gd name="connsiteY1" fmla="*/ 0 h 2027238"/>
                              <a:gd name="connsiteX2" fmla="*/ 1504950 w 1504950"/>
                              <a:gd name="connsiteY2" fmla="*/ 2027238 h 2027238"/>
                              <a:gd name="connsiteX3" fmla="*/ 0 w 1504950"/>
                              <a:gd name="connsiteY3" fmla="*/ 2027238 h 2027238"/>
                              <a:gd name="connsiteX4" fmla="*/ 0 w 1504950"/>
                              <a:gd name="connsiteY4" fmla="*/ 0 h 2027238"/>
                              <a:gd name="connsiteX0" fmla="*/ 0 w 1647825"/>
                              <a:gd name="connsiteY0" fmla="*/ 547688 h 2027238"/>
                              <a:gd name="connsiteX1" fmla="*/ 1647825 w 1647825"/>
                              <a:gd name="connsiteY1" fmla="*/ 0 h 2027238"/>
                              <a:gd name="connsiteX2" fmla="*/ 1647825 w 1647825"/>
                              <a:gd name="connsiteY2" fmla="*/ 2027238 h 2027238"/>
                              <a:gd name="connsiteX3" fmla="*/ 142875 w 1647825"/>
                              <a:gd name="connsiteY3" fmla="*/ 2027238 h 2027238"/>
                              <a:gd name="connsiteX4" fmla="*/ 0 w 1647825"/>
                              <a:gd name="connsiteY4" fmla="*/ 547688 h 2027238"/>
                              <a:gd name="connsiteX0" fmla="*/ 0 w 1647825"/>
                              <a:gd name="connsiteY0" fmla="*/ 0 h 1479550"/>
                              <a:gd name="connsiteX1" fmla="*/ 981075 w 1647825"/>
                              <a:gd name="connsiteY1" fmla="*/ 619125 h 1479550"/>
                              <a:gd name="connsiteX2" fmla="*/ 1647825 w 1647825"/>
                              <a:gd name="connsiteY2" fmla="*/ 1479550 h 1479550"/>
                              <a:gd name="connsiteX3" fmla="*/ 142875 w 1647825"/>
                              <a:gd name="connsiteY3" fmla="*/ 1479550 h 1479550"/>
                              <a:gd name="connsiteX4" fmla="*/ 0 w 1647825"/>
                              <a:gd name="connsiteY4" fmla="*/ 0 h 1479550"/>
                              <a:gd name="connsiteX0" fmla="*/ 0 w 1995487"/>
                              <a:gd name="connsiteY0" fmla="*/ 0 h 1479550"/>
                              <a:gd name="connsiteX1" fmla="*/ 1995487 w 1995487"/>
                              <a:gd name="connsiteY1" fmla="*/ 38100 h 1479550"/>
                              <a:gd name="connsiteX2" fmla="*/ 1647825 w 1995487"/>
                              <a:gd name="connsiteY2" fmla="*/ 1479550 h 1479550"/>
                              <a:gd name="connsiteX3" fmla="*/ 142875 w 1995487"/>
                              <a:gd name="connsiteY3" fmla="*/ 1479550 h 1479550"/>
                              <a:gd name="connsiteX4" fmla="*/ 0 w 1995487"/>
                              <a:gd name="connsiteY4" fmla="*/ 0 h 1479550"/>
                              <a:gd name="connsiteX0" fmla="*/ 900113 w 1852612"/>
                              <a:gd name="connsiteY0" fmla="*/ 0 h 2032000"/>
                              <a:gd name="connsiteX1" fmla="*/ 1852612 w 1852612"/>
                              <a:gd name="connsiteY1" fmla="*/ 590550 h 2032000"/>
                              <a:gd name="connsiteX2" fmla="*/ 1504950 w 1852612"/>
                              <a:gd name="connsiteY2" fmla="*/ 2032000 h 2032000"/>
                              <a:gd name="connsiteX3" fmla="*/ 0 w 1852612"/>
                              <a:gd name="connsiteY3" fmla="*/ 2032000 h 2032000"/>
                              <a:gd name="connsiteX4" fmla="*/ 900113 w 1852612"/>
                              <a:gd name="connsiteY4" fmla="*/ 0 h 2032000"/>
                              <a:gd name="connsiteX0" fmla="*/ 900113 w 1504950"/>
                              <a:gd name="connsiteY0" fmla="*/ 0 h 2032000"/>
                              <a:gd name="connsiteX1" fmla="*/ 1314449 w 1504950"/>
                              <a:gd name="connsiteY1" fmla="*/ 585788 h 2032000"/>
                              <a:gd name="connsiteX2" fmla="*/ 1504950 w 1504950"/>
                              <a:gd name="connsiteY2" fmla="*/ 2032000 h 2032000"/>
                              <a:gd name="connsiteX3" fmla="*/ 0 w 1504950"/>
                              <a:gd name="connsiteY3" fmla="*/ 2032000 h 2032000"/>
                              <a:gd name="connsiteX4" fmla="*/ 900113 w 1504950"/>
                              <a:gd name="connsiteY4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900113 w 1314449"/>
                              <a:gd name="connsiteY4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622300 w 1314449"/>
                              <a:gd name="connsiteY4" fmla="*/ 642937 h 2032000"/>
                              <a:gd name="connsiteX5" fmla="*/ 900113 w 1314449"/>
                              <a:gd name="connsiteY5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927100 w 1314449"/>
                              <a:gd name="connsiteY4" fmla="*/ 590550 h 2032000"/>
                              <a:gd name="connsiteX5" fmla="*/ 900113 w 1314449"/>
                              <a:gd name="connsiteY5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517525 w 1314449"/>
                              <a:gd name="connsiteY4" fmla="*/ 1243012 h 2032000"/>
                              <a:gd name="connsiteX5" fmla="*/ 927100 w 1314449"/>
                              <a:gd name="connsiteY5" fmla="*/ 590550 h 2032000"/>
                              <a:gd name="connsiteX6" fmla="*/ 900113 w 1314449"/>
                              <a:gd name="connsiteY6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546100 w 1314449"/>
                              <a:gd name="connsiteY4" fmla="*/ 1319212 h 2032000"/>
                              <a:gd name="connsiteX5" fmla="*/ 927100 w 1314449"/>
                              <a:gd name="connsiteY5" fmla="*/ 590550 h 2032000"/>
                              <a:gd name="connsiteX6" fmla="*/ 900113 w 1314449"/>
                              <a:gd name="connsiteY6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812800 w 1314449"/>
                              <a:gd name="connsiteY3" fmla="*/ 1971675 h 2032000"/>
                              <a:gd name="connsiteX4" fmla="*/ 0 w 1314449"/>
                              <a:gd name="connsiteY4" fmla="*/ 2032000 h 2032000"/>
                              <a:gd name="connsiteX5" fmla="*/ 546100 w 1314449"/>
                              <a:gd name="connsiteY5" fmla="*/ 1319212 h 2032000"/>
                              <a:gd name="connsiteX6" fmla="*/ 927100 w 1314449"/>
                              <a:gd name="connsiteY6" fmla="*/ 590550 h 2032000"/>
                              <a:gd name="connsiteX7" fmla="*/ 900113 w 1314449"/>
                              <a:gd name="connsiteY7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812800 w 1314449"/>
                              <a:gd name="connsiteY3" fmla="*/ 1971675 h 2032000"/>
                              <a:gd name="connsiteX4" fmla="*/ 0 w 1314449"/>
                              <a:gd name="connsiteY4" fmla="*/ 2032000 h 2032000"/>
                              <a:gd name="connsiteX5" fmla="*/ 546100 w 1314449"/>
                              <a:gd name="connsiteY5" fmla="*/ 1319212 h 2032000"/>
                              <a:gd name="connsiteX6" fmla="*/ 927100 w 1314449"/>
                              <a:gd name="connsiteY6" fmla="*/ 590550 h 2032000"/>
                              <a:gd name="connsiteX7" fmla="*/ 900113 w 1314449"/>
                              <a:gd name="connsiteY7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912813 w 1314449"/>
                              <a:gd name="connsiteY3" fmla="*/ 1462087 h 2032000"/>
                              <a:gd name="connsiteX4" fmla="*/ 812800 w 1314449"/>
                              <a:gd name="connsiteY4" fmla="*/ 1971675 h 2032000"/>
                              <a:gd name="connsiteX5" fmla="*/ 0 w 1314449"/>
                              <a:gd name="connsiteY5" fmla="*/ 2032000 h 2032000"/>
                              <a:gd name="connsiteX6" fmla="*/ 546100 w 1314449"/>
                              <a:gd name="connsiteY6" fmla="*/ 1319212 h 2032000"/>
                              <a:gd name="connsiteX7" fmla="*/ 927100 w 1314449"/>
                              <a:gd name="connsiteY7" fmla="*/ 590550 h 2032000"/>
                              <a:gd name="connsiteX8" fmla="*/ 900113 w 1314449"/>
                              <a:gd name="connsiteY8" fmla="*/ 0 h 2032000"/>
                              <a:gd name="connsiteX0" fmla="*/ 900113 w 2184400"/>
                              <a:gd name="connsiteY0" fmla="*/ 0 h 2032000"/>
                              <a:gd name="connsiteX1" fmla="*/ 1314449 w 2184400"/>
                              <a:gd name="connsiteY1" fmla="*/ 585788 h 2032000"/>
                              <a:gd name="connsiteX2" fmla="*/ 971550 w 2184400"/>
                              <a:gd name="connsiteY2" fmla="*/ 1136650 h 2032000"/>
                              <a:gd name="connsiteX3" fmla="*/ 2184400 w 2184400"/>
                              <a:gd name="connsiteY3" fmla="*/ 1557337 h 2032000"/>
                              <a:gd name="connsiteX4" fmla="*/ 812800 w 2184400"/>
                              <a:gd name="connsiteY4" fmla="*/ 1971675 h 2032000"/>
                              <a:gd name="connsiteX5" fmla="*/ 0 w 2184400"/>
                              <a:gd name="connsiteY5" fmla="*/ 2032000 h 2032000"/>
                              <a:gd name="connsiteX6" fmla="*/ 546100 w 2184400"/>
                              <a:gd name="connsiteY6" fmla="*/ 1319212 h 2032000"/>
                              <a:gd name="connsiteX7" fmla="*/ 927100 w 2184400"/>
                              <a:gd name="connsiteY7" fmla="*/ 590550 h 2032000"/>
                              <a:gd name="connsiteX8" fmla="*/ 900113 w 2184400"/>
                              <a:gd name="connsiteY8" fmla="*/ 0 h 2032000"/>
                              <a:gd name="connsiteX0" fmla="*/ 900113 w 2184400"/>
                              <a:gd name="connsiteY0" fmla="*/ 0 h 2032000"/>
                              <a:gd name="connsiteX1" fmla="*/ 1314449 w 2184400"/>
                              <a:gd name="connsiteY1" fmla="*/ 585788 h 2032000"/>
                              <a:gd name="connsiteX2" fmla="*/ 971550 w 2184400"/>
                              <a:gd name="connsiteY2" fmla="*/ 1136650 h 2032000"/>
                              <a:gd name="connsiteX3" fmla="*/ 1465262 w 2184400"/>
                              <a:gd name="connsiteY3" fmla="*/ 1309687 h 2032000"/>
                              <a:gd name="connsiteX4" fmla="*/ 2184400 w 2184400"/>
                              <a:gd name="connsiteY4" fmla="*/ 1557337 h 2032000"/>
                              <a:gd name="connsiteX5" fmla="*/ 812800 w 2184400"/>
                              <a:gd name="connsiteY5" fmla="*/ 1971675 h 2032000"/>
                              <a:gd name="connsiteX6" fmla="*/ 0 w 2184400"/>
                              <a:gd name="connsiteY6" fmla="*/ 2032000 h 2032000"/>
                              <a:gd name="connsiteX7" fmla="*/ 546100 w 2184400"/>
                              <a:gd name="connsiteY7" fmla="*/ 1319212 h 2032000"/>
                              <a:gd name="connsiteX8" fmla="*/ 927100 w 2184400"/>
                              <a:gd name="connsiteY8" fmla="*/ 590550 h 2032000"/>
                              <a:gd name="connsiteX9" fmla="*/ 900113 w 2184400"/>
                              <a:gd name="connsiteY9" fmla="*/ 0 h 2032000"/>
                              <a:gd name="connsiteX0" fmla="*/ 900113 w 2184400"/>
                              <a:gd name="connsiteY0" fmla="*/ 0 h 2032000"/>
                              <a:gd name="connsiteX1" fmla="*/ 1314449 w 2184400"/>
                              <a:gd name="connsiteY1" fmla="*/ 585788 h 2032000"/>
                              <a:gd name="connsiteX2" fmla="*/ 971550 w 2184400"/>
                              <a:gd name="connsiteY2" fmla="*/ 1136650 h 2032000"/>
                              <a:gd name="connsiteX3" fmla="*/ 1603374 w 2184400"/>
                              <a:gd name="connsiteY3" fmla="*/ 819149 h 2032000"/>
                              <a:gd name="connsiteX4" fmla="*/ 2184400 w 2184400"/>
                              <a:gd name="connsiteY4" fmla="*/ 1557337 h 2032000"/>
                              <a:gd name="connsiteX5" fmla="*/ 812800 w 2184400"/>
                              <a:gd name="connsiteY5" fmla="*/ 1971675 h 2032000"/>
                              <a:gd name="connsiteX6" fmla="*/ 0 w 2184400"/>
                              <a:gd name="connsiteY6" fmla="*/ 2032000 h 2032000"/>
                              <a:gd name="connsiteX7" fmla="*/ 546100 w 2184400"/>
                              <a:gd name="connsiteY7" fmla="*/ 1319212 h 2032000"/>
                              <a:gd name="connsiteX8" fmla="*/ 927100 w 2184400"/>
                              <a:gd name="connsiteY8" fmla="*/ 590550 h 2032000"/>
                              <a:gd name="connsiteX9" fmla="*/ 900113 w 2184400"/>
                              <a:gd name="connsiteY9" fmla="*/ 0 h 2032000"/>
                              <a:gd name="connsiteX0" fmla="*/ 900113 w 2184400"/>
                              <a:gd name="connsiteY0" fmla="*/ 0 h 2032000"/>
                              <a:gd name="connsiteX1" fmla="*/ 1314449 w 2184400"/>
                              <a:gd name="connsiteY1" fmla="*/ 585788 h 2032000"/>
                              <a:gd name="connsiteX2" fmla="*/ 971550 w 2184400"/>
                              <a:gd name="connsiteY2" fmla="*/ 1136650 h 2032000"/>
                              <a:gd name="connsiteX3" fmla="*/ 1531937 w 2184400"/>
                              <a:gd name="connsiteY3" fmla="*/ 1390649 h 2032000"/>
                              <a:gd name="connsiteX4" fmla="*/ 2184400 w 2184400"/>
                              <a:gd name="connsiteY4" fmla="*/ 1557337 h 2032000"/>
                              <a:gd name="connsiteX5" fmla="*/ 812800 w 2184400"/>
                              <a:gd name="connsiteY5" fmla="*/ 1971675 h 2032000"/>
                              <a:gd name="connsiteX6" fmla="*/ 0 w 2184400"/>
                              <a:gd name="connsiteY6" fmla="*/ 2032000 h 2032000"/>
                              <a:gd name="connsiteX7" fmla="*/ 546100 w 2184400"/>
                              <a:gd name="connsiteY7" fmla="*/ 1319212 h 2032000"/>
                              <a:gd name="connsiteX8" fmla="*/ 927100 w 2184400"/>
                              <a:gd name="connsiteY8" fmla="*/ 590550 h 2032000"/>
                              <a:gd name="connsiteX9" fmla="*/ 900113 w 2184400"/>
                              <a:gd name="connsiteY9" fmla="*/ 0 h 2032000"/>
                              <a:gd name="connsiteX0" fmla="*/ 900113 w 1531937"/>
                              <a:gd name="connsiteY0" fmla="*/ 0 h 2032000"/>
                              <a:gd name="connsiteX1" fmla="*/ 1314449 w 1531937"/>
                              <a:gd name="connsiteY1" fmla="*/ 585788 h 2032000"/>
                              <a:gd name="connsiteX2" fmla="*/ 971550 w 1531937"/>
                              <a:gd name="connsiteY2" fmla="*/ 1136650 h 2032000"/>
                              <a:gd name="connsiteX3" fmla="*/ 1531937 w 1531937"/>
                              <a:gd name="connsiteY3" fmla="*/ 1390649 h 2032000"/>
                              <a:gd name="connsiteX4" fmla="*/ 812800 w 1531937"/>
                              <a:gd name="connsiteY4" fmla="*/ 1971675 h 2032000"/>
                              <a:gd name="connsiteX5" fmla="*/ 0 w 1531937"/>
                              <a:gd name="connsiteY5" fmla="*/ 2032000 h 2032000"/>
                              <a:gd name="connsiteX6" fmla="*/ 546100 w 1531937"/>
                              <a:gd name="connsiteY6" fmla="*/ 1319212 h 2032000"/>
                              <a:gd name="connsiteX7" fmla="*/ 927100 w 1531937"/>
                              <a:gd name="connsiteY7" fmla="*/ 590550 h 2032000"/>
                              <a:gd name="connsiteX8" fmla="*/ 900113 w 1531937"/>
                              <a:gd name="connsiteY8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812800 w 1314449"/>
                              <a:gd name="connsiteY3" fmla="*/ 1971675 h 2032000"/>
                              <a:gd name="connsiteX4" fmla="*/ 0 w 1314449"/>
                              <a:gd name="connsiteY4" fmla="*/ 2032000 h 2032000"/>
                              <a:gd name="connsiteX5" fmla="*/ 546100 w 1314449"/>
                              <a:gd name="connsiteY5" fmla="*/ 1319212 h 2032000"/>
                              <a:gd name="connsiteX6" fmla="*/ 927100 w 1314449"/>
                              <a:gd name="connsiteY6" fmla="*/ 590550 h 2032000"/>
                              <a:gd name="connsiteX7" fmla="*/ 900113 w 1314449"/>
                              <a:gd name="connsiteY7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669925 w 1314449"/>
                              <a:gd name="connsiteY3" fmla="*/ 1409700 h 2032000"/>
                              <a:gd name="connsiteX4" fmla="*/ 0 w 1314449"/>
                              <a:gd name="connsiteY4" fmla="*/ 2032000 h 2032000"/>
                              <a:gd name="connsiteX5" fmla="*/ 546100 w 1314449"/>
                              <a:gd name="connsiteY5" fmla="*/ 1319212 h 2032000"/>
                              <a:gd name="connsiteX6" fmla="*/ 927100 w 1314449"/>
                              <a:gd name="connsiteY6" fmla="*/ 590550 h 2032000"/>
                              <a:gd name="connsiteX7" fmla="*/ 900113 w 1314449"/>
                              <a:gd name="connsiteY7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669925 w 1314449"/>
                              <a:gd name="connsiteY3" fmla="*/ 1409700 h 2032000"/>
                              <a:gd name="connsiteX4" fmla="*/ 317500 w 1314449"/>
                              <a:gd name="connsiteY4" fmla="*/ 1733550 h 2032000"/>
                              <a:gd name="connsiteX5" fmla="*/ 0 w 1314449"/>
                              <a:gd name="connsiteY5" fmla="*/ 2032000 h 2032000"/>
                              <a:gd name="connsiteX6" fmla="*/ 546100 w 1314449"/>
                              <a:gd name="connsiteY6" fmla="*/ 1319212 h 2032000"/>
                              <a:gd name="connsiteX7" fmla="*/ 927100 w 1314449"/>
                              <a:gd name="connsiteY7" fmla="*/ 590550 h 2032000"/>
                              <a:gd name="connsiteX8" fmla="*/ 900113 w 1314449"/>
                              <a:gd name="connsiteY8" fmla="*/ 0 h 2032000"/>
                              <a:gd name="connsiteX0" fmla="*/ 900113 w 1314449"/>
                              <a:gd name="connsiteY0" fmla="*/ 0 h 2057400"/>
                              <a:gd name="connsiteX1" fmla="*/ 1314449 w 1314449"/>
                              <a:gd name="connsiteY1" fmla="*/ 585788 h 2057400"/>
                              <a:gd name="connsiteX2" fmla="*/ 971550 w 1314449"/>
                              <a:gd name="connsiteY2" fmla="*/ 1136650 h 2057400"/>
                              <a:gd name="connsiteX3" fmla="*/ 669925 w 1314449"/>
                              <a:gd name="connsiteY3" fmla="*/ 1409700 h 2057400"/>
                              <a:gd name="connsiteX4" fmla="*/ 346075 w 1314449"/>
                              <a:gd name="connsiteY4" fmla="*/ 2057400 h 2057400"/>
                              <a:gd name="connsiteX5" fmla="*/ 0 w 1314449"/>
                              <a:gd name="connsiteY5" fmla="*/ 2032000 h 2057400"/>
                              <a:gd name="connsiteX6" fmla="*/ 546100 w 1314449"/>
                              <a:gd name="connsiteY6" fmla="*/ 1319212 h 2057400"/>
                              <a:gd name="connsiteX7" fmla="*/ 927100 w 1314449"/>
                              <a:gd name="connsiteY7" fmla="*/ 590550 h 2057400"/>
                              <a:gd name="connsiteX8" fmla="*/ 900113 w 1314449"/>
                              <a:gd name="connsiteY8" fmla="*/ 0 h 2057400"/>
                              <a:gd name="connsiteX0" fmla="*/ 900113 w 1314449"/>
                              <a:gd name="connsiteY0" fmla="*/ 0 h 2057400"/>
                              <a:gd name="connsiteX1" fmla="*/ 1314449 w 1314449"/>
                              <a:gd name="connsiteY1" fmla="*/ 585788 h 2057400"/>
                              <a:gd name="connsiteX2" fmla="*/ 971550 w 1314449"/>
                              <a:gd name="connsiteY2" fmla="*/ 1136650 h 2057400"/>
                              <a:gd name="connsiteX3" fmla="*/ 669925 w 1314449"/>
                              <a:gd name="connsiteY3" fmla="*/ 1409700 h 2057400"/>
                              <a:gd name="connsiteX4" fmla="*/ 346075 w 1314449"/>
                              <a:gd name="connsiteY4" fmla="*/ 2057400 h 2057400"/>
                              <a:gd name="connsiteX5" fmla="*/ 0 w 1314449"/>
                              <a:gd name="connsiteY5" fmla="*/ 2032000 h 2057400"/>
                              <a:gd name="connsiteX6" fmla="*/ 231775 w 1314449"/>
                              <a:gd name="connsiteY6" fmla="*/ 1728787 h 2057400"/>
                              <a:gd name="connsiteX7" fmla="*/ 546100 w 1314449"/>
                              <a:gd name="connsiteY7" fmla="*/ 1319212 h 2057400"/>
                              <a:gd name="connsiteX8" fmla="*/ 927100 w 1314449"/>
                              <a:gd name="connsiteY8" fmla="*/ 590550 h 2057400"/>
                              <a:gd name="connsiteX9" fmla="*/ 900113 w 1314449"/>
                              <a:gd name="connsiteY9" fmla="*/ 0 h 2057400"/>
                              <a:gd name="connsiteX0" fmla="*/ 900113 w 1314449"/>
                              <a:gd name="connsiteY0" fmla="*/ 0 h 2057400"/>
                              <a:gd name="connsiteX1" fmla="*/ 1314449 w 1314449"/>
                              <a:gd name="connsiteY1" fmla="*/ 585788 h 2057400"/>
                              <a:gd name="connsiteX2" fmla="*/ 971550 w 1314449"/>
                              <a:gd name="connsiteY2" fmla="*/ 1136650 h 2057400"/>
                              <a:gd name="connsiteX3" fmla="*/ 669925 w 1314449"/>
                              <a:gd name="connsiteY3" fmla="*/ 1409700 h 2057400"/>
                              <a:gd name="connsiteX4" fmla="*/ 346075 w 1314449"/>
                              <a:gd name="connsiteY4" fmla="*/ 2057400 h 2057400"/>
                              <a:gd name="connsiteX5" fmla="*/ 0 w 1314449"/>
                              <a:gd name="connsiteY5" fmla="*/ 2032000 h 2057400"/>
                              <a:gd name="connsiteX6" fmla="*/ 79375 w 1314449"/>
                              <a:gd name="connsiteY6" fmla="*/ 1704975 h 2057400"/>
                              <a:gd name="connsiteX7" fmla="*/ 546100 w 1314449"/>
                              <a:gd name="connsiteY7" fmla="*/ 1319212 h 2057400"/>
                              <a:gd name="connsiteX8" fmla="*/ 927100 w 1314449"/>
                              <a:gd name="connsiteY8" fmla="*/ 590550 h 2057400"/>
                              <a:gd name="connsiteX9" fmla="*/ 900113 w 1314449"/>
                              <a:gd name="connsiteY9" fmla="*/ 0 h 2057400"/>
                              <a:gd name="connsiteX0" fmla="*/ 881063 w 1314449"/>
                              <a:gd name="connsiteY0" fmla="*/ 0 h 2041525"/>
                              <a:gd name="connsiteX1" fmla="*/ 1314449 w 1314449"/>
                              <a:gd name="connsiteY1" fmla="*/ 569913 h 2041525"/>
                              <a:gd name="connsiteX2" fmla="*/ 971550 w 1314449"/>
                              <a:gd name="connsiteY2" fmla="*/ 1120775 h 2041525"/>
                              <a:gd name="connsiteX3" fmla="*/ 669925 w 1314449"/>
                              <a:gd name="connsiteY3" fmla="*/ 1393825 h 2041525"/>
                              <a:gd name="connsiteX4" fmla="*/ 346075 w 1314449"/>
                              <a:gd name="connsiteY4" fmla="*/ 2041525 h 2041525"/>
                              <a:gd name="connsiteX5" fmla="*/ 0 w 1314449"/>
                              <a:gd name="connsiteY5" fmla="*/ 2016125 h 2041525"/>
                              <a:gd name="connsiteX6" fmla="*/ 79375 w 1314449"/>
                              <a:gd name="connsiteY6" fmla="*/ 1689100 h 2041525"/>
                              <a:gd name="connsiteX7" fmla="*/ 546100 w 1314449"/>
                              <a:gd name="connsiteY7" fmla="*/ 1303337 h 2041525"/>
                              <a:gd name="connsiteX8" fmla="*/ 927100 w 1314449"/>
                              <a:gd name="connsiteY8" fmla="*/ 574675 h 2041525"/>
                              <a:gd name="connsiteX9" fmla="*/ 881063 w 1314449"/>
                              <a:gd name="connsiteY9" fmla="*/ 0 h 2041525"/>
                              <a:gd name="connsiteX0" fmla="*/ 881063 w 1295399"/>
                              <a:gd name="connsiteY0" fmla="*/ 0 h 2041525"/>
                              <a:gd name="connsiteX1" fmla="*/ 1295399 w 1295399"/>
                              <a:gd name="connsiteY1" fmla="*/ 585788 h 2041525"/>
                              <a:gd name="connsiteX2" fmla="*/ 971550 w 1295399"/>
                              <a:gd name="connsiteY2" fmla="*/ 1120775 h 2041525"/>
                              <a:gd name="connsiteX3" fmla="*/ 669925 w 1295399"/>
                              <a:gd name="connsiteY3" fmla="*/ 1393825 h 2041525"/>
                              <a:gd name="connsiteX4" fmla="*/ 346075 w 1295399"/>
                              <a:gd name="connsiteY4" fmla="*/ 2041525 h 2041525"/>
                              <a:gd name="connsiteX5" fmla="*/ 0 w 1295399"/>
                              <a:gd name="connsiteY5" fmla="*/ 2016125 h 2041525"/>
                              <a:gd name="connsiteX6" fmla="*/ 79375 w 1295399"/>
                              <a:gd name="connsiteY6" fmla="*/ 1689100 h 2041525"/>
                              <a:gd name="connsiteX7" fmla="*/ 546100 w 1295399"/>
                              <a:gd name="connsiteY7" fmla="*/ 1303337 h 2041525"/>
                              <a:gd name="connsiteX8" fmla="*/ 927100 w 1295399"/>
                              <a:gd name="connsiteY8" fmla="*/ 574675 h 2041525"/>
                              <a:gd name="connsiteX9" fmla="*/ 881063 w 1295399"/>
                              <a:gd name="connsiteY9" fmla="*/ 0 h 2041525"/>
                              <a:gd name="connsiteX0" fmla="*/ 881063 w 1295399"/>
                              <a:gd name="connsiteY0" fmla="*/ 0 h 2041525"/>
                              <a:gd name="connsiteX1" fmla="*/ 1295399 w 1295399"/>
                              <a:gd name="connsiteY1" fmla="*/ 585788 h 2041525"/>
                              <a:gd name="connsiteX2" fmla="*/ 971550 w 1295399"/>
                              <a:gd name="connsiteY2" fmla="*/ 1120775 h 2041525"/>
                              <a:gd name="connsiteX3" fmla="*/ 669925 w 1295399"/>
                              <a:gd name="connsiteY3" fmla="*/ 1393825 h 2041525"/>
                              <a:gd name="connsiteX4" fmla="*/ 346075 w 1295399"/>
                              <a:gd name="connsiteY4" fmla="*/ 2041525 h 2041525"/>
                              <a:gd name="connsiteX5" fmla="*/ 0 w 1295399"/>
                              <a:gd name="connsiteY5" fmla="*/ 2016125 h 2041525"/>
                              <a:gd name="connsiteX6" fmla="*/ 79375 w 1295399"/>
                              <a:gd name="connsiteY6" fmla="*/ 1689100 h 2041525"/>
                              <a:gd name="connsiteX7" fmla="*/ 546100 w 1295399"/>
                              <a:gd name="connsiteY7" fmla="*/ 1303337 h 2041525"/>
                              <a:gd name="connsiteX8" fmla="*/ 927100 w 1295399"/>
                              <a:gd name="connsiteY8" fmla="*/ 574675 h 2041525"/>
                              <a:gd name="connsiteX9" fmla="*/ 881063 w 1295399"/>
                              <a:gd name="connsiteY9" fmla="*/ 0 h 2041525"/>
                              <a:gd name="connsiteX0" fmla="*/ 881063 w 1295399"/>
                              <a:gd name="connsiteY0" fmla="*/ 0 h 2041525"/>
                              <a:gd name="connsiteX1" fmla="*/ 1295399 w 1295399"/>
                              <a:gd name="connsiteY1" fmla="*/ 585788 h 2041525"/>
                              <a:gd name="connsiteX2" fmla="*/ 971550 w 1295399"/>
                              <a:gd name="connsiteY2" fmla="*/ 1120775 h 2041525"/>
                              <a:gd name="connsiteX3" fmla="*/ 669925 w 1295399"/>
                              <a:gd name="connsiteY3" fmla="*/ 1393825 h 2041525"/>
                              <a:gd name="connsiteX4" fmla="*/ 346075 w 1295399"/>
                              <a:gd name="connsiteY4" fmla="*/ 2041525 h 2041525"/>
                              <a:gd name="connsiteX5" fmla="*/ 0 w 1295399"/>
                              <a:gd name="connsiteY5" fmla="*/ 2016125 h 2041525"/>
                              <a:gd name="connsiteX6" fmla="*/ 79375 w 1295399"/>
                              <a:gd name="connsiteY6" fmla="*/ 1689100 h 2041525"/>
                              <a:gd name="connsiteX7" fmla="*/ 546100 w 1295399"/>
                              <a:gd name="connsiteY7" fmla="*/ 1303337 h 2041525"/>
                              <a:gd name="connsiteX8" fmla="*/ 927100 w 1295399"/>
                              <a:gd name="connsiteY8" fmla="*/ 574675 h 2041525"/>
                              <a:gd name="connsiteX9" fmla="*/ 881063 w 1295399"/>
                              <a:gd name="connsiteY9" fmla="*/ 0 h 2041525"/>
                              <a:gd name="connsiteX0" fmla="*/ 881063 w 1292224"/>
                              <a:gd name="connsiteY0" fmla="*/ 0 h 2041525"/>
                              <a:gd name="connsiteX1" fmla="*/ 1292224 w 1292224"/>
                              <a:gd name="connsiteY1" fmla="*/ 633413 h 2041525"/>
                              <a:gd name="connsiteX2" fmla="*/ 971550 w 1292224"/>
                              <a:gd name="connsiteY2" fmla="*/ 1120775 h 2041525"/>
                              <a:gd name="connsiteX3" fmla="*/ 669925 w 1292224"/>
                              <a:gd name="connsiteY3" fmla="*/ 1393825 h 2041525"/>
                              <a:gd name="connsiteX4" fmla="*/ 346075 w 1292224"/>
                              <a:gd name="connsiteY4" fmla="*/ 2041525 h 2041525"/>
                              <a:gd name="connsiteX5" fmla="*/ 0 w 1292224"/>
                              <a:gd name="connsiteY5" fmla="*/ 2016125 h 2041525"/>
                              <a:gd name="connsiteX6" fmla="*/ 79375 w 1292224"/>
                              <a:gd name="connsiteY6" fmla="*/ 1689100 h 2041525"/>
                              <a:gd name="connsiteX7" fmla="*/ 546100 w 1292224"/>
                              <a:gd name="connsiteY7" fmla="*/ 1303337 h 2041525"/>
                              <a:gd name="connsiteX8" fmla="*/ 927100 w 1292224"/>
                              <a:gd name="connsiteY8" fmla="*/ 574675 h 2041525"/>
                              <a:gd name="connsiteX9" fmla="*/ 881063 w 1292224"/>
                              <a:gd name="connsiteY9" fmla="*/ 0 h 2041525"/>
                              <a:gd name="connsiteX0" fmla="*/ 881063 w 1292224"/>
                              <a:gd name="connsiteY0" fmla="*/ 0 h 2025650"/>
                              <a:gd name="connsiteX1" fmla="*/ 1292224 w 1292224"/>
                              <a:gd name="connsiteY1" fmla="*/ 617538 h 2025650"/>
                              <a:gd name="connsiteX2" fmla="*/ 971550 w 1292224"/>
                              <a:gd name="connsiteY2" fmla="*/ 1104900 h 2025650"/>
                              <a:gd name="connsiteX3" fmla="*/ 669925 w 1292224"/>
                              <a:gd name="connsiteY3" fmla="*/ 1377950 h 2025650"/>
                              <a:gd name="connsiteX4" fmla="*/ 346075 w 1292224"/>
                              <a:gd name="connsiteY4" fmla="*/ 2025650 h 2025650"/>
                              <a:gd name="connsiteX5" fmla="*/ 0 w 1292224"/>
                              <a:gd name="connsiteY5" fmla="*/ 2000250 h 2025650"/>
                              <a:gd name="connsiteX6" fmla="*/ 79375 w 1292224"/>
                              <a:gd name="connsiteY6" fmla="*/ 1673225 h 2025650"/>
                              <a:gd name="connsiteX7" fmla="*/ 546100 w 1292224"/>
                              <a:gd name="connsiteY7" fmla="*/ 1287462 h 2025650"/>
                              <a:gd name="connsiteX8" fmla="*/ 927100 w 1292224"/>
                              <a:gd name="connsiteY8" fmla="*/ 558800 h 2025650"/>
                              <a:gd name="connsiteX9" fmla="*/ 881063 w 1292224"/>
                              <a:gd name="connsiteY9" fmla="*/ 0 h 2025650"/>
                              <a:gd name="connsiteX0" fmla="*/ 881063 w 1292224"/>
                              <a:gd name="connsiteY0" fmla="*/ 0 h 2025650"/>
                              <a:gd name="connsiteX1" fmla="*/ 1292224 w 1292224"/>
                              <a:gd name="connsiteY1" fmla="*/ 617538 h 2025650"/>
                              <a:gd name="connsiteX2" fmla="*/ 971550 w 1292224"/>
                              <a:gd name="connsiteY2" fmla="*/ 1104900 h 2025650"/>
                              <a:gd name="connsiteX3" fmla="*/ 669925 w 1292224"/>
                              <a:gd name="connsiteY3" fmla="*/ 1377950 h 2025650"/>
                              <a:gd name="connsiteX4" fmla="*/ 346075 w 1292224"/>
                              <a:gd name="connsiteY4" fmla="*/ 2025650 h 2025650"/>
                              <a:gd name="connsiteX5" fmla="*/ 0 w 1292224"/>
                              <a:gd name="connsiteY5" fmla="*/ 2000250 h 2025650"/>
                              <a:gd name="connsiteX6" fmla="*/ 79375 w 1292224"/>
                              <a:gd name="connsiteY6" fmla="*/ 1673225 h 2025650"/>
                              <a:gd name="connsiteX7" fmla="*/ 546100 w 1292224"/>
                              <a:gd name="connsiteY7" fmla="*/ 1287462 h 2025650"/>
                              <a:gd name="connsiteX8" fmla="*/ 927100 w 1292224"/>
                              <a:gd name="connsiteY8" fmla="*/ 558800 h 2025650"/>
                              <a:gd name="connsiteX9" fmla="*/ 881063 w 1292224"/>
                              <a:gd name="connsiteY9" fmla="*/ 0 h 2025650"/>
                              <a:gd name="connsiteX0" fmla="*/ 881063 w 1292528"/>
                              <a:gd name="connsiteY0" fmla="*/ 0 h 2025650"/>
                              <a:gd name="connsiteX1" fmla="*/ 1292224 w 1292528"/>
                              <a:gd name="connsiteY1" fmla="*/ 617538 h 2025650"/>
                              <a:gd name="connsiteX2" fmla="*/ 971550 w 1292528"/>
                              <a:gd name="connsiteY2" fmla="*/ 1104900 h 2025650"/>
                              <a:gd name="connsiteX3" fmla="*/ 669925 w 1292528"/>
                              <a:gd name="connsiteY3" fmla="*/ 1377950 h 2025650"/>
                              <a:gd name="connsiteX4" fmla="*/ 346075 w 1292528"/>
                              <a:gd name="connsiteY4" fmla="*/ 2025650 h 2025650"/>
                              <a:gd name="connsiteX5" fmla="*/ 0 w 1292528"/>
                              <a:gd name="connsiteY5" fmla="*/ 2000250 h 2025650"/>
                              <a:gd name="connsiteX6" fmla="*/ 79375 w 1292528"/>
                              <a:gd name="connsiteY6" fmla="*/ 1673225 h 2025650"/>
                              <a:gd name="connsiteX7" fmla="*/ 546100 w 1292528"/>
                              <a:gd name="connsiteY7" fmla="*/ 1287462 h 2025650"/>
                              <a:gd name="connsiteX8" fmla="*/ 927100 w 1292528"/>
                              <a:gd name="connsiteY8" fmla="*/ 558800 h 2025650"/>
                              <a:gd name="connsiteX9" fmla="*/ 881063 w 1292528"/>
                              <a:gd name="connsiteY9" fmla="*/ 0 h 2025650"/>
                              <a:gd name="connsiteX0" fmla="*/ 881063 w 1706353"/>
                              <a:gd name="connsiteY0" fmla="*/ 0 h 2025650"/>
                              <a:gd name="connsiteX1" fmla="*/ 1292224 w 1706353"/>
                              <a:gd name="connsiteY1" fmla="*/ 617538 h 2025650"/>
                              <a:gd name="connsiteX2" fmla="*/ 971550 w 1706353"/>
                              <a:gd name="connsiteY2" fmla="*/ 1104900 h 2025650"/>
                              <a:gd name="connsiteX3" fmla="*/ 669925 w 1706353"/>
                              <a:gd name="connsiteY3" fmla="*/ 1377950 h 2025650"/>
                              <a:gd name="connsiteX4" fmla="*/ 346075 w 1706353"/>
                              <a:gd name="connsiteY4" fmla="*/ 2025650 h 2025650"/>
                              <a:gd name="connsiteX5" fmla="*/ 0 w 1706353"/>
                              <a:gd name="connsiteY5" fmla="*/ 2000250 h 2025650"/>
                              <a:gd name="connsiteX6" fmla="*/ 79375 w 1706353"/>
                              <a:gd name="connsiteY6" fmla="*/ 1673225 h 2025650"/>
                              <a:gd name="connsiteX7" fmla="*/ 546100 w 1706353"/>
                              <a:gd name="connsiteY7" fmla="*/ 1287462 h 2025650"/>
                              <a:gd name="connsiteX8" fmla="*/ 927100 w 1706353"/>
                              <a:gd name="connsiteY8" fmla="*/ 558800 h 2025650"/>
                              <a:gd name="connsiteX9" fmla="*/ 881063 w 1706353"/>
                              <a:gd name="connsiteY9" fmla="*/ 0 h 2025650"/>
                              <a:gd name="connsiteX0" fmla="*/ 881063 w 1292224"/>
                              <a:gd name="connsiteY0" fmla="*/ 0 h 2025650"/>
                              <a:gd name="connsiteX1" fmla="*/ 1292224 w 1292224"/>
                              <a:gd name="connsiteY1" fmla="*/ 617538 h 2025650"/>
                              <a:gd name="connsiteX2" fmla="*/ 971550 w 1292224"/>
                              <a:gd name="connsiteY2" fmla="*/ 1104900 h 2025650"/>
                              <a:gd name="connsiteX3" fmla="*/ 669925 w 1292224"/>
                              <a:gd name="connsiteY3" fmla="*/ 1377950 h 2025650"/>
                              <a:gd name="connsiteX4" fmla="*/ 346075 w 1292224"/>
                              <a:gd name="connsiteY4" fmla="*/ 2025650 h 2025650"/>
                              <a:gd name="connsiteX5" fmla="*/ 0 w 1292224"/>
                              <a:gd name="connsiteY5" fmla="*/ 2000250 h 2025650"/>
                              <a:gd name="connsiteX6" fmla="*/ 79375 w 1292224"/>
                              <a:gd name="connsiteY6" fmla="*/ 1673225 h 2025650"/>
                              <a:gd name="connsiteX7" fmla="*/ 546100 w 1292224"/>
                              <a:gd name="connsiteY7" fmla="*/ 1287462 h 2025650"/>
                              <a:gd name="connsiteX8" fmla="*/ 927100 w 1292224"/>
                              <a:gd name="connsiteY8" fmla="*/ 558800 h 2025650"/>
                              <a:gd name="connsiteX9" fmla="*/ 881063 w 1292224"/>
                              <a:gd name="connsiteY9" fmla="*/ 0 h 2025650"/>
                              <a:gd name="connsiteX0" fmla="*/ 881063 w 1294002"/>
                              <a:gd name="connsiteY0" fmla="*/ 0 h 2025650"/>
                              <a:gd name="connsiteX1" fmla="*/ 1292224 w 1294002"/>
                              <a:gd name="connsiteY1" fmla="*/ 617538 h 2025650"/>
                              <a:gd name="connsiteX2" fmla="*/ 971550 w 1294002"/>
                              <a:gd name="connsiteY2" fmla="*/ 1104900 h 2025650"/>
                              <a:gd name="connsiteX3" fmla="*/ 669925 w 1294002"/>
                              <a:gd name="connsiteY3" fmla="*/ 1377950 h 2025650"/>
                              <a:gd name="connsiteX4" fmla="*/ 346075 w 1294002"/>
                              <a:gd name="connsiteY4" fmla="*/ 2025650 h 2025650"/>
                              <a:gd name="connsiteX5" fmla="*/ 0 w 1294002"/>
                              <a:gd name="connsiteY5" fmla="*/ 2000250 h 2025650"/>
                              <a:gd name="connsiteX6" fmla="*/ 79375 w 1294002"/>
                              <a:gd name="connsiteY6" fmla="*/ 1673225 h 2025650"/>
                              <a:gd name="connsiteX7" fmla="*/ 546100 w 1294002"/>
                              <a:gd name="connsiteY7" fmla="*/ 1287462 h 2025650"/>
                              <a:gd name="connsiteX8" fmla="*/ 927100 w 1294002"/>
                              <a:gd name="connsiteY8" fmla="*/ 558800 h 2025650"/>
                              <a:gd name="connsiteX9" fmla="*/ 881063 w 1294002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71550 w 1297714"/>
                              <a:gd name="connsiteY2" fmla="*/ 1104900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71550 w 1297714"/>
                              <a:gd name="connsiteY2" fmla="*/ 1104900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71550 w 1297714"/>
                              <a:gd name="connsiteY2" fmla="*/ 1104900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71550 w 1297714"/>
                              <a:gd name="connsiteY2" fmla="*/ 1104900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58850 w 1297714"/>
                              <a:gd name="connsiteY2" fmla="*/ 112712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58850 w 1297714"/>
                              <a:gd name="connsiteY2" fmla="*/ 112712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58850 w 1297714"/>
                              <a:gd name="connsiteY2" fmla="*/ 110807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58850 w 1297714"/>
                              <a:gd name="connsiteY2" fmla="*/ 110807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405947"/>
                              <a:gd name="connsiteY0" fmla="*/ 0 h 2025650"/>
                              <a:gd name="connsiteX1" fmla="*/ 1292224 w 1405947"/>
                              <a:gd name="connsiteY1" fmla="*/ 617538 h 2025650"/>
                              <a:gd name="connsiteX2" fmla="*/ 942975 w 1405947"/>
                              <a:gd name="connsiteY2" fmla="*/ 1133475 h 2025650"/>
                              <a:gd name="connsiteX3" fmla="*/ 654050 w 1405947"/>
                              <a:gd name="connsiteY3" fmla="*/ 1387475 h 2025650"/>
                              <a:gd name="connsiteX4" fmla="*/ 346075 w 1405947"/>
                              <a:gd name="connsiteY4" fmla="*/ 2025650 h 2025650"/>
                              <a:gd name="connsiteX5" fmla="*/ 0 w 1405947"/>
                              <a:gd name="connsiteY5" fmla="*/ 2000250 h 2025650"/>
                              <a:gd name="connsiteX6" fmla="*/ 79375 w 1405947"/>
                              <a:gd name="connsiteY6" fmla="*/ 1673225 h 2025650"/>
                              <a:gd name="connsiteX7" fmla="*/ 546100 w 1405947"/>
                              <a:gd name="connsiteY7" fmla="*/ 1287462 h 2025650"/>
                              <a:gd name="connsiteX8" fmla="*/ 927100 w 1405947"/>
                              <a:gd name="connsiteY8" fmla="*/ 558800 h 2025650"/>
                              <a:gd name="connsiteX9" fmla="*/ 881063 w 1405947"/>
                              <a:gd name="connsiteY9" fmla="*/ 0 h 2025650"/>
                              <a:gd name="connsiteX0" fmla="*/ 881063 w 1540903"/>
                              <a:gd name="connsiteY0" fmla="*/ 0 h 2025650"/>
                              <a:gd name="connsiteX1" fmla="*/ 1292224 w 1540903"/>
                              <a:gd name="connsiteY1" fmla="*/ 617538 h 2025650"/>
                              <a:gd name="connsiteX2" fmla="*/ 942975 w 1540903"/>
                              <a:gd name="connsiteY2" fmla="*/ 1133475 h 2025650"/>
                              <a:gd name="connsiteX3" fmla="*/ 654050 w 1540903"/>
                              <a:gd name="connsiteY3" fmla="*/ 1387475 h 2025650"/>
                              <a:gd name="connsiteX4" fmla="*/ 346075 w 1540903"/>
                              <a:gd name="connsiteY4" fmla="*/ 2025650 h 2025650"/>
                              <a:gd name="connsiteX5" fmla="*/ 0 w 1540903"/>
                              <a:gd name="connsiteY5" fmla="*/ 2000250 h 2025650"/>
                              <a:gd name="connsiteX6" fmla="*/ 79375 w 1540903"/>
                              <a:gd name="connsiteY6" fmla="*/ 1673225 h 2025650"/>
                              <a:gd name="connsiteX7" fmla="*/ 546100 w 1540903"/>
                              <a:gd name="connsiteY7" fmla="*/ 1287462 h 2025650"/>
                              <a:gd name="connsiteX8" fmla="*/ 927100 w 1540903"/>
                              <a:gd name="connsiteY8" fmla="*/ 558800 h 2025650"/>
                              <a:gd name="connsiteX9" fmla="*/ 881063 w 1540903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27100 w 1293200"/>
                              <a:gd name="connsiteY8" fmla="*/ 558800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27100 w 1293200"/>
                              <a:gd name="connsiteY8" fmla="*/ 558800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27100 w 1293200"/>
                              <a:gd name="connsiteY8" fmla="*/ 558800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30275 w 1293200"/>
                              <a:gd name="connsiteY8" fmla="*/ 587375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30275 w 1293200"/>
                              <a:gd name="connsiteY8" fmla="*/ 587375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30275 w 1293200"/>
                              <a:gd name="connsiteY8" fmla="*/ 587375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30275 w 1293200"/>
                              <a:gd name="connsiteY8" fmla="*/ 587375 h 2025650"/>
                              <a:gd name="connsiteX9" fmla="*/ 881063 w 1293200"/>
                              <a:gd name="connsiteY9" fmla="*/ 0 h 2025650"/>
                              <a:gd name="connsiteX0" fmla="*/ 801688 w 1213825"/>
                              <a:gd name="connsiteY0" fmla="*/ 0 h 2025650"/>
                              <a:gd name="connsiteX1" fmla="*/ 1212849 w 1213825"/>
                              <a:gd name="connsiteY1" fmla="*/ 617538 h 2025650"/>
                              <a:gd name="connsiteX2" fmla="*/ 863600 w 1213825"/>
                              <a:gd name="connsiteY2" fmla="*/ 1133475 h 2025650"/>
                              <a:gd name="connsiteX3" fmla="*/ 574675 w 1213825"/>
                              <a:gd name="connsiteY3" fmla="*/ 1387475 h 2025650"/>
                              <a:gd name="connsiteX4" fmla="*/ 266700 w 1213825"/>
                              <a:gd name="connsiteY4" fmla="*/ 2025650 h 2025650"/>
                              <a:gd name="connsiteX5" fmla="*/ 0 w 1213825"/>
                              <a:gd name="connsiteY5" fmla="*/ 1673225 h 2025650"/>
                              <a:gd name="connsiteX6" fmla="*/ 466725 w 1213825"/>
                              <a:gd name="connsiteY6" fmla="*/ 1287462 h 2025650"/>
                              <a:gd name="connsiteX7" fmla="*/ 850900 w 1213825"/>
                              <a:gd name="connsiteY7" fmla="*/ 587375 h 2025650"/>
                              <a:gd name="connsiteX8" fmla="*/ 801688 w 1213825"/>
                              <a:gd name="connsiteY8" fmla="*/ 0 h 2025650"/>
                              <a:gd name="connsiteX0" fmla="*/ 0 w 1213825"/>
                              <a:gd name="connsiteY0" fmla="*/ 1673225 h 2117090"/>
                              <a:gd name="connsiteX1" fmla="*/ 466725 w 1213825"/>
                              <a:gd name="connsiteY1" fmla="*/ 1287462 h 2117090"/>
                              <a:gd name="connsiteX2" fmla="*/ 850900 w 1213825"/>
                              <a:gd name="connsiteY2" fmla="*/ 587375 h 2117090"/>
                              <a:gd name="connsiteX3" fmla="*/ 801688 w 1213825"/>
                              <a:gd name="connsiteY3" fmla="*/ 0 h 2117090"/>
                              <a:gd name="connsiteX4" fmla="*/ 1212849 w 1213825"/>
                              <a:gd name="connsiteY4" fmla="*/ 617538 h 2117090"/>
                              <a:gd name="connsiteX5" fmla="*/ 863600 w 1213825"/>
                              <a:gd name="connsiteY5" fmla="*/ 1133475 h 2117090"/>
                              <a:gd name="connsiteX6" fmla="*/ 574675 w 1213825"/>
                              <a:gd name="connsiteY6" fmla="*/ 1387475 h 2117090"/>
                              <a:gd name="connsiteX7" fmla="*/ 358140 w 1213825"/>
                              <a:gd name="connsiteY7" fmla="*/ 2117090 h 2117090"/>
                              <a:gd name="connsiteX0" fmla="*/ 0 w 1213825"/>
                              <a:gd name="connsiteY0" fmla="*/ 1673225 h 1974960"/>
                              <a:gd name="connsiteX1" fmla="*/ 466725 w 1213825"/>
                              <a:gd name="connsiteY1" fmla="*/ 1287462 h 1974960"/>
                              <a:gd name="connsiteX2" fmla="*/ 850900 w 1213825"/>
                              <a:gd name="connsiteY2" fmla="*/ 587375 h 1974960"/>
                              <a:gd name="connsiteX3" fmla="*/ 801688 w 1213825"/>
                              <a:gd name="connsiteY3" fmla="*/ 0 h 1974960"/>
                              <a:gd name="connsiteX4" fmla="*/ 1212849 w 1213825"/>
                              <a:gd name="connsiteY4" fmla="*/ 617538 h 1974960"/>
                              <a:gd name="connsiteX5" fmla="*/ 863600 w 1213825"/>
                              <a:gd name="connsiteY5" fmla="*/ 1133475 h 1974960"/>
                              <a:gd name="connsiteX6" fmla="*/ 574675 w 1213825"/>
                              <a:gd name="connsiteY6" fmla="*/ 1387475 h 1974960"/>
                              <a:gd name="connsiteX7" fmla="*/ 139639 w 1213825"/>
                              <a:gd name="connsiteY7" fmla="*/ 1974960 h 1974960"/>
                              <a:gd name="connsiteX0" fmla="*/ 0 w 1213825"/>
                              <a:gd name="connsiteY0" fmla="*/ 1673225 h 2253537"/>
                              <a:gd name="connsiteX1" fmla="*/ 466725 w 1213825"/>
                              <a:gd name="connsiteY1" fmla="*/ 1287462 h 2253537"/>
                              <a:gd name="connsiteX2" fmla="*/ 850900 w 1213825"/>
                              <a:gd name="connsiteY2" fmla="*/ 587375 h 2253537"/>
                              <a:gd name="connsiteX3" fmla="*/ 801688 w 1213825"/>
                              <a:gd name="connsiteY3" fmla="*/ 0 h 2253537"/>
                              <a:gd name="connsiteX4" fmla="*/ 1212849 w 1213825"/>
                              <a:gd name="connsiteY4" fmla="*/ 617538 h 2253537"/>
                              <a:gd name="connsiteX5" fmla="*/ 863600 w 1213825"/>
                              <a:gd name="connsiteY5" fmla="*/ 1133475 h 2253537"/>
                              <a:gd name="connsiteX6" fmla="*/ 574675 w 1213825"/>
                              <a:gd name="connsiteY6" fmla="*/ 1387475 h 2253537"/>
                              <a:gd name="connsiteX7" fmla="*/ 289591 w 1213825"/>
                              <a:gd name="connsiteY7" fmla="*/ 2253537 h 2253537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</a:cxnLst>
                            <a:rect l="l" t="t" r="r" b="b"/>
                            <a:pathLst>
                              <a:path w="1213825" h="2253537">
                                <a:moveTo>
                                  <a:pt x="0" y="1673225"/>
                                </a:moveTo>
                                <a:cubicBezTo>
                                  <a:pt x="209550" y="1585912"/>
                                  <a:pt x="327025" y="1466850"/>
                                  <a:pt x="466725" y="1287462"/>
                                </a:cubicBezTo>
                                <a:cubicBezTo>
                                  <a:pt x="600075" y="1120775"/>
                                  <a:pt x="821796" y="735542"/>
                                  <a:pt x="850900" y="587375"/>
                                </a:cubicBezTo>
                                <a:cubicBezTo>
                                  <a:pt x="880004" y="439208"/>
                                  <a:pt x="851959" y="160867"/>
                                  <a:pt x="801688" y="0"/>
                                </a:cubicBezTo>
                                <a:cubicBezTo>
                                  <a:pt x="1073150" y="100013"/>
                                  <a:pt x="1227665" y="391584"/>
                                  <a:pt x="1212849" y="617538"/>
                                </a:cubicBezTo>
                                <a:cubicBezTo>
                                  <a:pt x="1198033" y="843492"/>
                                  <a:pt x="1005416" y="1012296"/>
                                  <a:pt x="863600" y="1133475"/>
                                </a:cubicBezTo>
                                <a:cubicBezTo>
                                  <a:pt x="715433" y="1249892"/>
                                  <a:pt x="675217" y="1299633"/>
                                  <a:pt x="574675" y="1387475"/>
                                </a:cubicBezTo>
                                <a:cubicBezTo>
                                  <a:pt x="234950" y="1778000"/>
                                  <a:pt x="220376" y="2025572"/>
                                  <a:pt x="289591" y="2253537"/>
                                </a:cubicBezTo>
                              </a:path>
                            </a:pathLst>
                          </a:custGeom>
                          <a:grpFill/>
                          <a:ln w="3810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/>
                          </a:p>
                        </p:txBody>
                      </p:sp>
                      <p:sp>
                        <p:nvSpPr>
                          <p:cNvPr id="119" name="フリーフォーム: 図形 118">
                            <a:extLst>
                              <a:ext uri="{FF2B5EF4-FFF2-40B4-BE49-F238E27FC236}">
                                <a16:creationId xmlns:a16="http://schemas.microsoft.com/office/drawing/2014/main" id="{D453094F-734C-4BF7-B683-C832A8338FB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1874" y="1466850"/>
                            <a:ext cx="490275" cy="1330325"/>
                          </a:xfrm>
                          <a:custGeom>
                            <a:avLst/>
                            <a:gdLst>
                              <a:gd name="connsiteX0" fmla="*/ 0 w 488950"/>
                              <a:gd name="connsiteY0" fmla="*/ 0 h 1355725"/>
                              <a:gd name="connsiteX1" fmla="*/ 346075 w 488950"/>
                              <a:gd name="connsiteY1" fmla="*/ 146050 h 1355725"/>
                              <a:gd name="connsiteX2" fmla="*/ 488950 w 488950"/>
                              <a:gd name="connsiteY2" fmla="*/ 558800 h 1355725"/>
                              <a:gd name="connsiteX3" fmla="*/ 269875 w 488950"/>
                              <a:gd name="connsiteY3" fmla="*/ 1355725 h 1355725"/>
                              <a:gd name="connsiteX4" fmla="*/ 304800 w 488950"/>
                              <a:gd name="connsiteY4" fmla="*/ 530225 h 1355725"/>
                              <a:gd name="connsiteX5" fmla="*/ 0 w 488950"/>
                              <a:gd name="connsiteY5" fmla="*/ 0 h 1355725"/>
                              <a:gd name="connsiteX0" fmla="*/ 0 w 488950"/>
                              <a:gd name="connsiteY0" fmla="*/ 0 h 1355725"/>
                              <a:gd name="connsiteX1" fmla="*/ 346075 w 488950"/>
                              <a:gd name="connsiteY1" fmla="*/ 146050 h 1355725"/>
                              <a:gd name="connsiteX2" fmla="*/ 488950 w 488950"/>
                              <a:gd name="connsiteY2" fmla="*/ 558800 h 1355725"/>
                              <a:gd name="connsiteX3" fmla="*/ 269875 w 488950"/>
                              <a:gd name="connsiteY3" fmla="*/ 1355725 h 1355725"/>
                              <a:gd name="connsiteX4" fmla="*/ 304800 w 488950"/>
                              <a:gd name="connsiteY4" fmla="*/ 530225 h 1355725"/>
                              <a:gd name="connsiteX5" fmla="*/ 0 w 488950"/>
                              <a:gd name="connsiteY5" fmla="*/ 0 h 1355725"/>
                              <a:gd name="connsiteX0" fmla="*/ 0 w 488950"/>
                              <a:gd name="connsiteY0" fmla="*/ 0 h 1355725"/>
                              <a:gd name="connsiteX1" fmla="*/ 346075 w 488950"/>
                              <a:gd name="connsiteY1" fmla="*/ 146050 h 1355725"/>
                              <a:gd name="connsiteX2" fmla="*/ 488950 w 488950"/>
                              <a:gd name="connsiteY2" fmla="*/ 558800 h 1355725"/>
                              <a:gd name="connsiteX3" fmla="*/ 269875 w 488950"/>
                              <a:gd name="connsiteY3" fmla="*/ 1355725 h 1355725"/>
                              <a:gd name="connsiteX4" fmla="*/ 304800 w 488950"/>
                              <a:gd name="connsiteY4" fmla="*/ 530225 h 1355725"/>
                              <a:gd name="connsiteX5" fmla="*/ 0 w 488950"/>
                              <a:gd name="connsiteY5" fmla="*/ 0 h 1355725"/>
                              <a:gd name="connsiteX0" fmla="*/ 0 w 489078"/>
                              <a:gd name="connsiteY0" fmla="*/ 0 h 1355725"/>
                              <a:gd name="connsiteX1" fmla="*/ 346075 w 489078"/>
                              <a:gd name="connsiteY1" fmla="*/ 146050 h 1355725"/>
                              <a:gd name="connsiteX2" fmla="*/ 488950 w 489078"/>
                              <a:gd name="connsiteY2" fmla="*/ 558800 h 1355725"/>
                              <a:gd name="connsiteX3" fmla="*/ 269875 w 489078"/>
                              <a:gd name="connsiteY3" fmla="*/ 1355725 h 1355725"/>
                              <a:gd name="connsiteX4" fmla="*/ 304800 w 489078"/>
                              <a:gd name="connsiteY4" fmla="*/ 530225 h 1355725"/>
                              <a:gd name="connsiteX5" fmla="*/ 0 w 489078"/>
                              <a:gd name="connsiteY5" fmla="*/ 0 h 1355725"/>
                              <a:gd name="connsiteX0" fmla="*/ 0 w 490414"/>
                              <a:gd name="connsiteY0" fmla="*/ 0 h 1330325"/>
                              <a:gd name="connsiteX1" fmla="*/ 346075 w 490414"/>
                              <a:gd name="connsiteY1" fmla="*/ 146050 h 1330325"/>
                              <a:gd name="connsiteX2" fmla="*/ 488950 w 490414"/>
                              <a:gd name="connsiteY2" fmla="*/ 558800 h 1330325"/>
                              <a:gd name="connsiteX3" fmla="*/ 273050 w 490414"/>
                              <a:gd name="connsiteY3" fmla="*/ 1330325 h 1330325"/>
                              <a:gd name="connsiteX4" fmla="*/ 304800 w 490414"/>
                              <a:gd name="connsiteY4" fmla="*/ 530225 h 1330325"/>
                              <a:gd name="connsiteX5" fmla="*/ 0 w 490414"/>
                              <a:gd name="connsiteY5" fmla="*/ 0 h 1330325"/>
                              <a:gd name="connsiteX0" fmla="*/ 0 w 490414"/>
                              <a:gd name="connsiteY0" fmla="*/ 0 h 1330325"/>
                              <a:gd name="connsiteX1" fmla="*/ 346075 w 490414"/>
                              <a:gd name="connsiteY1" fmla="*/ 146050 h 1330325"/>
                              <a:gd name="connsiteX2" fmla="*/ 488950 w 490414"/>
                              <a:gd name="connsiteY2" fmla="*/ 558800 h 1330325"/>
                              <a:gd name="connsiteX3" fmla="*/ 273050 w 490414"/>
                              <a:gd name="connsiteY3" fmla="*/ 1330325 h 1330325"/>
                              <a:gd name="connsiteX4" fmla="*/ 304800 w 490414"/>
                              <a:gd name="connsiteY4" fmla="*/ 530225 h 1330325"/>
                              <a:gd name="connsiteX5" fmla="*/ 0 w 490414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</a:cxnLst>
                            <a:rect l="l" t="t" r="r" b="b"/>
                            <a:pathLst>
                              <a:path w="490275" h="1330325">
                                <a:moveTo>
                                  <a:pt x="0" y="0"/>
                                </a:moveTo>
                                <a:cubicBezTo>
                                  <a:pt x="134408" y="26458"/>
                                  <a:pt x="264583" y="48154"/>
                                  <a:pt x="346075" y="146050"/>
                                </a:cubicBezTo>
                                <a:cubicBezTo>
                                  <a:pt x="427567" y="243946"/>
                                  <a:pt x="501121" y="389996"/>
                                  <a:pt x="488950" y="587375"/>
                                </a:cubicBezTo>
                                <a:cubicBezTo>
                                  <a:pt x="476779" y="784754"/>
                                  <a:pt x="390525" y="1144058"/>
                                  <a:pt x="273050" y="1330325"/>
                                </a:cubicBezTo>
                                <a:cubicBezTo>
                                  <a:pt x="328083" y="1057275"/>
                                  <a:pt x="364067" y="752475"/>
                                  <a:pt x="304800" y="530225"/>
                                </a:cubicBezTo>
                                <a:cubicBezTo>
                                  <a:pt x="276225" y="388408"/>
                                  <a:pt x="158750" y="138642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grpFill/>
                          <a:ln w="3810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/>
                          </a:p>
                        </p:txBody>
                      </p:sp>
                      <p:sp>
                        <p:nvSpPr>
                          <p:cNvPr id="120" name="フリーフォーム: 図形 119">
                            <a:extLst>
                              <a:ext uri="{FF2B5EF4-FFF2-40B4-BE49-F238E27FC236}">
                                <a16:creationId xmlns:a16="http://schemas.microsoft.com/office/drawing/2014/main" id="{AF73CD5A-4CEF-4279-901F-254676FD4B0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565524" y="1426313"/>
                            <a:ext cx="1530456" cy="983511"/>
                          </a:xfrm>
                          <a:custGeom>
                            <a:avLst/>
                            <a:gdLst>
                              <a:gd name="connsiteX0" fmla="*/ 0 w 1593850"/>
                              <a:gd name="connsiteY0" fmla="*/ 254000 h 1019175"/>
                              <a:gd name="connsiteX1" fmla="*/ 981075 w 1593850"/>
                              <a:gd name="connsiteY1" fmla="*/ 196850 h 1019175"/>
                              <a:gd name="connsiteX2" fmla="*/ 1593850 w 1593850"/>
                              <a:gd name="connsiteY2" fmla="*/ 1019175 h 1019175"/>
                              <a:gd name="connsiteX3" fmla="*/ 1098550 w 1593850"/>
                              <a:gd name="connsiteY3" fmla="*/ 0 h 1019175"/>
                              <a:gd name="connsiteX4" fmla="*/ 0 w 1593850"/>
                              <a:gd name="connsiteY4" fmla="*/ 254000 h 1019175"/>
                              <a:gd name="connsiteX0" fmla="*/ 0 w 1593850"/>
                              <a:gd name="connsiteY0" fmla="*/ 285191 h 1050366"/>
                              <a:gd name="connsiteX1" fmla="*/ 981075 w 1593850"/>
                              <a:gd name="connsiteY1" fmla="*/ 228041 h 1050366"/>
                              <a:gd name="connsiteX2" fmla="*/ 1593850 w 1593850"/>
                              <a:gd name="connsiteY2" fmla="*/ 1050366 h 1050366"/>
                              <a:gd name="connsiteX3" fmla="*/ 1098550 w 1593850"/>
                              <a:gd name="connsiteY3" fmla="*/ 31191 h 1050366"/>
                              <a:gd name="connsiteX4" fmla="*/ 0 w 1593850"/>
                              <a:gd name="connsiteY4" fmla="*/ 285191 h 1050366"/>
                              <a:gd name="connsiteX0" fmla="*/ 0 w 1584325"/>
                              <a:gd name="connsiteY0" fmla="*/ 282407 h 996782"/>
                              <a:gd name="connsiteX1" fmla="*/ 981075 w 1584325"/>
                              <a:gd name="connsiteY1" fmla="*/ 225257 h 996782"/>
                              <a:gd name="connsiteX2" fmla="*/ 1584325 w 1584325"/>
                              <a:gd name="connsiteY2" fmla="*/ 996782 h 996782"/>
                              <a:gd name="connsiteX3" fmla="*/ 1098550 w 1584325"/>
                              <a:gd name="connsiteY3" fmla="*/ 28407 h 996782"/>
                              <a:gd name="connsiteX4" fmla="*/ 0 w 1584325"/>
                              <a:gd name="connsiteY4" fmla="*/ 282407 h 996782"/>
                              <a:gd name="connsiteX0" fmla="*/ 0 w 1586127"/>
                              <a:gd name="connsiteY0" fmla="*/ 282407 h 996782"/>
                              <a:gd name="connsiteX1" fmla="*/ 981075 w 1586127"/>
                              <a:gd name="connsiteY1" fmla="*/ 225257 h 996782"/>
                              <a:gd name="connsiteX2" fmla="*/ 1584325 w 1586127"/>
                              <a:gd name="connsiteY2" fmla="*/ 996782 h 996782"/>
                              <a:gd name="connsiteX3" fmla="*/ 1098550 w 1586127"/>
                              <a:gd name="connsiteY3" fmla="*/ 28407 h 996782"/>
                              <a:gd name="connsiteX4" fmla="*/ 0 w 1586127"/>
                              <a:gd name="connsiteY4" fmla="*/ 282407 h 996782"/>
                              <a:gd name="connsiteX0" fmla="*/ 0 w 1586127"/>
                              <a:gd name="connsiteY0" fmla="*/ 282407 h 996782"/>
                              <a:gd name="connsiteX1" fmla="*/ 981075 w 1586127"/>
                              <a:gd name="connsiteY1" fmla="*/ 225257 h 996782"/>
                              <a:gd name="connsiteX2" fmla="*/ 1584325 w 1586127"/>
                              <a:gd name="connsiteY2" fmla="*/ 996782 h 996782"/>
                              <a:gd name="connsiteX3" fmla="*/ 1098550 w 1586127"/>
                              <a:gd name="connsiteY3" fmla="*/ 28407 h 996782"/>
                              <a:gd name="connsiteX4" fmla="*/ 0 w 1586127"/>
                              <a:gd name="connsiteY4" fmla="*/ 282407 h 996782"/>
                              <a:gd name="connsiteX0" fmla="*/ 0 w 1586127"/>
                              <a:gd name="connsiteY0" fmla="*/ 282407 h 996782"/>
                              <a:gd name="connsiteX1" fmla="*/ 981075 w 1586127"/>
                              <a:gd name="connsiteY1" fmla="*/ 225257 h 996782"/>
                              <a:gd name="connsiteX2" fmla="*/ 1584325 w 1586127"/>
                              <a:gd name="connsiteY2" fmla="*/ 996782 h 996782"/>
                              <a:gd name="connsiteX3" fmla="*/ 1098550 w 1586127"/>
                              <a:gd name="connsiteY3" fmla="*/ 28407 h 996782"/>
                              <a:gd name="connsiteX4" fmla="*/ 0 w 1586127"/>
                              <a:gd name="connsiteY4" fmla="*/ 282407 h 996782"/>
                              <a:gd name="connsiteX0" fmla="*/ 0 w 1532095"/>
                              <a:gd name="connsiteY0" fmla="*/ 247136 h 1002786"/>
                              <a:gd name="connsiteX1" fmla="*/ 927100 w 1532095"/>
                              <a:gd name="connsiteY1" fmla="*/ 231261 h 1002786"/>
                              <a:gd name="connsiteX2" fmla="*/ 1530350 w 1532095"/>
                              <a:gd name="connsiteY2" fmla="*/ 1002786 h 1002786"/>
                              <a:gd name="connsiteX3" fmla="*/ 1044575 w 1532095"/>
                              <a:gd name="connsiteY3" fmla="*/ 34411 h 1002786"/>
                              <a:gd name="connsiteX4" fmla="*/ 0 w 1532095"/>
                              <a:gd name="connsiteY4" fmla="*/ 247136 h 1002786"/>
                              <a:gd name="connsiteX0" fmla="*/ 0 w 1532095"/>
                              <a:gd name="connsiteY0" fmla="*/ 249556 h 1005206"/>
                              <a:gd name="connsiteX1" fmla="*/ 927100 w 1532095"/>
                              <a:gd name="connsiteY1" fmla="*/ 233681 h 1005206"/>
                              <a:gd name="connsiteX2" fmla="*/ 1530350 w 1532095"/>
                              <a:gd name="connsiteY2" fmla="*/ 1005206 h 1005206"/>
                              <a:gd name="connsiteX3" fmla="*/ 1044575 w 1532095"/>
                              <a:gd name="connsiteY3" fmla="*/ 36831 h 1005206"/>
                              <a:gd name="connsiteX4" fmla="*/ 0 w 1532095"/>
                              <a:gd name="connsiteY4" fmla="*/ 249556 h 1005206"/>
                              <a:gd name="connsiteX0" fmla="*/ 0 w 1532095"/>
                              <a:gd name="connsiteY0" fmla="*/ 241106 h 996756"/>
                              <a:gd name="connsiteX1" fmla="*/ 927100 w 1532095"/>
                              <a:gd name="connsiteY1" fmla="*/ 225231 h 996756"/>
                              <a:gd name="connsiteX2" fmla="*/ 1530350 w 1532095"/>
                              <a:gd name="connsiteY2" fmla="*/ 996756 h 996756"/>
                              <a:gd name="connsiteX3" fmla="*/ 1044575 w 1532095"/>
                              <a:gd name="connsiteY3" fmla="*/ 37906 h 996756"/>
                              <a:gd name="connsiteX4" fmla="*/ 0 w 1532095"/>
                              <a:gd name="connsiteY4" fmla="*/ 241106 h 996756"/>
                              <a:gd name="connsiteX0" fmla="*/ 0 w 1531952"/>
                              <a:gd name="connsiteY0" fmla="*/ 220785 h 976435"/>
                              <a:gd name="connsiteX1" fmla="*/ 927100 w 1531952"/>
                              <a:gd name="connsiteY1" fmla="*/ 204910 h 976435"/>
                              <a:gd name="connsiteX2" fmla="*/ 1530350 w 1531952"/>
                              <a:gd name="connsiteY2" fmla="*/ 976435 h 976435"/>
                              <a:gd name="connsiteX3" fmla="*/ 1044575 w 1531952"/>
                              <a:gd name="connsiteY3" fmla="*/ 17585 h 976435"/>
                              <a:gd name="connsiteX4" fmla="*/ 0 w 1531952"/>
                              <a:gd name="connsiteY4" fmla="*/ 220785 h 976435"/>
                              <a:gd name="connsiteX0" fmla="*/ 0 w 1531788"/>
                              <a:gd name="connsiteY0" fmla="*/ 220785 h 976435"/>
                              <a:gd name="connsiteX1" fmla="*/ 927100 w 1531788"/>
                              <a:gd name="connsiteY1" fmla="*/ 204910 h 976435"/>
                              <a:gd name="connsiteX2" fmla="*/ 1530350 w 1531788"/>
                              <a:gd name="connsiteY2" fmla="*/ 976435 h 976435"/>
                              <a:gd name="connsiteX3" fmla="*/ 1009650 w 1531788"/>
                              <a:gd name="connsiteY3" fmla="*/ 17585 h 976435"/>
                              <a:gd name="connsiteX4" fmla="*/ 0 w 1531788"/>
                              <a:gd name="connsiteY4" fmla="*/ 220785 h 976435"/>
                              <a:gd name="connsiteX0" fmla="*/ 0 w 1531872"/>
                              <a:gd name="connsiteY0" fmla="*/ 221904 h 977554"/>
                              <a:gd name="connsiteX1" fmla="*/ 927100 w 1531872"/>
                              <a:gd name="connsiteY1" fmla="*/ 206029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1904 h 977554"/>
                              <a:gd name="connsiteX1" fmla="*/ 920750 w 1531872"/>
                              <a:gd name="connsiteY1" fmla="*/ 152054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1904 h 977554"/>
                              <a:gd name="connsiteX1" fmla="*/ 908050 w 1531872"/>
                              <a:gd name="connsiteY1" fmla="*/ 209204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1904 h 977554"/>
                              <a:gd name="connsiteX1" fmla="*/ 908050 w 1531872"/>
                              <a:gd name="connsiteY1" fmla="*/ 209204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1904 h 977554"/>
                              <a:gd name="connsiteX1" fmla="*/ 908050 w 1531872"/>
                              <a:gd name="connsiteY1" fmla="*/ 209204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7861 h 983511"/>
                              <a:gd name="connsiteX1" fmla="*/ 908050 w 1531872"/>
                              <a:gd name="connsiteY1" fmla="*/ 215161 h 983511"/>
                              <a:gd name="connsiteX2" fmla="*/ 1530350 w 1531872"/>
                              <a:gd name="connsiteY2" fmla="*/ 983511 h 983511"/>
                              <a:gd name="connsiteX3" fmla="*/ 1009650 w 1531872"/>
                              <a:gd name="connsiteY3" fmla="*/ 24661 h 983511"/>
                              <a:gd name="connsiteX4" fmla="*/ 0 w 1531872"/>
                              <a:gd name="connsiteY4" fmla="*/ 227861 h 983511"/>
                              <a:gd name="connsiteX0" fmla="*/ 0 w 1531872"/>
                              <a:gd name="connsiteY0" fmla="*/ 227861 h 983511"/>
                              <a:gd name="connsiteX1" fmla="*/ 927100 w 1531872"/>
                              <a:gd name="connsiteY1" fmla="*/ 211986 h 983511"/>
                              <a:gd name="connsiteX2" fmla="*/ 1530350 w 1531872"/>
                              <a:gd name="connsiteY2" fmla="*/ 983511 h 983511"/>
                              <a:gd name="connsiteX3" fmla="*/ 1009650 w 1531872"/>
                              <a:gd name="connsiteY3" fmla="*/ 24661 h 983511"/>
                              <a:gd name="connsiteX4" fmla="*/ 0 w 1531872"/>
                              <a:gd name="connsiteY4" fmla="*/ 227861 h 983511"/>
                              <a:gd name="connsiteX0" fmla="*/ 0 w 1531872"/>
                              <a:gd name="connsiteY0" fmla="*/ 227861 h 983511"/>
                              <a:gd name="connsiteX1" fmla="*/ 927100 w 1531872"/>
                              <a:gd name="connsiteY1" fmla="*/ 211986 h 983511"/>
                              <a:gd name="connsiteX2" fmla="*/ 1530350 w 1531872"/>
                              <a:gd name="connsiteY2" fmla="*/ 983511 h 983511"/>
                              <a:gd name="connsiteX3" fmla="*/ 1009650 w 1531872"/>
                              <a:gd name="connsiteY3" fmla="*/ 24661 h 983511"/>
                              <a:gd name="connsiteX4" fmla="*/ 0 w 1531872"/>
                              <a:gd name="connsiteY4" fmla="*/ 227861 h 983511"/>
                              <a:gd name="connsiteX0" fmla="*/ 0 w 1531872"/>
                              <a:gd name="connsiteY0" fmla="*/ 227861 h 983511"/>
                              <a:gd name="connsiteX1" fmla="*/ 927100 w 1531872"/>
                              <a:gd name="connsiteY1" fmla="*/ 211986 h 983511"/>
                              <a:gd name="connsiteX2" fmla="*/ 1530350 w 1531872"/>
                              <a:gd name="connsiteY2" fmla="*/ 983511 h 983511"/>
                              <a:gd name="connsiteX3" fmla="*/ 1009650 w 1531872"/>
                              <a:gd name="connsiteY3" fmla="*/ 24661 h 983511"/>
                              <a:gd name="connsiteX4" fmla="*/ 0 w 1531872"/>
                              <a:gd name="connsiteY4" fmla="*/ 227861 h 983511"/>
                              <a:gd name="connsiteX0" fmla="*/ 0 w 1530456"/>
                              <a:gd name="connsiteY0" fmla="*/ 227861 h 983511"/>
                              <a:gd name="connsiteX1" fmla="*/ 927100 w 1530456"/>
                              <a:gd name="connsiteY1" fmla="*/ 211986 h 983511"/>
                              <a:gd name="connsiteX2" fmla="*/ 1530350 w 1530456"/>
                              <a:gd name="connsiteY2" fmla="*/ 983511 h 983511"/>
                              <a:gd name="connsiteX3" fmla="*/ 1009650 w 1530456"/>
                              <a:gd name="connsiteY3" fmla="*/ 24661 h 983511"/>
                              <a:gd name="connsiteX4" fmla="*/ 0 w 1530456"/>
                              <a:gd name="connsiteY4" fmla="*/ 227861 h 983511"/>
                              <a:gd name="connsiteX0" fmla="*/ 0 w 1530456"/>
                              <a:gd name="connsiteY0" fmla="*/ 227861 h 983511"/>
                              <a:gd name="connsiteX1" fmla="*/ 927100 w 1530456"/>
                              <a:gd name="connsiteY1" fmla="*/ 211986 h 983511"/>
                              <a:gd name="connsiteX2" fmla="*/ 1530350 w 1530456"/>
                              <a:gd name="connsiteY2" fmla="*/ 983511 h 983511"/>
                              <a:gd name="connsiteX3" fmla="*/ 1009650 w 1530456"/>
                              <a:gd name="connsiteY3" fmla="*/ 24661 h 983511"/>
                              <a:gd name="connsiteX4" fmla="*/ 0 w 1530456"/>
                              <a:gd name="connsiteY4" fmla="*/ 227861 h 983511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530456" h="983511">
                                <a:moveTo>
                                  <a:pt x="0" y="227861"/>
                                </a:moveTo>
                                <a:cubicBezTo>
                                  <a:pt x="349250" y="135786"/>
                                  <a:pt x="684742" y="111444"/>
                                  <a:pt x="927100" y="211986"/>
                                </a:cubicBezTo>
                                <a:cubicBezTo>
                                  <a:pt x="1169458" y="312528"/>
                                  <a:pt x="1383242" y="389786"/>
                                  <a:pt x="1530350" y="983511"/>
                                </a:cubicBezTo>
                                <a:cubicBezTo>
                                  <a:pt x="1536700" y="399311"/>
                                  <a:pt x="1258358" y="99803"/>
                                  <a:pt x="1009650" y="24661"/>
                                </a:cubicBezTo>
                                <a:cubicBezTo>
                                  <a:pt x="760942" y="-50481"/>
                                  <a:pt x="369358" y="54294"/>
                                  <a:pt x="0" y="227861"/>
                                </a:cubicBezTo>
                                <a:close/>
                              </a:path>
                            </a:pathLst>
                          </a:custGeom>
                          <a:grpFill/>
                          <a:ln w="3810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/>
                          </a:p>
                        </p:txBody>
                      </p:sp>
                      <p:sp>
                        <p:nvSpPr>
                          <p:cNvPr id="121" name="フリーフォーム: 図形 120">
                            <a:extLst>
                              <a:ext uri="{FF2B5EF4-FFF2-40B4-BE49-F238E27FC236}">
                                <a16:creationId xmlns:a16="http://schemas.microsoft.com/office/drawing/2014/main" id="{8A85D732-8DF9-4CF4-861F-B7449FE0FD1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451474" y="2711228"/>
                            <a:ext cx="507621" cy="254221"/>
                          </a:xfrm>
                          <a:custGeom>
                            <a:avLst/>
                            <a:gdLst>
                              <a:gd name="connsiteX0" fmla="*/ 0 w 571500"/>
                              <a:gd name="connsiteY0" fmla="*/ 254000 h 254000"/>
                              <a:gd name="connsiteX1" fmla="*/ 400050 w 571500"/>
                              <a:gd name="connsiteY1" fmla="*/ 0 h 254000"/>
                              <a:gd name="connsiteX2" fmla="*/ 571500 w 571500"/>
                              <a:gd name="connsiteY2" fmla="*/ 238125 h 254000"/>
                              <a:gd name="connsiteX3" fmla="*/ 327025 w 571500"/>
                              <a:gd name="connsiteY3" fmla="*/ 184150 h 254000"/>
                              <a:gd name="connsiteX4" fmla="*/ 0 w 571500"/>
                              <a:gd name="connsiteY4" fmla="*/ 254000 h 254000"/>
                              <a:gd name="connsiteX0" fmla="*/ 0 w 571500"/>
                              <a:gd name="connsiteY0" fmla="*/ 254000 h 254000"/>
                              <a:gd name="connsiteX1" fmla="*/ 438150 w 571500"/>
                              <a:gd name="connsiteY1" fmla="*/ 0 h 254000"/>
                              <a:gd name="connsiteX2" fmla="*/ 571500 w 571500"/>
                              <a:gd name="connsiteY2" fmla="*/ 238125 h 254000"/>
                              <a:gd name="connsiteX3" fmla="*/ 327025 w 571500"/>
                              <a:gd name="connsiteY3" fmla="*/ 184150 h 254000"/>
                              <a:gd name="connsiteX4" fmla="*/ 0 w 571500"/>
                              <a:gd name="connsiteY4" fmla="*/ 254000 h 254000"/>
                              <a:gd name="connsiteX0" fmla="*/ 0 w 571500"/>
                              <a:gd name="connsiteY0" fmla="*/ 256437 h 256437"/>
                              <a:gd name="connsiteX1" fmla="*/ 438150 w 571500"/>
                              <a:gd name="connsiteY1" fmla="*/ 2437 h 256437"/>
                              <a:gd name="connsiteX2" fmla="*/ 571500 w 571500"/>
                              <a:gd name="connsiteY2" fmla="*/ 240562 h 256437"/>
                              <a:gd name="connsiteX3" fmla="*/ 327025 w 571500"/>
                              <a:gd name="connsiteY3" fmla="*/ 186587 h 256437"/>
                              <a:gd name="connsiteX4" fmla="*/ 0 w 571500"/>
                              <a:gd name="connsiteY4" fmla="*/ 256437 h 256437"/>
                              <a:gd name="connsiteX0" fmla="*/ 0 w 558800"/>
                              <a:gd name="connsiteY0" fmla="*/ 254033 h 254033"/>
                              <a:gd name="connsiteX1" fmla="*/ 425450 w 558800"/>
                              <a:gd name="connsiteY1" fmla="*/ 33 h 254033"/>
                              <a:gd name="connsiteX2" fmla="*/ 558800 w 558800"/>
                              <a:gd name="connsiteY2" fmla="*/ 238158 h 254033"/>
                              <a:gd name="connsiteX3" fmla="*/ 314325 w 558800"/>
                              <a:gd name="connsiteY3" fmla="*/ 184183 h 254033"/>
                              <a:gd name="connsiteX4" fmla="*/ 0 w 558800"/>
                              <a:gd name="connsiteY4" fmla="*/ 254033 h 254033"/>
                              <a:gd name="connsiteX0" fmla="*/ 0 w 558800"/>
                              <a:gd name="connsiteY0" fmla="*/ 254033 h 254033"/>
                              <a:gd name="connsiteX1" fmla="*/ 425450 w 558800"/>
                              <a:gd name="connsiteY1" fmla="*/ 33 h 254033"/>
                              <a:gd name="connsiteX2" fmla="*/ 558800 w 558800"/>
                              <a:gd name="connsiteY2" fmla="*/ 238158 h 254033"/>
                              <a:gd name="connsiteX3" fmla="*/ 314325 w 558800"/>
                              <a:gd name="connsiteY3" fmla="*/ 184183 h 254033"/>
                              <a:gd name="connsiteX4" fmla="*/ 0 w 558800"/>
                              <a:gd name="connsiteY4" fmla="*/ 254033 h 254033"/>
                              <a:gd name="connsiteX0" fmla="*/ 0 w 558800"/>
                              <a:gd name="connsiteY0" fmla="*/ 254033 h 254033"/>
                              <a:gd name="connsiteX1" fmla="*/ 425450 w 558800"/>
                              <a:gd name="connsiteY1" fmla="*/ 33 h 254033"/>
                              <a:gd name="connsiteX2" fmla="*/ 558800 w 558800"/>
                              <a:gd name="connsiteY2" fmla="*/ 238158 h 254033"/>
                              <a:gd name="connsiteX3" fmla="*/ 314325 w 558800"/>
                              <a:gd name="connsiteY3" fmla="*/ 184183 h 254033"/>
                              <a:gd name="connsiteX4" fmla="*/ 0 w 5588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88925 w 533400"/>
                              <a:gd name="connsiteY3" fmla="*/ 184183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88925 w 533400"/>
                              <a:gd name="connsiteY3" fmla="*/ 184183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88925 w 533400"/>
                              <a:gd name="connsiteY3" fmla="*/ 184183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98450 w 533400"/>
                              <a:gd name="connsiteY3" fmla="*/ 149258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92100 w 533400"/>
                              <a:gd name="connsiteY3" fmla="*/ 187358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92100 w 533400"/>
                              <a:gd name="connsiteY3" fmla="*/ 187358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92100 w 533400"/>
                              <a:gd name="connsiteY3" fmla="*/ 187358 h 254033"/>
                              <a:gd name="connsiteX4" fmla="*/ 0 w 533400"/>
                              <a:gd name="connsiteY4" fmla="*/ 254033 h 254033"/>
                              <a:gd name="connsiteX0" fmla="*/ 0 w 523875"/>
                              <a:gd name="connsiteY0" fmla="*/ 254033 h 254033"/>
                              <a:gd name="connsiteX1" fmla="*/ 400050 w 523875"/>
                              <a:gd name="connsiteY1" fmla="*/ 33 h 254033"/>
                              <a:gd name="connsiteX2" fmla="*/ 523875 w 523875"/>
                              <a:gd name="connsiteY2" fmla="*/ 238158 h 254033"/>
                              <a:gd name="connsiteX3" fmla="*/ 292100 w 523875"/>
                              <a:gd name="connsiteY3" fmla="*/ 187358 h 254033"/>
                              <a:gd name="connsiteX4" fmla="*/ 0 w 523875"/>
                              <a:gd name="connsiteY4" fmla="*/ 254033 h 254033"/>
                              <a:gd name="connsiteX0" fmla="*/ 0 w 523875"/>
                              <a:gd name="connsiteY0" fmla="*/ 254038 h 254038"/>
                              <a:gd name="connsiteX1" fmla="*/ 400050 w 523875"/>
                              <a:gd name="connsiteY1" fmla="*/ 38 h 254038"/>
                              <a:gd name="connsiteX2" fmla="*/ 523875 w 523875"/>
                              <a:gd name="connsiteY2" fmla="*/ 238163 h 254038"/>
                              <a:gd name="connsiteX3" fmla="*/ 292100 w 523875"/>
                              <a:gd name="connsiteY3" fmla="*/ 187363 h 254038"/>
                              <a:gd name="connsiteX4" fmla="*/ 0 w 523875"/>
                              <a:gd name="connsiteY4" fmla="*/ 254038 h 254038"/>
                              <a:gd name="connsiteX0" fmla="*/ 0 w 523875"/>
                              <a:gd name="connsiteY0" fmla="*/ 254038 h 254038"/>
                              <a:gd name="connsiteX1" fmla="*/ 400050 w 523875"/>
                              <a:gd name="connsiteY1" fmla="*/ 38 h 254038"/>
                              <a:gd name="connsiteX2" fmla="*/ 523875 w 523875"/>
                              <a:gd name="connsiteY2" fmla="*/ 238163 h 254038"/>
                              <a:gd name="connsiteX3" fmla="*/ 292100 w 523875"/>
                              <a:gd name="connsiteY3" fmla="*/ 187363 h 254038"/>
                              <a:gd name="connsiteX4" fmla="*/ 0 w 523875"/>
                              <a:gd name="connsiteY4" fmla="*/ 254038 h 254038"/>
                              <a:gd name="connsiteX0" fmla="*/ 0 w 501650"/>
                              <a:gd name="connsiteY0" fmla="*/ 254078 h 254078"/>
                              <a:gd name="connsiteX1" fmla="*/ 400050 w 501650"/>
                              <a:gd name="connsiteY1" fmla="*/ 78 h 254078"/>
                              <a:gd name="connsiteX2" fmla="*/ 501650 w 501650"/>
                              <a:gd name="connsiteY2" fmla="*/ 231853 h 254078"/>
                              <a:gd name="connsiteX3" fmla="*/ 292100 w 501650"/>
                              <a:gd name="connsiteY3" fmla="*/ 187403 h 254078"/>
                              <a:gd name="connsiteX4" fmla="*/ 0 w 501650"/>
                              <a:gd name="connsiteY4" fmla="*/ 254078 h 254078"/>
                              <a:gd name="connsiteX0" fmla="*/ 0 w 501650"/>
                              <a:gd name="connsiteY0" fmla="*/ 254078 h 254078"/>
                              <a:gd name="connsiteX1" fmla="*/ 384175 w 501650"/>
                              <a:gd name="connsiteY1" fmla="*/ 78 h 254078"/>
                              <a:gd name="connsiteX2" fmla="*/ 501650 w 501650"/>
                              <a:gd name="connsiteY2" fmla="*/ 231853 h 254078"/>
                              <a:gd name="connsiteX3" fmla="*/ 292100 w 501650"/>
                              <a:gd name="connsiteY3" fmla="*/ 187403 h 254078"/>
                              <a:gd name="connsiteX4" fmla="*/ 0 w 501650"/>
                              <a:gd name="connsiteY4" fmla="*/ 254078 h 254078"/>
                              <a:gd name="connsiteX0" fmla="*/ 0 w 501650"/>
                              <a:gd name="connsiteY0" fmla="*/ 254260 h 254260"/>
                              <a:gd name="connsiteX1" fmla="*/ 384175 w 501650"/>
                              <a:gd name="connsiteY1" fmla="*/ 260 h 254260"/>
                              <a:gd name="connsiteX2" fmla="*/ 501650 w 501650"/>
                              <a:gd name="connsiteY2" fmla="*/ 232035 h 254260"/>
                              <a:gd name="connsiteX3" fmla="*/ 292100 w 501650"/>
                              <a:gd name="connsiteY3" fmla="*/ 187585 h 254260"/>
                              <a:gd name="connsiteX4" fmla="*/ 0 w 501650"/>
                              <a:gd name="connsiteY4" fmla="*/ 254260 h 254260"/>
                              <a:gd name="connsiteX0" fmla="*/ 0 w 501650"/>
                              <a:gd name="connsiteY0" fmla="*/ 254260 h 254260"/>
                              <a:gd name="connsiteX1" fmla="*/ 384175 w 501650"/>
                              <a:gd name="connsiteY1" fmla="*/ 260 h 254260"/>
                              <a:gd name="connsiteX2" fmla="*/ 501650 w 501650"/>
                              <a:gd name="connsiteY2" fmla="*/ 232035 h 254260"/>
                              <a:gd name="connsiteX3" fmla="*/ 292100 w 501650"/>
                              <a:gd name="connsiteY3" fmla="*/ 187585 h 254260"/>
                              <a:gd name="connsiteX4" fmla="*/ 0 w 501650"/>
                              <a:gd name="connsiteY4" fmla="*/ 254260 h 254260"/>
                              <a:gd name="connsiteX0" fmla="*/ 0 w 501650"/>
                              <a:gd name="connsiteY0" fmla="*/ 254260 h 254260"/>
                              <a:gd name="connsiteX1" fmla="*/ 384175 w 501650"/>
                              <a:gd name="connsiteY1" fmla="*/ 260 h 254260"/>
                              <a:gd name="connsiteX2" fmla="*/ 501650 w 501650"/>
                              <a:gd name="connsiteY2" fmla="*/ 232035 h 254260"/>
                              <a:gd name="connsiteX3" fmla="*/ 292100 w 501650"/>
                              <a:gd name="connsiteY3" fmla="*/ 197110 h 254260"/>
                              <a:gd name="connsiteX4" fmla="*/ 0 w 501650"/>
                              <a:gd name="connsiteY4" fmla="*/ 254260 h 254260"/>
                              <a:gd name="connsiteX0" fmla="*/ 0 w 507621"/>
                              <a:gd name="connsiteY0" fmla="*/ 254221 h 254221"/>
                              <a:gd name="connsiteX1" fmla="*/ 384175 w 507621"/>
                              <a:gd name="connsiteY1" fmla="*/ 221 h 254221"/>
                              <a:gd name="connsiteX2" fmla="*/ 501650 w 507621"/>
                              <a:gd name="connsiteY2" fmla="*/ 231996 h 254221"/>
                              <a:gd name="connsiteX3" fmla="*/ 292100 w 507621"/>
                              <a:gd name="connsiteY3" fmla="*/ 197071 h 254221"/>
                              <a:gd name="connsiteX4" fmla="*/ 0 w 507621"/>
                              <a:gd name="connsiteY4" fmla="*/ 254221 h 254221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507621" h="254221">
                                <a:moveTo>
                                  <a:pt x="0" y="254221"/>
                                </a:moveTo>
                                <a:cubicBezTo>
                                  <a:pt x="142875" y="128279"/>
                                  <a:pt x="300612" y="4824"/>
                                  <a:pt x="384175" y="221"/>
                                </a:cubicBezTo>
                                <a:cubicBezTo>
                                  <a:pt x="509058" y="-6658"/>
                                  <a:pt x="517525" y="149446"/>
                                  <a:pt x="501650" y="231996"/>
                                </a:cubicBezTo>
                                <a:cubicBezTo>
                                  <a:pt x="427567" y="189663"/>
                                  <a:pt x="388408" y="204479"/>
                                  <a:pt x="292100" y="197071"/>
                                </a:cubicBezTo>
                                <a:cubicBezTo>
                                  <a:pt x="197107" y="189764"/>
                                  <a:pt x="127000" y="205538"/>
                                  <a:pt x="0" y="254221"/>
                                </a:cubicBezTo>
                                <a:close/>
                              </a:path>
                            </a:pathLst>
                          </a:custGeom>
                          <a:grpFill/>
                          <a:ln w="3810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/>
                          </a:p>
                        </p:txBody>
                      </p:sp>
                    </p:grpSp>
                  </p:grpSp>
                </p:grpSp>
              </p:grpSp>
              <p:grpSp>
                <p:nvGrpSpPr>
                  <p:cNvPr id="21" name="グループ化 20">
                    <a:extLst>
                      <a:ext uri="{FF2B5EF4-FFF2-40B4-BE49-F238E27FC236}">
                        <a16:creationId xmlns:a16="http://schemas.microsoft.com/office/drawing/2014/main" id="{44D86656-6A35-419C-89A1-31043EDC1E1D}"/>
                      </a:ext>
                    </a:extLst>
                  </p:cNvPr>
                  <p:cNvGrpSpPr/>
                  <p:nvPr/>
                </p:nvGrpSpPr>
                <p:grpSpPr>
                  <a:xfrm>
                    <a:off x="337029" y="7750634"/>
                    <a:ext cx="325036" cy="213777"/>
                    <a:chOff x="337029" y="7750634"/>
                    <a:chExt cx="325036" cy="213777"/>
                  </a:xfrm>
                </p:grpSpPr>
                <p:sp>
                  <p:nvSpPr>
                    <p:cNvPr id="106" name="フリーフォーム: 図形 105">
                      <a:extLst>
                        <a:ext uri="{FF2B5EF4-FFF2-40B4-BE49-F238E27FC236}">
                          <a16:creationId xmlns:a16="http://schemas.microsoft.com/office/drawing/2014/main" id="{BA463415-0AF3-4814-85E7-44EFB8DDFD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7029" y="7750634"/>
                      <a:ext cx="325036" cy="213777"/>
                    </a:xfrm>
                    <a:custGeom>
                      <a:avLst/>
                      <a:gdLst>
                        <a:gd name="connsiteX0" fmla="*/ 119063 w 1290638"/>
                        <a:gd name="connsiteY0" fmla="*/ 45244 h 835819"/>
                        <a:gd name="connsiteX1" fmla="*/ 0 w 1290638"/>
                        <a:gd name="connsiteY1" fmla="*/ 130969 h 835819"/>
                        <a:gd name="connsiteX2" fmla="*/ 4763 w 1290638"/>
                        <a:gd name="connsiteY2" fmla="*/ 561975 h 835819"/>
                        <a:gd name="connsiteX3" fmla="*/ 321469 w 1290638"/>
                        <a:gd name="connsiteY3" fmla="*/ 835819 h 835819"/>
                        <a:gd name="connsiteX4" fmla="*/ 845344 w 1290638"/>
                        <a:gd name="connsiteY4" fmla="*/ 833438 h 835819"/>
                        <a:gd name="connsiteX5" fmla="*/ 1185863 w 1290638"/>
                        <a:gd name="connsiteY5" fmla="*/ 626269 h 835819"/>
                        <a:gd name="connsiteX6" fmla="*/ 1290638 w 1290638"/>
                        <a:gd name="connsiteY6" fmla="*/ 361950 h 835819"/>
                        <a:gd name="connsiteX7" fmla="*/ 1169194 w 1290638"/>
                        <a:gd name="connsiteY7" fmla="*/ 0 h 835819"/>
                        <a:gd name="connsiteX8" fmla="*/ 119063 w 1290638"/>
                        <a:gd name="connsiteY8" fmla="*/ 45244 h 835819"/>
                        <a:gd name="connsiteX0" fmla="*/ 119063 w 1290638"/>
                        <a:gd name="connsiteY0" fmla="*/ 45244 h 835819"/>
                        <a:gd name="connsiteX1" fmla="*/ 0 w 1290638"/>
                        <a:gd name="connsiteY1" fmla="*/ 140494 h 835819"/>
                        <a:gd name="connsiteX2" fmla="*/ 4763 w 1290638"/>
                        <a:gd name="connsiteY2" fmla="*/ 561975 h 835819"/>
                        <a:gd name="connsiteX3" fmla="*/ 321469 w 1290638"/>
                        <a:gd name="connsiteY3" fmla="*/ 835819 h 835819"/>
                        <a:gd name="connsiteX4" fmla="*/ 845344 w 1290638"/>
                        <a:gd name="connsiteY4" fmla="*/ 833438 h 835819"/>
                        <a:gd name="connsiteX5" fmla="*/ 1185863 w 1290638"/>
                        <a:gd name="connsiteY5" fmla="*/ 626269 h 835819"/>
                        <a:gd name="connsiteX6" fmla="*/ 1290638 w 1290638"/>
                        <a:gd name="connsiteY6" fmla="*/ 361950 h 835819"/>
                        <a:gd name="connsiteX7" fmla="*/ 1169194 w 1290638"/>
                        <a:gd name="connsiteY7" fmla="*/ 0 h 835819"/>
                        <a:gd name="connsiteX8" fmla="*/ 119063 w 1290638"/>
                        <a:gd name="connsiteY8" fmla="*/ 45244 h 835819"/>
                        <a:gd name="connsiteX0" fmla="*/ 119063 w 1290638"/>
                        <a:gd name="connsiteY0" fmla="*/ 45244 h 835819"/>
                        <a:gd name="connsiteX1" fmla="*/ 0 w 1290638"/>
                        <a:gd name="connsiteY1" fmla="*/ 140494 h 835819"/>
                        <a:gd name="connsiteX2" fmla="*/ 4763 w 1290638"/>
                        <a:gd name="connsiteY2" fmla="*/ 561975 h 835819"/>
                        <a:gd name="connsiteX3" fmla="*/ 321469 w 1290638"/>
                        <a:gd name="connsiteY3" fmla="*/ 835819 h 835819"/>
                        <a:gd name="connsiteX4" fmla="*/ 845344 w 1290638"/>
                        <a:gd name="connsiteY4" fmla="*/ 833438 h 835819"/>
                        <a:gd name="connsiteX5" fmla="*/ 1185863 w 1290638"/>
                        <a:gd name="connsiteY5" fmla="*/ 626269 h 835819"/>
                        <a:gd name="connsiteX6" fmla="*/ 1290638 w 1290638"/>
                        <a:gd name="connsiteY6" fmla="*/ 361950 h 835819"/>
                        <a:gd name="connsiteX7" fmla="*/ 1169194 w 1290638"/>
                        <a:gd name="connsiteY7" fmla="*/ 0 h 835819"/>
                        <a:gd name="connsiteX8" fmla="*/ 119063 w 1290638"/>
                        <a:gd name="connsiteY8" fmla="*/ 45244 h 835819"/>
                        <a:gd name="connsiteX0" fmla="*/ 129538 w 1301113"/>
                        <a:gd name="connsiteY0" fmla="*/ 45244 h 835819"/>
                        <a:gd name="connsiteX1" fmla="*/ 10475 w 1301113"/>
                        <a:gd name="connsiteY1" fmla="*/ 140494 h 835819"/>
                        <a:gd name="connsiteX2" fmla="*/ 15238 w 1301113"/>
                        <a:gd name="connsiteY2" fmla="*/ 561975 h 835819"/>
                        <a:gd name="connsiteX3" fmla="*/ 331944 w 1301113"/>
                        <a:gd name="connsiteY3" fmla="*/ 835819 h 835819"/>
                        <a:gd name="connsiteX4" fmla="*/ 855819 w 1301113"/>
                        <a:gd name="connsiteY4" fmla="*/ 833438 h 835819"/>
                        <a:gd name="connsiteX5" fmla="*/ 1196338 w 1301113"/>
                        <a:gd name="connsiteY5" fmla="*/ 626269 h 835819"/>
                        <a:gd name="connsiteX6" fmla="*/ 1301113 w 1301113"/>
                        <a:gd name="connsiteY6" fmla="*/ 361950 h 835819"/>
                        <a:gd name="connsiteX7" fmla="*/ 1179669 w 1301113"/>
                        <a:gd name="connsiteY7" fmla="*/ 0 h 835819"/>
                        <a:gd name="connsiteX8" fmla="*/ 129538 w 1301113"/>
                        <a:gd name="connsiteY8" fmla="*/ 45244 h 835819"/>
                        <a:gd name="connsiteX0" fmla="*/ 134351 w 1305926"/>
                        <a:gd name="connsiteY0" fmla="*/ 45244 h 835819"/>
                        <a:gd name="connsiteX1" fmla="*/ 15288 w 1305926"/>
                        <a:gd name="connsiteY1" fmla="*/ 140494 h 835819"/>
                        <a:gd name="connsiteX2" fmla="*/ 20051 w 1305926"/>
                        <a:gd name="connsiteY2" fmla="*/ 561975 h 835819"/>
                        <a:gd name="connsiteX3" fmla="*/ 336757 w 1305926"/>
                        <a:gd name="connsiteY3" fmla="*/ 835819 h 835819"/>
                        <a:gd name="connsiteX4" fmla="*/ 860632 w 1305926"/>
                        <a:gd name="connsiteY4" fmla="*/ 833438 h 835819"/>
                        <a:gd name="connsiteX5" fmla="*/ 1201151 w 1305926"/>
                        <a:gd name="connsiteY5" fmla="*/ 626269 h 835819"/>
                        <a:gd name="connsiteX6" fmla="*/ 1305926 w 1305926"/>
                        <a:gd name="connsiteY6" fmla="*/ 361950 h 835819"/>
                        <a:gd name="connsiteX7" fmla="*/ 1184482 w 1305926"/>
                        <a:gd name="connsiteY7" fmla="*/ 0 h 835819"/>
                        <a:gd name="connsiteX8" fmla="*/ 134351 w 1305926"/>
                        <a:gd name="connsiteY8" fmla="*/ 45244 h 835819"/>
                        <a:gd name="connsiteX0" fmla="*/ 134351 w 1305926"/>
                        <a:gd name="connsiteY0" fmla="*/ 45244 h 835819"/>
                        <a:gd name="connsiteX1" fmla="*/ 15288 w 1305926"/>
                        <a:gd name="connsiteY1" fmla="*/ 140494 h 835819"/>
                        <a:gd name="connsiteX2" fmla="*/ 20051 w 1305926"/>
                        <a:gd name="connsiteY2" fmla="*/ 561975 h 835819"/>
                        <a:gd name="connsiteX3" fmla="*/ 336757 w 1305926"/>
                        <a:gd name="connsiteY3" fmla="*/ 835819 h 835819"/>
                        <a:gd name="connsiteX4" fmla="*/ 860632 w 1305926"/>
                        <a:gd name="connsiteY4" fmla="*/ 833438 h 835819"/>
                        <a:gd name="connsiteX5" fmla="*/ 1201151 w 1305926"/>
                        <a:gd name="connsiteY5" fmla="*/ 626269 h 835819"/>
                        <a:gd name="connsiteX6" fmla="*/ 1305926 w 1305926"/>
                        <a:gd name="connsiteY6" fmla="*/ 361950 h 835819"/>
                        <a:gd name="connsiteX7" fmla="*/ 1184482 w 1305926"/>
                        <a:gd name="connsiteY7" fmla="*/ 0 h 835819"/>
                        <a:gd name="connsiteX8" fmla="*/ 134351 w 1305926"/>
                        <a:gd name="connsiteY8" fmla="*/ 45244 h 835819"/>
                        <a:gd name="connsiteX0" fmla="*/ 134351 w 1305926"/>
                        <a:gd name="connsiteY0" fmla="*/ 45244 h 844219"/>
                        <a:gd name="connsiteX1" fmla="*/ 15288 w 1305926"/>
                        <a:gd name="connsiteY1" fmla="*/ 140494 h 844219"/>
                        <a:gd name="connsiteX2" fmla="*/ 20051 w 1305926"/>
                        <a:gd name="connsiteY2" fmla="*/ 561975 h 844219"/>
                        <a:gd name="connsiteX3" fmla="*/ 336757 w 1305926"/>
                        <a:gd name="connsiteY3" fmla="*/ 835819 h 844219"/>
                        <a:gd name="connsiteX4" fmla="*/ 860632 w 1305926"/>
                        <a:gd name="connsiteY4" fmla="*/ 833438 h 844219"/>
                        <a:gd name="connsiteX5" fmla="*/ 1201151 w 1305926"/>
                        <a:gd name="connsiteY5" fmla="*/ 626269 h 844219"/>
                        <a:gd name="connsiteX6" fmla="*/ 1305926 w 1305926"/>
                        <a:gd name="connsiteY6" fmla="*/ 361950 h 844219"/>
                        <a:gd name="connsiteX7" fmla="*/ 1184482 w 1305926"/>
                        <a:gd name="connsiteY7" fmla="*/ 0 h 844219"/>
                        <a:gd name="connsiteX8" fmla="*/ 134351 w 1305926"/>
                        <a:gd name="connsiteY8" fmla="*/ 45244 h 844219"/>
                        <a:gd name="connsiteX0" fmla="*/ 134351 w 1305926"/>
                        <a:gd name="connsiteY0" fmla="*/ 45244 h 853125"/>
                        <a:gd name="connsiteX1" fmla="*/ 15288 w 1305926"/>
                        <a:gd name="connsiteY1" fmla="*/ 140494 h 853125"/>
                        <a:gd name="connsiteX2" fmla="*/ 20051 w 1305926"/>
                        <a:gd name="connsiteY2" fmla="*/ 561975 h 853125"/>
                        <a:gd name="connsiteX3" fmla="*/ 336757 w 1305926"/>
                        <a:gd name="connsiteY3" fmla="*/ 835819 h 853125"/>
                        <a:gd name="connsiteX4" fmla="*/ 860632 w 1305926"/>
                        <a:gd name="connsiteY4" fmla="*/ 833438 h 853125"/>
                        <a:gd name="connsiteX5" fmla="*/ 1201151 w 1305926"/>
                        <a:gd name="connsiteY5" fmla="*/ 626269 h 853125"/>
                        <a:gd name="connsiteX6" fmla="*/ 1305926 w 1305926"/>
                        <a:gd name="connsiteY6" fmla="*/ 361950 h 853125"/>
                        <a:gd name="connsiteX7" fmla="*/ 1184482 w 1305926"/>
                        <a:gd name="connsiteY7" fmla="*/ 0 h 853125"/>
                        <a:gd name="connsiteX8" fmla="*/ 134351 w 1305926"/>
                        <a:gd name="connsiteY8" fmla="*/ 45244 h 853125"/>
                        <a:gd name="connsiteX0" fmla="*/ 134351 w 1305926"/>
                        <a:gd name="connsiteY0" fmla="*/ 45244 h 857956"/>
                        <a:gd name="connsiteX1" fmla="*/ 15288 w 1305926"/>
                        <a:gd name="connsiteY1" fmla="*/ 140494 h 857956"/>
                        <a:gd name="connsiteX2" fmla="*/ 20051 w 1305926"/>
                        <a:gd name="connsiteY2" fmla="*/ 561975 h 857956"/>
                        <a:gd name="connsiteX3" fmla="*/ 336757 w 1305926"/>
                        <a:gd name="connsiteY3" fmla="*/ 835819 h 857956"/>
                        <a:gd name="connsiteX4" fmla="*/ 860632 w 1305926"/>
                        <a:gd name="connsiteY4" fmla="*/ 833438 h 857956"/>
                        <a:gd name="connsiteX5" fmla="*/ 1201151 w 1305926"/>
                        <a:gd name="connsiteY5" fmla="*/ 626269 h 857956"/>
                        <a:gd name="connsiteX6" fmla="*/ 1305926 w 1305926"/>
                        <a:gd name="connsiteY6" fmla="*/ 361950 h 857956"/>
                        <a:gd name="connsiteX7" fmla="*/ 1184482 w 1305926"/>
                        <a:gd name="connsiteY7" fmla="*/ 0 h 857956"/>
                        <a:gd name="connsiteX8" fmla="*/ 134351 w 1305926"/>
                        <a:gd name="connsiteY8" fmla="*/ 45244 h 857956"/>
                        <a:gd name="connsiteX0" fmla="*/ 134351 w 1305926"/>
                        <a:gd name="connsiteY0" fmla="*/ 45244 h 857462"/>
                        <a:gd name="connsiteX1" fmla="*/ 15288 w 1305926"/>
                        <a:gd name="connsiteY1" fmla="*/ 140494 h 857462"/>
                        <a:gd name="connsiteX2" fmla="*/ 20051 w 1305926"/>
                        <a:gd name="connsiteY2" fmla="*/ 561975 h 857462"/>
                        <a:gd name="connsiteX3" fmla="*/ 336757 w 1305926"/>
                        <a:gd name="connsiteY3" fmla="*/ 835819 h 857462"/>
                        <a:gd name="connsiteX4" fmla="*/ 860632 w 1305926"/>
                        <a:gd name="connsiteY4" fmla="*/ 833438 h 857462"/>
                        <a:gd name="connsiteX5" fmla="*/ 1229726 w 1305926"/>
                        <a:gd name="connsiteY5" fmla="*/ 595313 h 857462"/>
                        <a:gd name="connsiteX6" fmla="*/ 1305926 w 1305926"/>
                        <a:gd name="connsiteY6" fmla="*/ 361950 h 857462"/>
                        <a:gd name="connsiteX7" fmla="*/ 1184482 w 1305926"/>
                        <a:gd name="connsiteY7" fmla="*/ 0 h 857462"/>
                        <a:gd name="connsiteX8" fmla="*/ 134351 w 1305926"/>
                        <a:gd name="connsiteY8" fmla="*/ 45244 h 857462"/>
                        <a:gd name="connsiteX0" fmla="*/ 134351 w 1305926"/>
                        <a:gd name="connsiteY0" fmla="*/ 45244 h 857462"/>
                        <a:gd name="connsiteX1" fmla="*/ 15288 w 1305926"/>
                        <a:gd name="connsiteY1" fmla="*/ 140494 h 857462"/>
                        <a:gd name="connsiteX2" fmla="*/ 20051 w 1305926"/>
                        <a:gd name="connsiteY2" fmla="*/ 561975 h 857462"/>
                        <a:gd name="connsiteX3" fmla="*/ 336757 w 1305926"/>
                        <a:gd name="connsiteY3" fmla="*/ 835819 h 857462"/>
                        <a:gd name="connsiteX4" fmla="*/ 860632 w 1305926"/>
                        <a:gd name="connsiteY4" fmla="*/ 833438 h 857462"/>
                        <a:gd name="connsiteX5" fmla="*/ 1229726 w 1305926"/>
                        <a:gd name="connsiteY5" fmla="*/ 595313 h 857462"/>
                        <a:gd name="connsiteX6" fmla="*/ 1305926 w 1305926"/>
                        <a:gd name="connsiteY6" fmla="*/ 361950 h 857462"/>
                        <a:gd name="connsiteX7" fmla="*/ 1184482 w 1305926"/>
                        <a:gd name="connsiteY7" fmla="*/ 0 h 857462"/>
                        <a:gd name="connsiteX8" fmla="*/ 134351 w 1305926"/>
                        <a:gd name="connsiteY8" fmla="*/ 45244 h 857462"/>
                        <a:gd name="connsiteX0" fmla="*/ 134351 w 1305926"/>
                        <a:gd name="connsiteY0" fmla="*/ 45244 h 857462"/>
                        <a:gd name="connsiteX1" fmla="*/ 15288 w 1305926"/>
                        <a:gd name="connsiteY1" fmla="*/ 140494 h 857462"/>
                        <a:gd name="connsiteX2" fmla="*/ 20051 w 1305926"/>
                        <a:gd name="connsiteY2" fmla="*/ 561975 h 857462"/>
                        <a:gd name="connsiteX3" fmla="*/ 336757 w 1305926"/>
                        <a:gd name="connsiteY3" fmla="*/ 835819 h 857462"/>
                        <a:gd name="connsiteX4" fmla="*/ 860632 w 1305926"/>
                        <a:gd name="connsiteY4" fmla="*/ 833438 h 857462"/>
                        <a:gd name="connsiteX5" fmla="*/ 1229726 w 1305926"/>
                        <a:gd name="connsiteY5" fmla="*/ 595313 h 857462"/>
                        <a:gd name="connsiteX6" fmla="*/ 1305926 w 1305926"/>
                        <a:gd name="connsiteY6" fmla="*/ 459581 h 857462"/>
                        <a:gd name="connsiteX7" fmla="*/ 1184482 w 1305926"/>
                        <a:gd name="connsiteY7" fmla="*/ 0 h 857462"/>
                        <a:gd name="connsiteX8" fmla="*/ 134351 w 1305926"/>
                        <a:gd name="connsiteY8" fmla="*/ 45244 h 857462"/>
                        <a:gd name="connsiteX0" fmla="*/ 134351 w 1305926"/>
                        <a:gd name="connsiteY0" fmla="*/ 45244 h 857462"/>
                        <a:gd name="connsiteX1" fmla="*/ 15288 w 1305926"/>
                        <a:gd name="connsiteY1" fmla="*/ 140494 h 857462"/>
                        <a:gd name="connsiteX2" fmla="*/ 20051 w 1305926"/>
                        <a:gd name="connsiteY2" fmla="*/ 561975 h 857462"/>
                        <a:gd name="connsiteX3" fmla="*/ 336757 w 1305926"/>
                        <a:gd name="connsiteY3" fmla="*/ 835819 h 857462"/>
                        <a:gd name="connsiteX4" fmla="*/ 860632 w 1305926"/>
                        <a:gd name="connsiteY4" fmla="*/ 833438 h 857462"/>
                        <a:gd name="connsiteX5" fmla="*/ 1229726 w 1305926"/>
                        <a:gd name="connsiteY5" fmla="*/ 595313 h 857462"/>
                        <a:gd name="connsiteX6" fmla="*/ 1305926 w 1305926"/>
                        <a:gd name="connsiteY6" fmla="*/ 459581 h 857462"/>
                        <a:gd name="connsiteX7" fmla="*/ 1184482 w 1305926"/>
                        <a:gd name="connsiteY7" fmla="*/ 0 h 857462"/>
                        <a:gd name="connsiteX8" fmla="*/ 134351 w 1305926"/>
                        <a:gd name="connsiteY8" fmla="*/ 45244 h 857462"/>
                        <a:gd name="connsiteX0" fmla="*/ 134351 w 1303545"/>
                        <a:gd name="connsiteY0" fmla="*/ 45244 h 857462"/>
                        <a:gd name="connsiteX1" fmla="*/ 15288 w 1303545"/>
                        <a:gd name="connsiteY1" fmla="*/ 140494 h 857462"/>
                        <a:gd name="connsiteX2" fmla="*/ 20051 w 1303545"/>
                        <a:gd name="connsiteY2" fmla="*/ 561975 h 857462"/>
                        <a:gd name="connsiteX3" fmla="*/ 336757 w 1303545"/>
                        <a:gd name="connsiteY3" fmla="*/ 835819 h 857462"/>
                        <a:gd name="connsiteX4" fmla="*/ 860632 w 1303545"/>
                        <a:gd name="connsiteY4" fmla="*/ 833438 h 857462"/>
                        <a:gd name="connsiteX5" fmla="*/ 1229726 w 1303545"/>
                        <a:gd name="connsiteY5" fmla="*/ 595313 h 857462"/>
                        <a:gd name="connsiteX6" fmla="*/ 1303545 w 1303545"/>
                        <a:gd name="connsiteY6" fmla="*/ 440531 h 857462"/>
                        <a:gd name="connsiteX7" fmla="*/ 1184482 w 1303545"/>
                        <a:gd name="connsiteY7" fmla="*/ 0 h 857462"/>
                        <a:gd name="connsiteX8" fmla="*/ 134351 w 1303545"/>
                        <a:gd name="connsiteY8" fmla="*/ 45244 h 857462"/>
                        <a:gd name="connsiteX0" fmla="*/ 134351 w 1303634"/>
                        <a:gd name="connsiteY0" fmla="*/ 45244 h 857462"/>
                        <a:gd name="connsiteX1" fmla="*/ 15288 w 1303634"/>
                        <a:gd name="connsiteY1" fmla="*/ 140494 h 857462"/>
                        <a:gd name="connsiteX2" fmla="*/ 20051 w 1303634"/>
                        <a:gd name="connsiteY2" fmla="*/ 561975 h 857462"/>
                        <a:gd name="connsiteX3" fmla="*/ 336757 w 1303634"/>
                        <a:gd name="connsiteY3" fmla="*/ 835819 h 857462"/>
                        <a:gd name="connsiteX4" fmla="*/ 860632 w 1303634"/>
                        <a:gd name="connsiteY4" fmla="*/ 833438 h 857462"/>
                        <a:gd name="connsiteX5" fmla="*/ 1229726 w 1303634"/>
                        <a:gd name="connsiteY5" fmla="*/ 595313 h 857462"/>
                        <a:gd name="connsiteX6" fmla="*/ 1303545 w 1303634"/>
                        <a:gd name="connsiteY6" fmla="*/ 440531 h 857462"/>
                        <a:gd name="connsiteX7" fmla="*/ 1184482 w 1303634"/>
                        <a:gd name="connsiteY7" fmla="*/ 0 h 857462"/>
                        <a:gd name="connsiteX8" fmla="*/ 134351 w 1303634"/>
                        <a:gd name="connsiteY8" fmla="*/ 45244 h 857462"/>
                        <a:gd name="connsiteX0" fmla="*/ 134351 w 1303721"/>
                        <a:gd name="connsiteY0" fmla="*/ 45244 h 857462"/>
                        <a:gd name="connsiteX1" fmla="*/ 15288 w 1303721"/>
                        <a:gd name="connsiteY1" fmla="*/ 140494 h 857462"/>
                        <a:gd name="connsiteX2" fmla="*/ 20051 w 1303721"/>
                        <a:gd name="connsiteY2" fmla="*/ 561975 h 857462"/>
                        <a:gd name="connsiteX3" fmla="*/ 336757 w 1303721"/>
                        <a:gd name="connsiteY3" fmla="*/ 835819 h 857462"/>
                        <a:gd name="connsiteX4" fmla="*/ 860632 w 1303721"/>
                        <a:gd name="connsiteY4" fmla="*/ 833438 h 857462"/>
                        <a:gd name="connsiteX5" fmla="*/ 1229726 w 1303721"/>
                        <a:gd name="connsiteY5" fmla="*/ 595313 h 857462"/>
                        <a:gd name="connsiteX6" fmla="*/ 1303545 w 1303721"/>
                        <a:gd name="connsiteY6" fmla="*/ 440531 h 857462"/>
                        <a:gd name="connsiteX7" fmla="*/ 1184482 w 1303721"/>
                        <a:gd name="connsiteY7" fmla="*/ 0 h 857462"/>
                        <a:gd name="connsiteX8" fmla="*/ 134351 w 1303721"/>
                        <a:gd name="connsiteY8" fmla="*/ 45244 h 857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303721" h="857462">
                          <a:moveTo>
                            <a:pt x="134351" y="45244"/>
                          </a:moveTo>
                          <a:cubicBezTo>
                            <a:pt x="94663" y="73819"/>
                            <a:pt x="40689" y="80963"/>
                            <a:pt x="15288" y="140494"/>
                          </a:cubicBezTo>
                          <a:cubicBezTo>
                            <a:pt x="-10113" y="200025"/>
                            <a:pt x="-587" y="423069"/>
                            <a:pt x="20051" y="561975"/>
                          </a:cubicBezTo>
                          <a:cubicBezTo>
                            <a:pt x="80376" y="746125"/>
                            <a:pt x="266907" y="815976"/>
                            <a:pt x="336757" y="835819"/>
                          </a:cubicBezTo>
                          <a:cubicBezTo>
                            <a:pt x="406607" y="855662"/>
                            <a:pt x="711804" y="873522"/>
                            <a:pt x="860632" y="833438"/>
                          </a:cubicBezTo>
                          <a:cubicBezTo>
                            <a:pt x="1009460" y="793354"/>
                            <a:pt x="1116220" y="664369"/>
                            <a:pt x="1229726" y="595313"/>
                          </a:cubicBezTo>
                          <a:cubicBezTo>
                            <a:pt x="1274176" y="546100"/>
                            <a:pt x="1278145" y="518319"/>
                            <a:pt x="1303545" y="440531"/>
                          </a:cubicBezTo>
                          <a:cubicBezTo>
                            <a:pt x="1306720" y="234155"/>
                            <a:pt x="1267032" y="153988"/>
                            <a:pt x="1184482" y="0"/>
                          </a:cubicBezTo>
                          <a:lnTo>
                            <a:pt x="134351" y="45244"/>
                          </a:ln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grpSp>
                  <p:nvGrpSpPr>
                    <p:cNvPr id="110" name="グループ化 109">
                      <a:extLst>
                        <a:ext uri="{FF2B5EF4-FFF2-40B4-BE49-F238E27FC236}">
                          <a16:creationId xmlns:a16="http://schemas.microsoft.com/office/drawing/2014/main" id="{4E485403-FC63-409D-9DE1-1B07FFB2407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912" y="7836124"/>
                      <a:ext cx="121704" cy="73609"/>
                      <a:chOff x="2314576" y="5060158"/>
                      <a:chExt cx="488156" cy="295245"/>
                    </a:xfrm>
                  </p:grpSpPr>
                  <p:sp>
                    <p:nvSpPr>
                      <p:cNvPr id="111" name="フリーフォーム: 図形 110">
                        <a:extLst>
                          <a:ext uri="{FF2B5EF4-FFF2-40B4-BE49-F238E27FC236}">
                            <a16:creationId xmlns:a16="http://schemas.microsoft.com/office/drawing/2014/main" id="{1FC5C4E7-7174-46B8-8C5A-082A9A8B91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41990" y="5091078"/>
                        <a:ext cx="230982" cy="264325"/>
                      </a:xfrm>
                      <a:custGeom>
                        <a:avLst/>
                        <a:gdLst>
                          <a:gd name="connsiteX0" fmla="*/ 0 w 238125"/>
                          <a:gd name="connsiteY0" fmla="*/ 88106 h 295275"/>
                          <a:gd name="connsiteX1" fmla="*/ 76200 w 238125"/>
                          <a:gd name="connsiteY1" fmla="*/ 295275 h 295275"/>
                          <a:gd name="connsiteX2" fmla="*/ 238125 w 238125"/>
                          <a:gd name="connsiteY2" fmla="*/ 123825 h 295275"/>
                          <a:gd name="connsiteX3" fmla="*/ 147638 w 238125"/>
                          <a:gd name="connsiteY3" fmla="*/ 0 h 295275"/>
                          <a:gd name="connsiteX4" fmla="*/ 0 w 238125"/>
                          <a:gd name="connsiteY4" fmla="*/ 88106 h 295275"/>
                          <a:gd name="connsiteX0" fmla="*/ 0 w 197644"/>
                          <a:gd name="connsiteY0" fmla="*/ 159543 h 295275"/>
                          <a:gd name="connsiteX1" fmla="*/ 35719 w 197644"/>
                          <a:gd name="connsiteY1" fmla="*/ 295275 h 295275"/>
                          <a:gd name="connsiteX2" fmla="*/ 197644 w 197644"/>
                          <a:gd name="connsiteY2" fmla="*/ 123825 h 295275"/>
                          <a:gd name="connsiteX3" fmla="*/ 107157 w 197644"/>
                          <a:gd name="connsiteY3" fmla="*/ 0 h 295275"/>
                          <a:gd name="connsiteX4" fmla="*/ 0 w 197644"/>
                          <a:gd name="connsiteY4" fmla="*/ 159543 h 295275"/>
                          <a:gd name="connsiteX0" fmla="*/ 0 w 238126"/>
                          <a:gd name="connsiteY0" fmla="*/ 111918 h 295275"/>
                          <a:gd name="connsiteX1" fmla="*/ 76201 w 238126"/>
                          <a:gd name="connsiteY1" fmla="*/ 295275 h 295275"/>
                          <a:gd name="connsiteX2" fmla="*/ 238126 w 238126"/>
                          <a:gd name="connsiteY2" fmla="*/ 123825 h 295275"/>
                          <a:gd name="connsiteX3" fmla="*/ 147639 w 238126"/>
                          <a:gd name="connsiteY3" fmla="*/ 0 h 295275"/>
                          <a:gd name="connsiteX4" fmla="*/ 0 w 238126"/>
                          <a:gd name="connsiteY4" fmla="*/ 111918 h 295275"/>
                          <a:gd name="connsiteX0" fmla="*/ 0 w 238126"/>
                          <a:gd name="connsiteY0" fmla="*/ 111918 h 295275"/>
                          <a:gd name="connsiteX1" fmla="*/ 76201 w 238126"/>
                          <a:gd name="connsiteY1" fmla="*/ 295275 h 295275"/>
                          <a:gd name="connsiteX2" fmla="*/ 238126 w 238126"/>
                          <a:gd name="connsiteY2" fmla="*/ 123825 h 295275"/>
                          <a:gd name="connsiteX3" fmla="*/ 147639 w 238126"/>
                          <a:gd name="connsiteY3" fmla="*/ 0 h 295275"/>
                          <a:gd name="connsiteX4" fmla="*/ 0 w 238126"/>
                          <a:gd name="connsiteY4" fmla="*/ 111918 h 295275"/>
                          <a:gd name="connsiteX0" fmla="*/ 0 w 238126"/>
                          <a:gd name="connsiteY0" fmla="*/ 111918 h 295275"/>
                          <a:gd name="connsiteX1" fmla="*/ 76201 w 238126"/>
                          <a:gd name="connsiteY1" fmla="*/ 295275 h 295275"/>
                          <a:gd name="connsiteX2" fmla="*/ 238126 w 238126"/>
                          <a:gd name="connsiteY2" fmla="*/ 123825 h 295275"/>
                          <a:gd name="connsiteX3" fmla="*/ 147639 w 238126"/>
                          <a:gd name="connsiteY3" fmla="*/ 0 h 295275"/>
                          <a:gd name="connsiteX4" fmla="*/ 0 w 238126"/>
                          <a:gd name="connsiteY4" fmla="*/ 111918 h 295275"/>
                          <a:gd name="connsiteX0" fmla="*/ 0 w 238126"/>
                          <a:gd name="connsiteY0" fmla="*/ 111918 h 295275"/>
                          <a:gd name="connsiteX1" fmla="*/ 76201 w 238126"/>
                          <a:gd name="connsiteY1" fmla="*/ 295275 h 295275"/>
                          <a:gd name="connsiteX2" fmla="*/ 238126 w 238126"/>
                          <a:gd name="connsiteY2" fmla="*/ 123825 h 295275"/>
                          <a:gd name="connsiteX3" fmla="*/ 147639 w 238126"/>
                          <a:gd name="connsiteY3" fmla="*/ 0 h 295275"/>
                          <a:gd name="connsiteX4" fmla="*/ 0 w 238126"/>
                          <a:gd name="connsiteY4" fmla="*/ 111918 h 295275"/>
                          <a:gd name="connsiteX0" fmla="*/ 0 w 238126"/>
                          <a:gd name="connsiteY0" fmla="*/ 83343 h 266700"/>
                          <a:gd name="connsiteX1" fmla="*/ 76201 w 238126"/>
                          <a:gd name="connsiteY1" fmla="*/ 266700 h 266700"/>
                          <a:gd name="connsiteX2" fmla="*/ 238126 w 238126"/>
                          <a:gd name="connsiteY2" fmla="*/ 95250 h 266700"/>
                          <a:gd name="connsiteX3" fmla="*/ 150021 w 238126"/>
                          <a:gd name="connsiteY3" fmla="*/ 0 h 266700"/>
                          <a:gd name="connsiteX4" fmla="*/ 0 w 238126"/>
                          <a:gd name="connsiteY4" fmla="*/ 83343 h 266700"/>
                          <a:gd name="connsiteX0" fmla="*/ 0 w 238126"/>
                          <a:gd name="connsiteY0" fmla="*/ 114300 h 297657"/>
                          <a:gd name="connsiteX1" fmla="*/ 76201 w 238126"/>
                          <a:gd name="connsiteY1" fmla="*/ 297657 h 297657"/>
                          <a:gd name="connsiteX2" fmla="*/ 238126 w 238126"/>
                          <a:gd name="connsiteY2" fmla="*/ 126207 h 297657"/>
                          <a:gd name="connsiteX3" fmla="*/ 152402 w 238126"/>
                          <a:gd name="connsiteY3" fmla="*/ 0 h 297657"/>
                          <a:gd name="connsiteX4" fmla="*/ 0 w 238126"/>
                          <a:gd name="connsiteY4" fmla="*/ 114300 h 297657"/>
                          <a:gd name="connsiteX0" fmla="*/ 0 w 238126"/>
                          <a:gd name="connsiteY0" fmla="*/ 114300 h 297657"/>
                          <a:gd name="connsiteX1" fmla="*/ 76201 w 238126"/>
                          <a:gd name="connsiteY1" fmla="*/ 297657 h 297657"/>
                          <a:gd name="connsiteX2" fmla="*/ 238126 w 238126"/>
                          <a:gd name="connsiteY2" fmla="*/ 126207 h 297657"/>
                          <a:gd name="connsiteX3" fmla="*/ 152402 w 238126"/>
                          <a:gd name="connsiteY3" fmla="*/ 0 h 297657"/>
                          <a:gd name="connsiteX4" fmla="*/ 0 w 238126"/>
                          <a:gd name="connsiteY4" fmla="*/ 114300 h 297657"/>
                          <a:gd name="connsiteX0" fmla="*/ 0 w 238126"/>
                          <a:gd name="connsiteY0" fmla="*/ 114300 h 297657"/>
                          <a:gd name="connsiteX1" fmla="*/ 76201 w 238126"/>
                          <a:gd name="connsiteY1" fmla="*/ 297657 h 297657"/>
                          <a:gd name="connsiteX2" fmla="*/ 238126 w 238126"/>
                          <a:gd name="connsiteY2" fmla="*/ 126207 h 297657"/>
                          <a:gd name="connsiteX3" fmla="*/ 152402 w 238126"/>
                          <a:gd name="connsiteY3" fmla="*/ 0 h 297657"/>
                          <a:gd name="connsiteX4" fmla="*/ 0 w 238126"/>
                          <a:gd name="connsiteY4" fmla="*/ 114300 h 297657"/>
                          <a:gd name="connsiteX0" fmla="*/ 0 w 238126"/>
                          <a:gd name="connsiteY0" fmla="*/ 114300 h 297657"/>
                          <a:gd name="connsiteX1" fmla="*/ 76201 w 238126"/>
                          <a:gd name="connsiteY1" fmla="*/ 297657 h 297657"/>
                          <a:gd name="connsiteX2" fmla="*/ 238126 w 238126"/>
                          <a:gd name="connsiteY2" fmla="*/ 126207 h 297657"/>
                          <a:gd name="connsiteX3" fmla="*/ 152402 w 238126"/>
                          <a:gd name="connsiteY3" fmla="*/ 0 h 297657"/>
                          <a:gd name="connsiteX4" fmla="*/ 0 w 238126"/>
                          <a:gd name="connsiteY4" fmla="*/ 114300 h 297657"/>
                          <a:gd name="connsiteX0" fmla="*/ 0 w 238126"/>
                          <a:gd name="connsiteY0" fmla="*/ 114300 h 297657"/>
                          <a:gd name="connsiteX1" fmla="*/ 76201 w 238126"/>
                          <a:gd name="connsiteY1" fmla="*/ 297657 h 297657"/>
                          <a:gd name="connsiteX2" fmla="*/ 238126 w 238126"/>
                          <a:gd name="connsiteY2" fmla="*/ 126207 h 297657"/>
                          <a:gd name="connsiteX3" fmla="*/ 152402 w 238126"/>
                          <a:gd name="connsiteY3" fmla="*/ 0 h 297657"/>
                          <a:gd name="connsiteX4" fmla="*/ 0 w 238126"/>
                          <a:gd name="connsiteY4" fmla="*/ 114300 h 297657"/>
                          <a:gd name="connsiteX0" fmla="*/ 0 w 238126"/>
                          <a:gd name="connsiteY0" fmla="*/ 114300 h 297657"/>
                          <a:gd name="connsiteX1" fmla="*/ 76201 w 238126"/>
                          <a:gd name="connsiteY1" fmla="*/ 297657 h 297657"/>
                          <a:gd name="connsiteX2" fmla="*/ 238126 w 238126"/>
                          <a:gd name="connsiteY2" fmla="*/ 126207 h 297657"/>
                          <a:gd name="connsiteX3" fmla="*/ 152402 w 238126"/>
                          <a:gd name="connsiteY3" fmla="*/ 0 h 297657"/>
                          <a:gd name="connsiteX4" fmla="*/ 0 w 238126"/>
                          <a:gd name="connsiteY4" fmla="*/ 114300 h 297657"/>
                          <a:gd name="connsiteX0" fmla="*/ 0 w 238126"/>
                          <a:gd name="connsiteY0" fmla="*/ 114300 h 290513"/>
                          <a:gd name="connsiteX1" fmla="*/ 73819 w 238126"/>
                          <a:gd name="connsiteY1" fmla="*/ 290513 h 290513"/>
                          <a:gd name="connsiteX2" fmla="*/ 238126 w 238126"/>
                          <a:gd name="connsiteY2" fmla="*/ 126207 h 290513"/>
                          <a:gd name="connsiteX3" fmla="*/ 152402 w 238126"/>
                          <a:gd name="connsiteY3" fmla="*/ 0 h 290513"/>
                          <a:gd name="connsiteX4" fmla="*/ 0 w 238126"/>
                          <a:gd name="connsiteY4" fmla="*/ 114300 h 290513"/>
                          <a:gd name="connsiteX0" fmla="*/ 0 w 238126"/>
                          <a:gd name="connsiteY0" fmla="*/ 114300 h 292859"/>
                          <a:gd name="connsiteX1" fmla="*/ 73819 w 238126"/>
                          <a:gd name="connsiteY1" fmla="*/ 290513 h 292859"/>
                          <a:gd name="connsiteX2" fmla="*/ 238126 w 238126"/>
                          <a:gd name="connsiteY2" fmla="*/ 126207 h 292859"/>
                          <a:gd name="connsiteX3" fmla="*/ 152402 w 238126"/>
                          <a:gd name="connsiteY3" fmla="*/ 0 h 292859"/>
                          <a:gd name="connsiteX4" fmla="*/ 0 w 238126"/>
                          <a:gd name="connsiteY4" fmla="*/ 114300 h 292859"/>
                          <a:gd name="connsiteX0" fmla="*/ 0 w 238126"/>
                          <a:gd name="connsiteY0" fmla="*/ 114300 h 290539"/>
                          <a:gd name="connsiteX1" fmla="*/ 73819 w 238126"/>
                          <a:gd name="connsiteY1" fmla="*/ 290513 h 290539"/>
                          <a:gd name="connsiteX2" fmla="*/ 238126 w 238126"/>
                          <a:gd name="connsiteY2" fmla="*/ 126207 h 290539"/>
                          <a:gd name="connsiteX3" fmla="*/ 152402 w 238126"/>
                          <a:gd name="connsiteY3" fmla="*/ 0 h 290539"/>
                          <a:gd name="connsiteX4" fmla="*/ 0 w 238126"/>
                          <a:gd name="connsiteY4" fmla="*/ 114300 h 290539"/>
                          <a:gd name="connsiteX0" fmla="*/ 0 w 238126"/>
                          <a:gd name="connsiteY0" fmla="*/ 114300 h 290539"/>
                          <a:gd name="connsiteX1" fmla="*/ 73819 w 238126"/>
                          <a:gd name="connsiteY1" fmla="*/ 290513 h 290539"/>
                          <a:gd name="connsiteX2" fmla="*/ 238126 w 238126"/>
                          <a:gd name="connsiteY2" fmla="*/ 126207 h 290539"/>
                          <a:gd name="connsiteX3" fmla="*/ 152402 w 238126"/>
                          <a:gd name="connsiteY3" fmla="*/ 0 h 290539"/>
                          <a:gd name="connsiteX4" fmla="*/ 0 w 238126"/>
                          <a:gd name="connsiteY4" fmla="*/ 114300 h 290539"/>
                          <a:gd name="connsiteX0" fmla="*/ 0 w 238126"/>
                          <a:gd name="connsiteY0" fmla="*/ 114300 h 261972"/>
                          <a:gd name="connsiteX1" fmla="*/ 73819 w 238126"/>
                          <a:gd name="connsiteY1" fmla="*/ 261938 h 261972"/>
                          <a:gd name="connsiteX2" fmla="*/ 238126 w 238126"/>
                          <a:gd name="connsiteY2" fmla="*/ 126207 h 261972"/>
                          <a:gd name="connsiteX3" fmla="*/ 152402 w 238126"/>
                          <a:gd name="connsiteY3" fmla="*/ 0 h 261972"/>
                          <a:gd name="connsiteX4" fmla="*/ 0 w 238126"/>
                          <a:gd name="connsiteY4" fmla="*/ 114300 h 261972"/>
                          <a:gd name="connsiteX0" fmla="*/ 0 w 238126"/>
                          <a:gd name="connsiteY0" fmla="*/ 114300 h 273875"/>
                          <a:gd name="connsiteX1" fmla="*/ 83344 w 238126"/>
                          <a:gd name="connsiteY1" fmla="*/ 273845 h 273875"/>
                          <a:gd name="connsiteX2" fmla="*/ 238126 w 238126"/>
                          <a:gd name="connsiteY2" fmla="*/ 126207 h 273875"/>
                          <a:gd name="connsiteX3" fmla="*/ 152402 w 238126"/>
                          <a:gd name="connsiteY3" fmla="*/ 0 h 273875"/>
                          <a:gd name="connsiteX4" fmla="*/ 0 w 238126"/>
                          <a:gd name="connsiteY4" fmla="*/ 114300 h 273875"/>
                          <a:gd name="connsiteX0" fmla="*/ 0 w 238126"/>
                          <a:gd name="connsiteY0" fmla="*/ 114300 h 274418"/>
                          <a:gd name="connsiteX1" fmla="*/ 83344 w 238126"/>
                          <a:gd name="connsiteY1" fmla="*/ 273845 h 274418"/>
                          <a:gd name="connsiteX2" fmla="*/ 238126 w 238126"/>
                          <a:gd name="connsiteY2" fmla="*/ 126207 h 274418"/>
                          <a:gd name="connsiteX3" fmla="*/ 152402 w 238126"/>
                          <a:gd name="connsiteY3" fmla="*/ 0 h 274418"/>
                          <a:gd name="connsiteX4" fmla="*/ 0 w 238126"/>
                          <a:gd name="connsiteY4" fmla="*/ 114300 h 274418"/>
                          <a:gd name="connsiteX0" fmla="*/ 0 w 230982"/>
                          <a:gd name="connsiteY0" fmla="*/ 114300 h 273849"/>
                          <a:gd name="connsiteX1" fmla="*/ 83344 w 230982"/>
                          <a:gd name="connsiteY1" fmla="*/ 273845 h 273849"/>
                          <a:gd name="connsiteX2" fmla="*/ 230982 w 230982"/>
                          <a:gd name="connsiteY2" fmla="*/ 119063 h 273849"/>
                          <a:gd name="connsiteX3" fmla="*/ 152402 w 230982"/>
                          <a:gd name="connsiteY3" fmla="*/ 0 h 273849"/>
                          <a:gd name="connsiteX4" fmla="*/ 0 w 230982"/>
                          <a:gd name="connsiteY4" fmla="*/ 114300 h 273849"/>
                          <a:gd name="connsiteX0" fmla="*/ 0 w 230982"/>
                          <a:gd name="connsiteY0" fmla="*/ 114300 h 273850"/>
                          <a:gd name="connsiteX1" fmla="*/ 83344 w 230982"/>
                          <a:gd name="connsiteY1" fmla="*/ 273845 h 273850"/>
                          <a:gd name="connsiteX2" fmla="*/ 230982 w 230982"/>
                          <a:gd name="connsiteY2" fmla="*/ 119063 h 273850"/>
                          <a:gd name="connsiteX3" fmla="*/ 152402 w 230982"/>
                          <a:gd name="connsiteY3" fmla="*/ 0 h 273850"/>
                          <a:gd name="connsiteX4" fmla="*/ 0 w 230982"/>
                          <a:gd name="connsiteY4" fmla="*/ 114300 h 273850"/>
                          <a:gd name="connsiteX0" fmla="*/ 0 w 230982"/>
                          <a:gd name="connsiteY0" fmla="*/ 104775 h 264325"/>
                          <a:gd name="connsiteX1" fmla="*/ 83344 w 230982"/>
                          <a:gd name="connsiteY1" fmla="*/ 264320 h 264325"/>
                          <a:gd name="connsiteX2" fmla="*/ 230982 w 230982"/>
                          <a:gd name="connsiteY2" fmla="*/ 109538 h 264325"/>
                          <a:gd name="connsiteX3" fmla="*/ 152402 w 230982"/>
                          <a:gd name="connsiteY3" fmla="*/ 0 h 264325"/>
                          <a:gd name="connsiteX4" fmla="*/ 0 w 230982"/>
                          <a:gd name="connsiteY4" fmla="*/ 104775 h 264325"/>
                          <a:gd name="connsiteX0" fmla="*/ 0 w 230982"/>
                          <a:gd name="connsiteY0" fmla="*/ 104775 h 264325"/>
                          <a:gd name="connsiteX1" fmla="*/ 83344 w 230982"/>
                          <a:gd name="connsiteY1" fmla="*/ 264320 h 264325"/>
                          <a:gd name="connsiteX2" fmla="*/ 230982 w 230982"/>
                          <a:gd name="connsiteY2" fmla="*/ 109538 h 264325"/>
                          <a:gd name="connsiteX3" fmla="*/ 152402 w 230982"/>
                          <a:gd name="connsiteY3" fmla="*/ 0 h 264325"/>
                          <a:gd name="connsiteX4" fmla="*/ 0 w 230982"/>
                          <a:gd name="connsiteY4" fmla="*/ 104775 h 264325"/>
                          <a:gd name="connsiteX0" fmla="*/ 0 w 230982"/>
                          <a:gd name="connsiteY0" fmla="*/ 104775 h 264325"/>
                          <a:gd name="connsiteX1" fmla="*/ 83344 w 230982"/>
                          <a:gd name="connsiteY1" fmla="*/ 264320 h 264325"/>
                          <a:gd name="connsiteX2" fmla="*/ 230982 w 230982"/>
                          <a:gd name="connsiteY2" fmla="*/ 109538 h 264325"/>
                          <a:gd name="connsiteX3" fmla="*/ 152402 w 230982"/>
                          <a:gd name="connsiteY3" fmla="*/ 0 h 264325"/>
                          <a:gd name="connsiteX4" fmla="*/ 0 w 230982"/>
                          <a:gd name="connsiteY4" fmla="*/ 104775 h 264325"/>
                          <a:gd name="connsiteX0" fmla="*/ 0 w 230982"/>
                          <a:gd name="connsiteY0" fmla="*/ 104775 h 264325"/>
                          <a:gd name="connsiteX1" fmla="*/ 83344 w 230982"/>
                          <a:gd name="connsiteY1" fmla="*/ 264320 h 264325"/>
                          <a:gd name="connsiteX2" fmla="*/ 230982 w 230982"/>
                          <a:gd name="connsiteY2" fmla="*/ 109538 h 264325"/>
                          <a:gd name="connsiteX3" fmla="*/ 152402 w 230982"/>
                          <a:gd name="connsiteY3" fmla="*/ 0 h 264325"/>
                          <a:gd name="connsiteX4" fmla="*/ 0 w 230982"/>
                          <a:gd name="connsiteY4" fmla="*/ 104775 h 26432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30982" h="264325">
                            <a:moveTo>
                              <a:pt x="0" y="104775"/>
                            </a:moveTo>
                            <a:cubicBezTo>
                              <a:pt x="15081" y="165894"/>
                              <a:pt x="44847" y="263526"/>
                              <a:pt x="83344" y="264320"/>
                            </a:cubicBezTo>
                            <a:cubicBezTo>
                              <a:pt x="121841" y="265114"/>
                              <a:pt x="180976" y="183357"/>
                              <a:pt x="230982" y="109538"/>
                            </a:cubicBezTo>
                            <a:cubicBezTo>
                              <a:pt x="192882" y="72232"/>
                              <a:pt x="191296" y="83344"/>
                              <a:pt x="152402" y="0"/>
                            </a:cubicBezTo>
                            <a:cubicBezTo>
                              <a:pt x="105570" y="63500"/>
                              <a:pt x="94456" y="93662"/>
                              <a:pt x="0" y="104775"/>
                            </a:cubicBezTo>
                            <a:close/>
                          </a:path>
                        </a:pathLst>
                      </a:custGeom>
                      <a:solidFill>
                        <a:srgbClr val="F49A8F"/>
                      </a:solidFill>
                      <a:ln w="635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112" name="フリーフォーム: 図形 111">
                        <a:extLst>
                          <a:ext uri="{FF2B5EF4-FFF2-40B4-BE49-F238E27FC236}">
                            <a16:creationId xmlns:a16="http://schemas.microsoft.com/office/drawing/2014/main" id="{930CC9B3-71AC-4A47-BB4D-464EA4EA3A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14576" y="5060158"/>
                        <a:ext cx="488156" cy="152578"/>
                      </a:xfrm>
                      <a:custGeom>
                        <a:avLst/>
                        <a:gdLst>
                          <a:gd name="connsiteX0" fmla="*/ 0 w 497681"/>
                          <a:gd name="connsiteY0" fmla="*/ 0 h 159543"/>
                          <a:gd name="connsiteX1" fmla="*/ 145256 w 497681"/>
                          <a:gd name="connsiteY1" fmla="*/ 145256 h 159543"/>
                          <a:gd name="connsiteX2" fmla="*/ 285750 w 497681"/>
                          <a:gd name="connsiteY2" fmla="*/ 33337 h 159543"/>
                          <a:gd name="connsiteX3" fmla="*/ 395288 w 497681"/>
                          <a:gd name="connsiteY3" fmla="*/ 159543 h 159543"/>
                          <a:gd name="connsiteX4" fmla="*/ 497681 w 497681"/>
                          <a:gd name="connsiteY4" fmla="*/ 50006 h 159543"/>
                          <a:gd name="connsiteX0" fmla="*/ 0 w 497681"/>
                          <a:gd name="connsiteY0" fmla="*/ 0 h 159543"/>
                          <a:gd name="connsiteX1" fmla="*/ 145256 w 497681"/>
                          <a:gd name="connsiteY1" fmla="*/ 145256 h 159543"/>
                          <a:gd name="connsiteX2" fmla="*/ 285750 w 497681"/>
                          <a:gd name="connsiteY2" fmla="*/ 33337 h 159543"/>
                          <a:gd name="connsiteX3" fmla="*/ 395288 w 497681"/>
                          <a:gd name="connsiteY3" fmla="*/ 159543 h 159543"/>
                          <a:gd name="connsiteX4" fmla="*/ 497681 w 497681"/>
                          <a:gd name="connsiteY4" fmla="*/ 50006 h 159543"/>
                          <a:gd name="connsiteX0" fmla="*/ 0 w 497681"/>
                          <a:gd name="connsiteY0" fmla="*/ 0 h 159543"/>
                          <a:gd name="connsiteX1" fmla="*/ 145256 w 497681"/>
                          <a:gd name="connsiteY1" fmla="*/ 145256 h 159543"/>
                          <a:gd name="connsiteX2" fmla="*/ 285750 w 497681"/>
                          <a:gd name="connsiteY2" fmla="*/ 33337 h 159543"/>
                          <a:gd name="connsiteX3" fmla="*/ 395288 w 497681"/>
                          <a:gd name="connsiteY3" fmla="*/ 159543 h 159543"/>
                          <a:gd name="connsiteX4" fmla="*/ 497681 w 497681"/>
                          <a:gd name="connsiteY4" fmla="*/ 50006 h 159543"/>
                          <a:gd name="connsiteX0" fmla="*/ 0 w 497681"/>
                          <a:gd name="connsiteY0" fmla="*/ 0 h 159543"/>
                          <a:gd name="connsiteX1" fmla="*/ 145256 w 497681"/>
                          <a:gd name="connsiteY1" fmla="*/ 145256 h 159543"/>
                          <a:gd name="connsiteX2" fmla="*/ 285750 w 497681"/>
                          <a:gd name="connsiteY2" fmla="*/ 33337 h 159543"/>
                          <a:gd name="connsiteX3" fmla="*/ 395288 w 497681"/>
                          <a:gd name="connsiteY3" fmla="*/ 159543 h 159543"/>
                          <a:gd name="connsiteX4" fmla="*/ 497681 w 497681"/>
                          <a:gd name="connsiteY4" fmla="*/ 50006 h 159543"/>
                          <a:gd name="connsiteX0" fmla="*/ 0 w 488156"/>
                          <a:gd name="connsiteY0" fmla="*/ 0 h 152399"/>
                          <a:gd name="connsiteX1" fmla="*/ 135731 w 488156"/>
                          <a:gd name="connsiteY1" fmla="*/ 138112 h 152399"/>
                          <a:gd name="connsiteX2" fmla="*/ 276225 w 488156"/>
                          <a:gd name="connsiteY2" fmla="*/ 26193 h 152399"/>
                          <a:gd name="connsiteX3" fmla="*/ 385763 w 488156"/>
                          <a:gd name="connsiteY3" fmla="*/ 152399 h 152399"/>
                          <a:gd name="connsiteX4" fmla="*/ 488156 w 488156"/>
                          <a:gd name="connsiteY4" fmla="*/ 42862 h 152399"/>
                          <a:gd name="connsiteX0" fmla="*/ 0 w 488156"/>
                          <a:gd name="connsiteY0" fmla="*/ 0 h 152399"/>
                          <a:gd name="connsiteX1" fmla="*/ 135731 w 488156"/>
                          <a:gd name="connsiteY1" fmla="*/ 138112 h 152399"/>
                          <a:gd name="connsiteX2" fmla="*/ 276225 w 488156"/>
                          <a:gd name="connsiteY2" fmla="*/ 26193 h 152399"/>
                          <a:gd name="connsiteX3" fmla="*/ 385763 w 488156"/>
                          <a:gd name="connsiteY3" fmla="*/ 152399 h 152399"/>
                          <a:gd name="connsiteX4" fmla="*/ 488156 w 488156"/>
                          <a:gd name="connsiteY4" fmla="*/ 42862 h 152399"/>
                          <a:gd name="connsiteX0" fmla="*/ 0 w 488156"/>
                          <a:gd name="connsiteY0" fmla="*/ 0 h 152399"/>
                          <a:gd name="connsiteX1" fmla="*/ 135731 w 488156"/>
                          <a:gd name="connsiteY1" fmla="*/ 138112 h 152399"/>
                          <a:gd name="connsiteX2" fmla="*/ 276225 w 488156"/>
                          <a:gd name="connsiteY2" fmla="*/ 26193 h 152399"/>
                          <a:gd name="connsiteX3" fmla="*/ 385763 w 488156"/>
                          <a:gd name="connsiteY3" fmla="*/ 152399 h 152399"/>
                          <a:gd name="connsiteX4" fmla="*/ 488156 w 488156"/>
                          <a:gd name="connsiteY4" fmla="*/ 42862 h 152399"/>
                          <a:gd name="connsiteX0" fmla="*/ 0 w 488156"/>
                          <a:gd name="connsiteY0" fmla="*/ 0 h 152578"/>
                          <a:gd name="connsiteX1" fmla="*/ 135731 w 488156"/>
                          <a:gd name="connsiteY1" fmla="*/ 138112 h 152578"/>
                          <a:gd name="connsiteX2" fmla="*/ 276225 w 488156"/>
                          <a:gd name="connsiteY2" fmla="*/ 26193 h 152578"/>
                          <a:gd name="connsiteX3" fmla="*/ 385763 w 488156"/>
                          <a:gd name="connsiteY3" fmla="*/ 152399 h 152578"/>
                          <a:gd name="connsiteX4" fmla="*/ 488156 w 488156"/>
                          <a:gd name="connsiteY4" fmla="*/ 42862 h 15257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488156" h="152578">
                            <a:moveTo>
                              <a:pt x="0" y="0"/>
                            </a:moveTo>
                            <a:cubicBezTo>
                              <a:pt x="31750" y="81756"/>
                              <a:pt x="89693" y="133746"/>
                              <a:pt x="135731" y="138112"/>
                            </a:cubicBezTo>
                            <a:cubicBezTo>
                              <a:pt x="181769" y="142478"/>
                              <a:pt x="250825" y="92074"/>
                              <a:pt x="276225" y="26193"/>
                            </a:cubicBezTo>
                            <a:cubicBezTo>
                              <a:pt x="293688" y="96837"/>
                              <a:pt x="349251" y="148430"/>
                              <a:pt x="385763" y="152399"/>
                            </a:cubicBezTo>
                            <a:cubicBezTo>
                              <a:pt x="422275" y="156368"/>
                              <a:pt x="461169" y="93661"/>
                              <a:pt x="488156" y="42862"/>
                            </a:cubicBezTo>
                          </a:path>
                        </a:pathLst>
                      </a:custGeom>
                      <a:noFill/>
                      <a:ln w="9525" cap="rnd"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</p:grpSp>
              </p:grpSp>
            </p:grpSp>
          </p:grpSp>
          <p:sp>
            <p:nvSpPr>
              <p:cNvPr id="369" name="テキスト ボックス 368">
                <a:extLst>
                  <a:ext uri="{FF2B5EF4-FFF2-40B4-BE49-F238E27FC236}">
                    <a16:creationId xmlns:a16="http://schemas.microsoft.com/office/drawing/2014/main" id="{65CFA6FF-B3FF-49A6-9C3E-0A88D38D02FC}"/>
                  </a:ext>
                </a:extLst>
              </p:cNvPr>
              <p:cNvSpPr txBox="1"/>
              <p:nvPr/>
            </p:nvSpPr>
            <p:spPr>
              <a:xfrm rot="465975" flipH="1">
                <a:off x="6224621" y="3226650"/>
                <a:ext cx="57579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900" b="1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コレッ</a:t>
                </a:r>
                <a:r>
                  <a:rPr kumimoji="1" lang="en-US" altLang="ja-JP" sz="900" b="1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!</a:t>
                </a:r>
              </a:p>
            </p:txBody>
          </p:sp>
        </p:grp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49638D2A-9F7A-41EE-98EA-425FC1CB884E}"/>
                </a:ext>
              </a:extLst>
            </p:cNvPr>
            <p:cNvCxnSpPr>
              <a:cxnSpLocks/>
            </p:cNvCxnSpPr>
            <p:nvPr/>
          </p:nvCxnSpPr>
          <p:spPr>
            <a:xfrm>
              <a:off x="3284984" y="2756756"/>
              <a:ext cx="2916324" cy="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4C4AE8E-4A67-5157-335C-3DB2392FEA36}"/>
              </a:ext>
            </a:extLst>
          </p:cNvPr>
          <p:cNvSpPr txBox="1"/>
          <p:nvPr/>
        </p:nvSpPr>
        <p:spPr>
          <a:xfrm>
            <a:off x="2954081" y="2223524"/>
            <a:ext cx="366281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b="1" dirty="0">
                <a:ea typeface="游ゴシック"/>
                <a:cs typeface="Calibri"/>
              </a:rPr>
              <a:t>自分の言葉で</a:t>
            </a:r>
            <a:r>
              <a:rPr lang="ja-JP" altLang="en-US" dirty="0">
                <a:solidFill>
                  <a:srgbClr val="FF0000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  <a:cs typeface="Calibri"/>
              </a:rPr>
              <a:t>世論をコントロール</a:t>
            </a:r>
            <a:r>
              <a:rPr lang="ja-JP" altLang="en-US" b="1" dirty="0">
                <a:ea typeface="游ゴシック"/>
                <a:cs typeface="Calibri"/>
              </a:rPr>
              <a:t>して頂点を目指す</a:t>
            </a:r>
            <a:r>
              <a:rPr lang="en-US" altLang="ja-JP" b="1" dirty="0">
                <a:ea typeface="游ゴシック"/>
                <a:cs typeface="Calibri"/>
              </a:rPr>
              <a:t>!!</a:t>
            </a:r>
            <a:endParaRPr lang="ja-JP" altLang="en-US" b="1" dirty="0"/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97300C9A-1A20-D555-4DB5-7D5254BB7C3F}"/>
              </a:ext>
            </a:extLst>
          </p:cNvPr>
          <p:cNvSpPr/>
          <p:nvPr/>
        </p:nvSpPr>
        <p:spPr>
          <a:xfrm rot="21048925">
            <a:off x="161045" y="3419945"/>
            <a:ext cx="2859650" cy="70182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自分の政党の噂を流して世論をコントロール！</a:t>
            </a:r>
          </a:p>
        </p:txBody>
      </p:sp>
      <p:sp>
        <p:nvSpPr>
          <p:cNvPr id="31" name="星: 24 pt 30">
            <a:extLst>
              <a:ext uri="{FF2B5EF4-FFF2-40B4-BE49-F238E27FC236}">
                <a16:creationId xmlns:a16="http://schemas.microsoft.com/office/drawing/2014/main" id="{03559A69-05E3-751D-DB11-4DB2CF665D3A}"/>
              </a:ext>
            </a:extLst>
          </p:cNvPr>
          <p:cNvSpPr/>
          <p:nvPr/>
        </p:nvSpPr>
        <p:spPr>
          <a:xfrm rot="646892">
            <a:off x="2779507" y="3417882"/>
            <a:ext cx="3233148" cy="1026607"/>
          </a:xfrm>
          <a:prstGeom prst="star24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AI</a:t>
            </a:r>
            <a:r>
              <a:rPr kumimoji="1" lang="ja-JP" altLang="en-US" dirty="0"/>
              <a:t>があなたの噂を評価する</a:t>
            </a:r>
            <a:r>
              <a:rPr kumimoji="1" lang="en-US" altLang="ja-JP" dirty="0"/>
              <a:t>!!</a:t>
            </a:r>
            <a:endParaRPr kumimoji="1" lang="ja-JP" altLang="en-US" dirty="0"/>
          </a:p>
        </p:txBody>
      </p:sp>
      <p:pic>
        <p:nvPicPr>
          <p:cNvPr id="33" name="図 32" descr="黒い背景に白い文字がある&#10;&#10;低い精度で自動的に生成された説明">
            <a:extLst>
              <a:ext uri="{FF2B5EF4-FFF2-40B4-BE49-F238E27FC236}">
                <a16:creationId xmlns:a16="http://schemas.microsoft.com/office/drawing/2014/main" id="{5C40485A-4669-F5F9-4216-17BAD0CF71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859">
            <a:off x="3214670" y="4308349"/>
            <a:ext cx="1248639" cy="1089437"/>
          </a:xfrm>
          <a:prstGeom prst="rect">
            <a:avLst/>
          </a:prstGeom>
        </p:spPr>
      </p:pic>
      <p:pic>
        <p:nvPicPr>
          <p:cNvPr id="36" name="図 35" descr="クマ, テディ, ぬいぐるみ, 座る が含まれている画像&#10;&#10;自動的に生成された説明">
            <a:extLst>
              <a:ext uri="{FF2B5EF4-FFF2-40B4-BE49-F238E27FC236}">
                <a16:creationId xmlns:a16="http://schemas.microsoft.com/office/drawing/2014/main" id="{4F00E10D-ACDB-51E0-0377-F57EC2EDB5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91160">
            <a:off x="239430" y="4223666"/>
            <a:ext cx="918340" cy="851760"/>
          </a:xfrm>
          <a:prstGeom prst="rect">
            <a:avLst/>
          </a:prstGeom>
        </p:spPr>
      </p:pic>
      <p:pic>
        <p:nvPicPr>
          <p:cNvPr id="39" name="図 38" descr="Cgで描かれたアニメ&#10;&#10;中程度の精度で自動的に生成された説明">
            <a:extLst>
              <a:ext uri="{FF2B5EF4-FFF2-40B4-BE49-F238E27FC236}">
                <a16:creationId xmlns:a16="http://schemas.microsoft.com/office/drawing/2014/main" id="{790ECD39-DCE3-846A-6292-071A007F1A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688" y="4176619"/>
            <a:ext cx="828196" cy="740200"/>
          </a:xfrm>
          <a:prstGeom prst="rect">
            <a:avLst/>
          </a:prstGeom>
        </p:spPr>
      </p:pic>
      <p:pic>
        <p:nvPicPr>
          <p:cNvPr id="41" name="図 40" descr="時計 が含まれている画像&#10;&#10;自動的に生成された説明">
            <a:extLst>
              <a:ext uri="{FF2B5EF4-FFF2-40B4-BE49-F238E27FC236}">
                <a16:creationId xmlns:a16="http://schemas.microsoft.com/office/drawing/2014/main" id="{79E346D7-E9D1-808B-D67E-1D50207A77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226" y="7309901"/>
            <a:ext cx="754207" cy="822771"/>
          </a:xfrm>
          <a:prstGeom prst="rect">
            <a:avLst/>
          </a:prstGeom>
        </p:spPr>
      </p:pic>
      <p:sp>
        <p:nvSpPr>
          <p:cNvPr id="50" name="楕円 49">
            <a:extLst>
              <a:ext uri="{FF2B5EF4-FFF2-40B4-BE49-F238E27FC236}">
                <a16:creationId xmlns:a16="http://schemas.microsoft.com/office/drawing/2014/main" id="{86D9D07D-DE33-CB5D-B656-FA1E190B242C}"/>
              </a:ext>
            </a:extLst>
          </p:cNvPr>
          <p:cNvSpPr/>
          <p:nvPr/>
        </p:nvSpPr>
        <p:spPr>
          <a:xfrm rot="788524">
            <a:off x="4363275" y="4694879"/>
            <a:ext cx="2292250" cy="816374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敵の政党も噂を流して邪魔してくる！</a:t>
            </a:r>
          </a:p>
        </p:txBody>
      </p:sp>
      <p:sp>
        <p:nvSpPr>
          <p:cNvPr id="51" name="星: 32 pt 50">
            <a:extLst>
              <a:ext uri="{FF2B5EF4-FFF2-40B4-BE49-F238E27FC236}">
                <a16:creationId xmlns:a16="http://schemas.microsoft.com/office/drawing/2014/main" id="{A1F0F43A-ED3D-8FFE-3BD9-0E8553D3F4DE}"/>
              </a:ext>
            </a:extLst>
          </p:cNvPr>
          <p:cNvSpPr/>
          <p:nvPr/>
        </p:nvSpPr>
        <p:spPr>
          <a:xfrm>
            <a:off x="328328" y="5636085"/>
            <a:ext cx="6529672" cy="817004"/>
          </a:xfrm>
          <a:prstGeom prst="star32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選挙で当選してランクアップ！</a:t>
            </a:r>
            <a:endParaRPr kumimoji="1" lang="en-US" altLang="ja-JP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kumimoji="1" lang="ja-JP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頂点を目指して噂を流せ</a:t>
            </a:r>
            <a:r>
              <a:rPr kumimoji="1" lang="en-US" altLang="ja-JP" dirty="0">
                <a:solidFill>
                  <a:schemeClr val="tx1">
                    <a:lumMod val="95000"/>
                    <a:lumOff val="5000"/>
                  </a:schemeClr>
                </a:solidFill>
              </a:rPr>
              <a:t>!!</a:t>
            </a:r>
            <a:endParaRPr kumimoji="1" lang="ja-JP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2" name="吹き出し: 角を丸めた四角形 51">
            <a:extLst>
              <a:ext uri="{FF2B5EF4-FFF2-40B4-BE49-F238E27FC236}">
                <a16:creationId xmlns:a16="http://schemas.microsoft.com/office/drawing/2014/main" id="{E04F9CD0-8E21-2374-A6F2-74E5F3734760}"/>
              </a:ext>
            </a:extLst>
          </p:cNvPr>
          <p:cNvSpPr/>
          <p:nvPr/>
        </p:nvSpPr>
        <p:spPr>
          <a:xfrm>
            <a:off x="1423686" y="6629592"/>
            <a:ext cx="2098605" cy="829955"/>
          </a:xfrm>
          <a:prstGeom prst="wedgeRoundRectCallout">
            <a:avLst>
              <a:gd name="adj1" fmla="val -42343"/>
              <a:gd name="adj2" fmla="val 76446"/>
              <a:gd name="adj3" fmla="val 16667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当選したら投票した人全員お金がもらえるらしい</a:t>
            </a: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BDAFA437-1DE8-E426-80D6-C47D0D2B372A}"/>
              </a:ext>
            </a:extLst>
          </p:cNvPr>
          <p:cNvSpPr/>
          <p:nvPr/>
        </p:nvSpPr>
        <p:spPr>
          <a:xfrm>
            <a:off x="2081309" y="7533934"/>
            <a:ext cx="839385" cy="3534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AI</a:t>
            </a:r>
            <a:r>
              <a:rPr kumimoji="1" lang="ja-JP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評価</a:t>
            </a: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DC831F45-0359-F0A9-FC31-F06ED8AC117A}"/>
              </a:ext>
            </a:extLst>
          </p:cNvPr>
          <p:cNvSpPr/>
          <p:nvPr/>
        </p:nvSpPr>
        <p:spPr>
          <a:xfrm>
            <a:off x="2081309" y="7893769"/>
            <a:ext cx="839385" cy="6211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フローチャート: 結合子 54">
            <a:extLst>
              <a:ext uri="{FF2B5EF4-FFF2-40B4-BE49-F238E27FC236}">
                <a16:creationId xmlns:a16="http://schemas.microsoft.com/office/drawing/2014/main" id="{A5BD787B-C968-A242-9D12-D1D11C3D133F}"/>
              </a:ext>
            </a:extLst>
          </p:cNvPr>
          <p:cNvSpPr/>
          <p:nvPr/>
        </p:nvSpPr>
        <p:spPr>
          <a:xfrm>
            <a:off x="2249721" y="7971929"/>
            <a:ext cx="488982" cy="51539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フローチャート: 結合子 55">
            <a:extLst>
              <a:ext uri="{FF2B5EF4-FFF2-40B4-BE49-F238E27FC236}">
                <a16:creationId xmlns:a16="http://schemas.microsoft.com/office/drawing/2014/main" id="{86E622B9-EC31-EC21-6656-E91D16CD10D8}"/>
              </a:ext>
            </a:extLst>
          </p:cNvPr>
          <p:cNvSpPr/>
          <p:nvPr/>
        </p:nvSpPr>
        <p:spPr>
          <a:xfrm>
            <a:off x="2328535" y="8058201"/>
            <a:ext cx="331353" cy="352573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DFB6BE5A-43F4-5720-E2FD-5227D9959993}"/>
              </a:ext>
            </a:extLst>
          </p:cNvPr>
          <p:cNvSpPr txBox="1"/>
          <p:nvPr/>
        </p:nvSpPr>
        <p:spPr>
          <a:xfrm rot="529660">
            <a:off x="3053149" y="7514968"/>
            <a:ext cx="1440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rgbClr val="FFC000"/>
                </a:solidFill>
              </a:rPr>
              <a:t>支持者</a:t>
            </a:r>
            <a:r>
              <a:rPr kumimoji="1" lang="en-US" altLang="ja-JP" dirty="0">
                <a:solidFill>
                  <a:srgbClr val="FFC000"/>
                </a:solidFill>
              </a:rPr>
              <a:t>UP</a:t>
            </a:r>
            <a:r>
              <a:rPr kumimoji="1" lang="ja-JP" altLang="en-US" dirty="0">
                <a:solidFill>
                  <a:srgbClr val="FFC000"/>
                </a:solidFill>
              </a:rPr>
              <a:t>！</a:t>
            </a:r>
          </a:p>
        </p:txBody>
      </p:sp>
      <p:sp>
        <p:nvSpPr>
          <p:cNvPr id="58" name="矢印: 下 57">
            <a:extLst>
              <a:ext uri="{FF2B5EF4-FFF2-40B4-BE49-F238E27FC236}">
                <a16:creationId xmlns:a16="http://schemas.microsoft.com/office/drawing/2014/main" id="{40020AAF-2D45-B917-CB78-44110B285804}"/>
              </a:ext>
            </a:extLst>
          </p:cNvPr>
          <p:cNvSpPr/>
          <p:nvPr/>
        </p:nvSpPr>
        <p:spPr>
          <a:xfrm rot="10560253">
            <a:off x="1088740" y="6629592"/>
            <a:ext cx="45719" cy="414977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矢印: 下 58">
            <a:extLst>
              <a:ext uri="{FF2B5EF4-FFF2-40B4-BE49-F238E27FC236}">
                <a16:creationId xmlns:a16="http://schemas.microsoft.com/office/drawing/2014/main" id="{2B4C2246-9B1A-6F61-0C7E-237FE46AA3F0}"/>
              </a:ext>
            </a:extLst>
          </p:cNvPr>
          <p:cNvSpPr/>
          <p:nvPr/>
        </p:nvSpPr>
        <p:spPr>
          <a:xfrm rot="11679714">
            <a:off x="4107892" y="6632536"/>
            <a:ext cx="45719" cy="414977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矢印: 下 59">
            <a:extLst>
              <a:ext uri="{FF2B5EF4-FFF2-40B4-BE49-F238E27FC236}">
                <a16:creationId xmlns:a16="http://schemas.microsoft.com/office/drawing/2014/main" id="{0F244E3F-EB7C-F35B-16A0-C9297D24CAAA}"/>
              </a:ext>
            </a:extLst>
          </p:cNvPr>
          <p:cNvSpPr/>
          <p:nvPr/>
        </p:nvSpPr>
        <p:spPr>
          <a:xfrm rot="11202228">
            <a:off x="4005396" y="7920704"/>
            <a:ext cx="45719" cy="414977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矢印: 下 60">
            <a:extLst>
              <a:ext uri="{FF2B5EF4-FFF2-40B4-BE49-F238E27FC236}">
                <a16:creationId xmlns:a16="http://schemas.microsoft.com/office/drawing/2014/main" id="{E065864A-03E7-596E-94D8-4FD7002BA5C4}"/>
              </a:ext>
            </a:extLst>
          </p:cNvPr>
          <p:cNvSpPr/>
          <p:nvPr/>
        </p:nvSpPr>
        <p:spPr>
          <a:xfrm rot="11202228">
            <a:off x="3298982" y="8027101"/>
            <a:ext cx="45719" cy="414977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矢印: 下 61">
            <a:extLst>
              <a:ext uri="{FF2B5EF4-FFF2-40B4-BE49-F238E27FC236}">
                <a16:creationId xmlns:a16="http://schemas.microsoft.com/office/drawing/2014/main" id="{4B6FA9E0-2C41-BF15-132A-BE6D7B9F86D6}"/>
              </a:ext>
            </a:extLst>
          </p:cNvPr>
          <p:cNvSpPr/>
          <p:nvPr/>
        </p:nvSpPr>
        <p:spPr>
          <a:xfrm rot="10514160">
            <a:off x="1619650" y="7983751"/>
            <a:ext cx="45719" cy="414977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矢印: 下 62">
            <a:extLst>
              <a:ext uri="{FF2B5EF4-FFF2-40B4-BE49-F238E27FC236}">
                <a16:creationId xmlns:a16="http://schemas.microsoft.com/office/drawing/2014/main" id="{12795B4B-6EC9-A0D3-CF74-9B133EB0444F}"/>
              </a:ext>
            </a:extLst>
          </p:cNvPr>
          <p:cNvSpPr/>
          <p:nvPr/>
        </p:nvSpPr>
        <p:spPr>
          <a:xfrm rot="10514160">
            <a:off x="1202760" y="8115659"/>
            <a:ext cx="45719" cy="414977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矢印: 下 63">
            <a:extLst>
              <a:ext uri="{FF2B5EF4-FFF2-40B4-BE49-F238E27FC236}">
                <a16:creationId xmlns:a16="http://schemas.microsoft.com/office/drawing/2014/main" id="{957700AF-31A5-3233-8C8B-857DF70088BD}"/>
              </a:ext>
            </a:extLst>
          </p:cNvPr>
          <p:cNvSpPr/>
          <p:nvPr/>
        </p:nvSpPr>
        <p:spPr>
          <a:xfrm rot="10514160">
            <a:off x="730363" y="7129595"/>
            <a:ext cx="45719" cy="414977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矢印: 下 64">
            <a:extLst>
              <a:ext uri="{FF2B5EF4-FFF2-40B4-BE49-F238E27FC236}">
                <a16:creationId xmlns:a16="http://schemas.microsoft.com/office/drawing/2014/main" id="{D1908B4A-3F3B-DBFB-047B-BDE13F94F108}"/>
              </a:ext>
            </a:extLst>
          </p:cNvPr>
          <p:cNvSpPr/>
          <p:nvPr/>
        </p:nvSpPr>
        <p:spPr>
          <a:xfrm rot="11313967">
            <a:off x="3630210" y="6989013"/>
            <a:ext cx="45719" cy="414977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2" name="図 71" descr="白いバックグラウンドの前にあるキーボード&#10;&#10;中程度の精度で自動的に生成された説明">
            <a:extLst>
              <a:ext uri="{FF2B5EF4-FFF2-40B4-BE49-F238E27FC236}">
                <a16:creationId xmlns:a16="http://schemas.microsoft.com/office/drawing/2014/main" id="{864D5526-9794-5BEF-BA94-8E6D7D4921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7231" y="7941202"/>
            <a:ext cx="1355558" cy="711630"/>
          </a:xfrm>
          <a:prstGeom prst="rect">
            <a:avLst/>
          </a:prstGeom>
        </p:spPr>
      </p:pic>
      <p:pic>
        <p:nvPicPr>
          <p:cNvPr id="74" name="図 73" descr="座る, 作品, テーブル, ブルー が含まれている画像&#10;&#10;自動的に生成された説明">
            <a:extLst>
              <a:ext uri="{FF2B5EF4-FFF2-40B4-BE49-F238E27FC236}">
                <a16:creationId xmlns:a16="http://schemas.microsoft.com/office/drawing/2014/main" id="{CFF940B2-4C06-A98F-5EEA-EA36035A4DB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2809" y="8035875"/>
            <a:ext cx="419006" cy="568786"/>
          </a:xfrm>
          <a:prstGeom prst="rect">
            <a:avLst/>
          </a:prstGeom>
        </p:spPr>
      </p:pic>
      <p:sp>
        <p:nvSpPr>
          <p:cNvPr id="76" name="吹き出し: 四角形 75">
            <a:extLst>
              <a:ext uri="{FF2B5EF4-FFF2-40B4-BE49-F238E27FC236}">
                <a16:creationId xmlns:a16="http://schemas.microsoft.com/office/drawing/2014/main" id="{1899EA00-290F-8269-126C-096536C77838}"/>
              </a:ext>
            </a:extLst>
          </p:cNvPr>
          <p:cNvSpPr/>
          <p:nvPr/>
        </p:nvSpPr>
        <p:spPr>
          <a:xfrm>
            <a:off x="4542067" y="6690204"/>
            <a:ext cx="1241596" cy="711630"/>
          </a:xfrm>
          <a:prstGeom prst="wedgeRectCallout">
            <a:avLst>
              <a:gd name="adj1" fmla="val -10350"/>
              <a:gd name="adj2" fmla="val 141039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噂を入力</a:t>
            </a:r>
          </a:p>
        </p:txBody>
      </p:sp>
      <p:sp>
        <p:nvSpPr>
          <p:cNvPr id="77" name="吹き出し: 四角形 76">
            <a:extLst>
              <a:ext uri="{FF2B5EF4-FFF2-40B4-BE49-F238E27FC236}">
                <a16:creationId xmlns:a16="http://schemas.microsoft.com/office/drawing/2014/main" id="{C31645F5-43C2-DA8F-A4E5-CB3EE23945E2}"/>
              </a:ext>
            </a:extLst>
          </p:cNvPr>
          <p:cNvSpPr/>
          <p:nvPr/>
        </p:nvSpPr>
        <p:spPr>
          <a:xfrm>
            <a:off x="5721108" y="7413441"/>
            <a:ext cx="923761" cy="433601"/>
          </a:xfrm>
          <a:prstGeom prst="wedgeRectCallout">
            <a:avLst>
              <a:gd name="adj1" fmla="val 16757"/>
              <a:gd name="adj2" fmla="val 91864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選択</a:t>
            </a:r>
          </a:p>
        </p:txBody>
      </p:sp>
      <p:sp>
        <p:nvSpPr>
          <p:cNvPr id="78" name="四角形: 角を丸くする 77">
            <a:extLst>
              <a:ext uri="{FF2B5EF4-FFF2-40B4-BE49-F238E27FC236}">
                <a16:creationId xmlns:a16="http://schemas.microsoft.com/office/drawing/2014/main" id="{78123BA4-51FF-00DB-DEDA-0FA6F57CB068}"/>
              </a:ext>
            </a:extLst>
          </p:cNvPr>
          <p:cNvSpPr/>
          <p:nvPr/>
        </p:nvSpPr>
        <p:spPr>
          <a:xfrm>
            <a:off x="4460326" y="8686577"/>
            <a:ext cx="2283150" cy="57642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自分の政党が有利になる噂を考えろ</a:t>
            </a:r>
            <a:r>
              <a:rPr kumimoji="1" lang="en-US" altLang="ja-JP" dirty="0">
                <a:solidFill>
                  <a:schemeClr val="tx1">
                    <a:lumMod val="95000"/>
                    <a:lumOff val="5000"/>
                  </a:schemeClr>
                </a:solidFill>
              </a:rPr>
              <a:t>!!</a:t>
            </a:r>
            <a:endParaRPr kumimoji="1" lang="ja-JP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9" name="思考の吹き出し: 雲形 78">
            <a:extLst>
              <a:ext uri="{FF2B5EF4-FFF2-40B4-BE49-F238E27FC236}">
                <a16:creationId xmlns:a16="http://schemas.microsoft.com/office/drawing/2014/main" id="{5A0A7071-8E44-4DB1-7A86-418166BEB406}"/>
              </a:ext>
            </a:extLst>
          </p:cNvPr>
          <p:cNvSpPr/>
          <p:nvPr/>
        </p:nvSpPr>
        <p:spPr>
          <a:xfrm>
            <a:off x="1778758" y="4074133"/>
            <a:ext cx="1276105" cy="680309"/>
          </a:xfrm>
          <a:prstGeom prst="cloudCallout">
            <a:avLst>
              <a:gd name="adj1" fmla="val -24737"/>
              <a:gd name="adj2" fmla="val 72208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噂の流し方で効果が変わる！</a:t>
            </a:r>
          </a:p>
        </p:txBody>
      </p:sp>
      <p:pic>
        <p:nvPicPr>
          <p:cNvPr id="81" name="図 80" descr="時計 が含まれている画像&#10;&#10;自動的に生成された説明">
            <a:extLst>
              <a:ext uri="{FF2B5EF4-FFF2-40B4-BE49-F238E27FC236}">
                <a16:creationId xmlns:a16="http://schemas.microsoft.com/office/drawing/2014/main" id="{F2BF4EF0-35B6-814F-1983-36DCAABD42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035" y="5225349"/>
            <a:ext cx="416451" cy="454310"/>
          </a:xfrm>
          <a:prstGeom prst="rect">
            <a:avLst/>
          </a:prstGeom>
        </p:spPr>
      </p:pic>
      <p:pic>
        <p:nvPicPr>
          <p:cNvPr id="83" name="図 82" descr="グラフィカル ユーザー インターフェイス, アプリケーション&#10;&#10;自動的に生成された説明">
            <a:extLst>
              <a:ext uri="{FF2B5EF4-FFF2-40B4-BE49-F238E27FC236}">
                <a16:creationId xmlns:a16="http://schemas.microsoft.com/office/drawing/2014/main" id="{7F01CEC4-2180-9537-B718-767DB2BEBE6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449" y="5173751"/>
            <a:ext cx="598935" cy="518079"/>
          </a:xfrm>
          <a:prstGeom prst="rect">
            <a:avLst/>
          </a:prstGeom>
        </p:spPr>
      </p:pic>
      <p:pic>
        <p:nvPicPr>
          <p:cNvPr id="85" name="図 84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95B8B75F-D7BA-7D6E-3908-68DA28D0341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137" y="5223802"/>
            <a:ext cx="416450" cy="494302"/>
          </a:xfrm>
          <a:prstGeom prst="rect">
            <a:avLst/>
          </a:prstGeom>
        </p:spPr>
      </p:pic>
      <p:sp>
        <p:nvSpPr>
          <p:cNvPr id="87" name="四角形: 角を丸くする 86">
            <a:extLst>
              <a:ext uri="{FF2B5EF4-FFF2-40B4-BE49-F238E27FC236}">
                <a16:creationId xmlns:a16="http://schemas.microsoft.com/office/drawing/2014/main" id="{60743529-13C3-ED6B-169F-782BD222E992}"/>
              </a:ext>
            </a:extLst>
          </p:cNvPr>
          <p:cNvSpPr/>
          <p:nvPr/>
        </p:nvSpPr>
        <p:spPr>
          <a:xfrm>
            <a:off x="805095" y="5016484"/>
            <a:ext cx="729594" cy="20946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効果範囲大</a:t>
            </a:r>
          </a:p>
        </p:txBody>
      </p:sp>
      <p:sp>
        <p:nvSpPr>
          <p:cNvPr id="88" name="四角形: 角を丸くする 87">
            <a:extLst>
              <a:ext uri="{FF2B5EF4-FFF2-40B4-BE49-F238E27FC236}">
                <a16:creationId xmlns:a16="http://schemas.microsoft.com/office/drawing/2014/main" id="{C842743C-CE50-1BBE-9A84-8A613EF49DF4}"/>
              </a:ext>
            </a:extLst>
          </p:cNvPr>
          <p:cNvSpPr/>
          <p:nvPr/>
        </p:nvSpPr>
        <p:spPr>
          <a:xfrm>
            <a:off x="2373906" y="5009365"/>
            <a:ext cx="729594" cy="20946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リスク高め</a:t>
            </a:r>
          </a:p>
        </p:txBody>
      </p:sp>
      <p:sp>
        <p:nvSpPr>
          <p:cNvPr id="89" name="四角形: 角を丸くする 88">
            <a:extLst>
              <a:ext uri="{FF2B5EF4-FFF2-40B4-BE49-F238E27FC236}">
                <a16:creationId xmlns:a16="http://schemas.microsoft.com/office/drawing/2014/main" id="{201C08E4-F3EE-8E0E-D00C-C540715CEA28}"/>
              </a:ext>
            </a:extLst>
          </p:cNvPr>
          <p:cNvSpPr/>
          <p:nvPr/>
        </p:nvSpPr>
        <p:spPr>
          <a:xfrm>
            <a:off x="1589500" y="5013939"/>
            <a:ext cx="729594" cy="20946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精度高め</a:t>
            </a:r>
          </a:p>
        </p:txBody>
      </p:sp>
    </p:spTree>
    <p:extLst>
      <p:ext uri="{BB962C8B-B14F-4D97-AF65-F5344CB8AC3E}">
        <p14:creationId xmlns:p14="http://schemas.microsoft.com/office/powerpoint/2010/main" val="2962958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80f9aae0-7d80-4a14-a4a6-37a32d0cba64">
      <UserInfo>
        <DisplayName/>
        <AccountId xsi:nil="true"/>
        <AccountType/>
      </UserInfo>
    </SharedWithUsers>
    <TaxCatchAll xmlns="80f9aae0-7d80-4a14-a4a6-37a32d0cba64" xsi:nil="true"/>
    <lcf76f155ced4ddcb4097134ff3c332f xmlns="1ea676a1-1c08-4e19-bf9c-c39a5397e129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B1D408422159D149BD8F6851B25054E9" ma:contentTypeVersion="14" ma:contentTypeDescription="新しいドキュメントを作成します。" ma:contentTypeScope="" ma:versionID="dffb297716c76a62695814f0b8e1ed21">
  <xsd:schema xmlns:xsd="http://www.w3.org/2001/XMLSchema" xmlns:xs="http://www.w3.org/2001/XMLSchema" xmlns:p="http://schemas.microsoft.com/office/2006/metadata/properties" xmlns:ns2="1ea676a1-1c08-4e19-bf9c-c39a5397e129" xmlns:ns3="80f9aae0-7d80-4a14-a4a6-37a32d0cba64" targetNamespace="http://schemas.microsoft.com/office/2006/metadata/properties" ma:root="true" ma:fieldsID="3b3aa0095f0a39effec8f1a0f430984d" ns2:_="" ns3:_="">
    <xsd:import namespace="1ea676a1-1c08-4e19-bf9c-c39a5397e129"/>
    <xsd:import namespace="80f9aae0-7d80-4a14-a4a6-37a32d0cba64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a676a1-1c08-4e19-bf9c-c39a5397e129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画像タグ" ma:readOnly="false" ma:fieldId="{5cf76f15-5ced-4ddc-b409-7134ff3c332f}" ma:taxonomyMulti="true" ma:sspId="a86adb34-9094-409a-90b9-a7c5bc646ef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f9aae0-7d80-4a14-a4a6-37a32d0cba64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7659cde-2447-4fb8-885f-b52bbe806d59}" ma:internalName="TaxCatchAll" ma:showField="CatchAllData" ma:web="80f9aae0-7d80-4a14-a4a6-37a32d0cba6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06523C6-B807-41FC-8DF0-6C78BBECC47D}">
  <ds:schemaRefs>
    <ds:schemaRef ds:uri="1ea676a1-1c08-4e19-bf9c-c39a5397e129"/>
    <ds:schemaRef ds:uri="80f9aae0-7d80-4a14-a4a6-37a32d0cba6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2B3DD01-6CD5-4AFE-8115-E9B60415BD5D}">
  <ds:schemaRefs>
    <ds:schemaRef ds:uri="1ea676a1-1c08-4e19-bf9c-c39a5397e129"/>
    <ds:schemaRef ds:uri="80f9aae0-7d80-4a14-a4a6-37a32d0cba6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5101E55-05F8-4272-8D83-93D768A757D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Words>308</Words>
  <Application>Microsoft Office PowerPoint</Application>
  <PresentationFormat>A4 210 x 297 mm</PresentationFormat>
  <Paragraphs>44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10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12" baseType="lpstr">
      <vt:lpstr>BIZ UDPゴシック</vt:lpstr>
      <vt:lpstr>HGP創英角ｺﾞｼｯｸUB</vt:lpstr>
      <vt:lpstr>HGS創英角ｺﾞｼｯｸUB</vt:lpstr>
      <vt:lpstr>HGS創英角ﾎﾟｯﾌﾟ体</vt:lpstr>
      <vt:lpstr>UD デジタル 教科書体 N-B</vt:lpstr>
      <vt:lpstr>メイリオ</vt:lpstr>
      <vt:lpstr>游ゴシック</vt:lpstr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Goto Tomonari</dc:creator>
  <cp:lastModifiedBy>THAT12D09345 安田晴人</cp:lastModifiedBy>
  <cp:revision>4</cp:revision>
  <dcterms:created xsi:type="dcterms:W3CDTF">2021-01-26T04:32:55Z</dcterms:created>
  <dcterms:modified xsi:type="dcterms:W3CDTF">2024-09-13T04:35:24Z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0x010100B1D408422159D149BD8F6851B25054E9</vt:lpwstr>
  </property>
  <property fmtid="{D5CDD505-2E9C-101B-9397-08002B2CF9AE}" pid="3" name="Order">
    <vt:r8>3840500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MediaServiceImageTags">
    <vt:lpwstr/>
  </property>
</Properties>
</file>