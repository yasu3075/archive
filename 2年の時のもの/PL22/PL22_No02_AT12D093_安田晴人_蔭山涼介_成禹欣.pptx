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7"/>
  </p:notesMasterIdLst>
  <p:sldIdLst>
    <p:sldId id="257" r:id="rId5"/>
    <p:sldId id="256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6EF9CD-DEC3-49E5-9273-C334E7C9747D}" v="158" dt="2024-05-21T09:36:12.0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356DC2-FE35-4610-8AB8-663C6CDB71CE}" type="datetimeFigureOut">
              <a:rPr kumimoji="1" lang="ja-JP" altLang="en-US" smtClean="0"/>
              <a:t>2024/5/21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F223E3-1095-4ED0-8037-89F3F05E2F6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42806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F223E3-1095-4ED0-8037-89F3F05E2F62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16703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1128F5E-5913-4543-AAB3-E0EDD1CFE6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2CF3B08-86A2-43F1-A6B8-EF932BC1E4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8352099-5480-AA16-965F-0ADAADF9B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40022-81EA-4749-ACCB-0AB8F9657013}" type="datetimeFigureOut">
              <a:rPr kumimoji="1" lang="ja-JP" altLang="en-US" smtClean="0"/>
              <a:t>2024/5/21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F8F3ABB-EEF1-A7C7-971B-087631F41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2BCAE0C-DB4D-376E-DD8B-1ADEBFEE4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53230-8BC4-438D-B647-37B2D72016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8189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58B1E9-BCAE-C034-5F14-CA2F02955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C516632-8451-8879-15B1-2AD38ADDF6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CE1F928-8612-C05C-346C-64440AF73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40022-81EA-4749-ACCB-0AB8F9657013}" type="datetimeFigureOut">
              <a:rPr kumimoji="1" lang="ja-JP" altLang="en-US" smtClean="0"/>
              <a:t>2024/5/21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5ADBC77-43D5-3640-BE3A-4A5FAFACF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4B0BE69-61F1-7DE6-4268-C8EB91CBC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53230-8BC4-438D-B647-37B2D72016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8283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49A329C-86BD-EC2C-9DF8-E39F95BF1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04DE7D9-84D3-2CE7-8DDC-C07737A0C5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8055BA2-0EDF-965C-E8C5-16A9977B5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40022-81EA-4749-ACCB-0AB8F9657013}" type="datetimeFigureOut">
              <a:rPr kumimoji="1" lang="ja-JP" altLang="en-US" smtClean="0"/>
              <a:t>2024/5/21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F5B6ACA-8497-B350-E4A5-89671ACE5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0629233-7555-CFF7-C2D7-B452303C8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53230-8BC4-438D-B647-37B2D72016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32598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62E12B7-F6D4-42A4-50AB-F56B28466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4385EC7-1DFD-6B4D-B6E2-F1EFEF9953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6178CEB-1B6B-3500-6AC7-05CCD0BD55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5BB1A86-7F43-1294-23EB-22C4B9FDB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40022-81EA-4749-ACCB-0AB8F9657013}" type="datetimeFigureOut">
              <a:rPr kumimoji="1" lang="ja-JP" altLang="en-US" smtClean="0"/>
              <a:t>2024/5/21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FD29A15-43CA-001D-DA28-40D14613E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087C70F-DB51-6D0B-8043-BBCED7983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53230-8BC4-438D-B647-37B2D72016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9029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ABE83D-2580-73CC-05CC-346A5963D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4A6BAB6-D6DD-8ACF-A84F-56FDC3FB4F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1410D1F-026B-94B3-6985-68634D1D52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EDFF380-435C-9795-897E-97DCC21008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54B4299-52C6-8358-DB52-EEDDBAE850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141D96E-5CFB-5E4F-5207-750067625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40022-81EA-4749-ACCB-0AB8F9657013}" type="datetimeFigureOut">
              <a:rPr kumimoji="1" lang="ja-JP" altLang="en-US" smtClean="0"/>
              <a:t>2024/5/21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FE4D479-C51D-058A-FF55-1CFF95796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F575DC0-D2AD-060D-77D2-1E40A4DE7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53230-8BC4-438D-B647-37B2D72016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692433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C3FE073-D055-67ED-2437-0216C21D7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CAF3CAD-5DEE-1943-D927-37A77F798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40022-81EA-4749-ACCB-0AB8F9657013}" type="datetimeFigureOut">
              <a:rPr kumimoji="1" lang="ja-JP" altLang="en-US" smtClean="0"/>
              <a:t>2024/5/21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85FCB23-F5AE-0C06-DFF8-5958306A5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74E2589-B179-957F-F8B5-1A6F920AF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53230-8BC4-438D-B647-37B2D72016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3096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7FE0E87-A5DA-C59C-3C3E-001CB787F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40022-81EA-4749-ACCB-0AB8F9657013}" type="datetimeFigureOut">
              <a:rPr kumimoji="1" lang="ja-JP" altLang="en-US" smtClean="0"/>
              <a:t>2024/5/21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E0DF923-E764-A260-2646-05586862C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A46048B-E5BC-8991-A477-BBAF72FA5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53230-8BC4-438D-B647-37B2D72016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2082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E99AFE-0896-AC41-0E71-A1735AFE6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8341DE9-06C4-D80E-A478-7A7FBF7CF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27434E3-0C86-E6AB-EDFF-144C726393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895A059-F8D0-27C1-ADA7-96BC65137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40022-81EA-4749-ACCB-0AB8F9657013}" type="datetimeFigureOut">
              <a:rPr kumimoji="1" lang="ja-JP" altLang="en-US" smtClean="0"/>
              <a:t>2024/5/21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8DCD9AA-3822-5146-B337-0E4CA9A9F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D1D578F-AA4C-C759-65CB-5CB3C8B7C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53230-8BC4-438D-B647-37B2D72016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7584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765E1D-B086-1300-099D-5E6CAFFF8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3F6DA12-3EA4-551D-10D3-CB3E499EA5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3AC1FFD-FDCA-916F-24BA-996151A109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4131BD8-49EF-E087-106F-DDA90C02C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40022-81EA-4749-ACCB-0AB8F9657013}" type="datetimeFigureOut">
              <a:rPr kumimoji="1" lang="ja-JP" altLang="en-US" smtClean="0"/>
              <a:t>2024/5/21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FF85A3E-28E5-0AFD-6325-9DD342824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FC06744-1BCD-48ED-7797-05C1F8AF0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53230-8BC4-438D-B647-37B2D72016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1329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6D81DD1-0670-3188-E27D-246798547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5F8F319-2EA4-60E3-7722-D3121F62FA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BE37140-8A4F-5865-92D3-B743AFDA5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40022-81EA-4749-ACCB-0AB8F9657013}" type="datetimeFigureOut">
              <a:rPr kumimoji="1" lang="ja-JP" altLang="en-US" smtClean="0"/>
              <a:t>2024/5/21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40184EE-9CF6-1DE2-2065-ACAB63CBE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CEACAE2-3FAB-C6E4-655E-95E736066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53230-8BC4-438D-B647-37B2D72016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1268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D1F7EB52-B6F1-D89C-B81D-9D35C754F9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75B5310-B773-52AC-CD16-9A291DDA24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2CF1460-EEC9-8BF0-7CE6-DE30953B5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40022-81EA-4749-ACCB-0AB8F9657013}" type="datetimeFigureOut">
              <a:rPr kumimoji="1" lang="ja-JP" altLang="en-US" smtClean="0"/>
              <a:t>2024/5/21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A2A896A-DA29-C9F3-ECF5-458205986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76BE8FD-2BB3-F6D4-3266-6928056FF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53230-8BC4-438D-B647-37B2D72016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3360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1A28E81-A2E7-2B13-F558-4F5B5985E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EDBB4DA-B94D-9ABF-FFEA-0DF3ECC3BB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D613E71-EF5D-45A3-BDB4-C92646A324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740022-81EA-4749-ACCB-0AB8F9657013}" type="datetimeFigureOut">
              <a:rPr kumimoji="1" lang="ja-JP" altLang="en-US" smtClean="0"/>
              <a:t>2024/5/21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8807196-7A06-DF50-64B5-EFCFD815EA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6B43791-1946-B0BC-F9F6-85B1B5772B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853230-8BC4-438D-B647-37B2D72016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0020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fif"/><Relationship Id="rId3" Type="http://schemas.openxmlformats.org/officeDocument/2006/relationships/image" Target="../media/image2.jpg"/><Relationship Id="rId7" Type="http://schemas.openxmlformats.org/officeDocument/2006/relationships/image" Target="../media/image6.png"/><Relationship Id="rId12" Type="http://schemas.openxmlformats.org/officeDocument/2006/relationships/image" Target="../media/image11.jf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fif"/><Relationship Id="rId11" Type="http://schemas.openxmlformats.org/officeDocument/2006/relationships/image" Target="../media/image10.jpg"/><Relationship Id="rId5" Type="http://schemas.openxmlformats.org/officeDocument/2006/relationships/image" Target="../media/image4.jfif"/><Relationship Id="rId10" Type="http://schemas.openxmlformats.org/officeDocument/2006/relationships/image" Target="../media/image9.jpg"/><Relationship Id="rId4" Type="http://schemas.openxmlformats.org/officeDocument/2006/relationships/image" Target="../media/image3.jpeg"/><Relationship Id="rId9" Type="http://schemas.openxmlformats.org/officeDocument/2006/relationships/image" Target="../media/image8.jf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ollow Knight | Nintendo Switch download software | Games | Nintendo">
            <a:extLst>
              <a:ext uri="{FF2B5EF4-FFF2-40B4-BE49-F238E27FC236}">
                <a16:creationId xmlns:a16="http://schemas.microsoft.com/office/drawing/2014/main" id="{8674A64F-0CBD-062E-C279-77F20C2FBF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81000"/>
            <a:ext cx="12192000" cy="60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B2A7501-4CCD-C1A2-90BA-51EDC5988F10}"/>
              </a:ext>
            </a:extLst>
          </p:cNvPr>
          <p:cNvSpPr txBox="1"/>
          <p:nvPr/>
        </p:nvSpPr>
        <p:spPr>
          <a:xfrm>
            <a:off x="894736" y="4807974"/>
            <a:ext cx="1129726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600" dirty="0"/>
              <a:t>大前提</a:t>
            </a:r>
            <a:r>
              <a:rPr lang="ja-JP" altLang="en-US" sz="3600" dirty="0"/>
              <a:t>の要素</a:t>
            </a:r>
            <a:r>
              <a:rPr kumimoji="1" lang="ja-JP" altLang="en-US" sz="4800" dirty="0"/>
              <a:t>「</a:t>
            </a:r>
            <a:r>
              <a:rPr kumimoji="1" lang="ja-JP" altLang="en-US" sz="4800" dirty="0">
                <a:solidFill>
                  <a:srgbClr val="FF0000"/>
                </a:solidFill>
                <a:highlight>
                  <a:srgbClr val="FFFF00"/>
                </a:highlight>
              </a:rPr>
              <a:t>アクション要素の高い戦闘</a:t>
            </a:r>
            <a:r>
              <a:rPr kumimoji="1" lang="ja-JP" altLang="en-US" sz="1800" dirty="0"/>
              <a:t>」</a:t>
            </a:r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683815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図 59" descr="光, ストリート, 市, 乗る が含まれている画像&#10;&#10;自動的に生成された説明">
            <a:extLst>
              <a:ext uri="{FF2B5EF4-FFF2-40B4-BE49-F238E27FC236}">
                <a16:creationId xmlns:a16="http://schemas.microsoft.com/office/drawing/2014/main" id="{B9759CEC-09F5-0B0C-49D1-BE2DA5646C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6162" y="3649090"/>
            <a:ext cx="3684889" cy="2072750"/>
          </a:xfrm>
          <a:prstGeom prst="rect">
            <a:avLst/>
          </a:prstGeom>
        </p:spPr>
      </p:pic>
      <p:pic>
        <p:nvPicPr>
          <p:cNvPr id="2050" name="Picture 2" descr="Hollow Knight - STEAMSALE ゲーム情報・価格">
            <a:extLst>
              <a:ext uri="{FF2B5EF4-FFF2-40B4-BE49-F238E27FC236}">
                <a16:creationId xmlns:a16="http://schemas.microsoft.com/office/drawing/2014/main" id="{FD6522CF-66DB-B93A-1352-2C052C57D3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二等辺三角形 1">
            <a:extLst>
              <a:ext uri="{FF2B5EF4-FFF2-40B4-BE49-F238E27FC236}">
                <a16:creationId xmlns:a16="http://schemas.microsoft.com/office/drawing/2014/main" id="{2EFA1D0C-A812-4F68-1E6A-82129A2AA797}"/>
              </a:ext>
            </a:extLst>
          </p:cNvPr>
          <p:cNvSpPr/>
          <p:nvPr/>
        </p:nvSpPr>
        <p:spPr>
          <a:xfrm>
            <a:off x="66261" y="682487"/>
            <a:ext cx="6029739" cy="5897218"/>
          </a:xfrm>
          <a:prstGeom prst="triangl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二等辺三角形 4">
            <a:extLst>
              <a:ext uri="{FF2B5EF4-FFF2-40B4-BE49-F238E27FC236}">
                <a16:creationId xmlns:a16="http://schemas.microsoft.com/office/drawing/2014/main" id="{FE2195CB-7B4A-2FA1-4BE9-59CDAE40D9F0}"/>
              </a:ext>
            </a:extLst>
          </p:cNvPr>
          <p:cNvSpPr/>
          <p:nvPr/>
        </p:nvSpPr>
        <p:spPr>
          <a:xfrm>
            <a:off x="808382" y="655982"/>
            <a:ext cx="4532243" cy="4472610"/>
          </a:xfrm>
          <a:prstGeom prst="triangl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二等辺三角形 3">
            <a:extLst>
              <a:ext uri="{FF2B5EF4-FFF2-40B4-BE49-F238E27FC236}">
                <a16:creationId xmlns:a16="http://schemas.microsoft.com/office/drawing/2014/main" id="{4294A22A-EC9F-C358-07F8-B6F9A493756B}"/>
              </a:ext>
            </a:extLst>
          </p:cNvPr>
          <p:cNvSpPr/>
          <p:nvPr/>
        </p:nvSpPr>
        <p:spPr>
          <a:xfrm>
            <a:off x="1384841" y="704966"/>
            <a:ext cx="3359437" cy="3266662"/>
          </a:xfrm>
          <a:prstGeom prst="triangle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二等辺三角形 2">
            <a:extLst>
              <a:ext uri="{FF2B5EF4-FFF2-40B4-BE49-F238E27FC236}">
                <a16:creationId xmlns:a16="http://schemas.microsoft.com/office/drawing/2014/main" id="{EA305E3C-C3D2-6A89-F483-8D1BC1B3248F}"/>
              </a:ext>
            </a:extLst>
          </p:cNvPr>
          <p:cNvSpPr/>
          <p:nvPr/>
        </p:nvSpPr>
        <p:spPr>
          <a:xfrm>
            <a:off x="1997765" y="682487"/>
            <a:ext cx="2163418" cy="2060713"/>
          </a:xfrm>
          <a:prstGeom prst="triangl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二等辺三角形 33">
            <a:extLst>
              <a:ext uri="{FF2B5EF4-FFF2-40B4-BE49-F238E27FC236}">
                <a16:creationId xmlns:a16="http://schemas.microsoft.com/office/drawing/2014/main" id="{E0C77E8C-B6F8-3515-B1CD-5F13579549BD}"/>
              </a:ext>
            </a:extLst>
          </p:cNvPr>
          <p:cNvSpPr/>
          <p:nvPr/>
        </p:nvSpPr>
        <p:spPr>
          <a:xfrm>
            <a:off x="2471559" y="665463"/>
            <a:ext cx="1181919" cy="1171758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BB46C18D-3486-0A2B-67EB-AD5EDF46DF3B}"/>
              </a:ext>
            </a:extLst>
          </p:cNvPr>
          <p:cNvSpPr txBox="1"/>
          <p:nvPr/>
        </p:nvSpPr>
        <p:spPr>
          <a:xfrm>
            <a:off x="4013354" y="240921"/>
            <a:ext cx="81123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大前提</a:t>
            </a:r>
            <a:r>
              <a:rPr kumimoji="1" lang="ja-JP" altLang="en-US" sz="3600" dirty="0"/>
              <a:t>「</a:t>
            </a:r>
            <a:r>
              <a:rPr kumimoji="1" lang="ja-JP" altLang="en-US" sz="3600" dirty="0">
                <a:solidFill>
                  <a:srgbClr val="FF0000"/>
                </a:solidFill>
                <a:highlight>
                  <a:srgbClr val="FFFF00"/>
                </a:highlight>
              </a:rPr>
              <a:t>アクション要素の高い戦闘</a:t>
            </a:r>
            <a:r>
              <a:rPr kumimoji="1" lang="ja-JP" altLang="en-US" sz="3600" dirty="0"/>
              <a:t>」</a:t>
            </a:r>
          </a:p>
          <a:p>
            <a:endParaRPr kumimoji="1" lang="ja-JP" altLang="en-US" dirty="0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E2E08D9C-0BBA-D495-065A-F0F2E509EFC5}"/>
              </a:ext>
            </a:extLst>
          </p:cNvPr>
          <p:cNvSpPr txBox="1"/>
          <p:nvPr/>
        </p:nvSpPr>
        <p:spPr>
          <a:xfrm>
            <a:off x="4287094" y="2009633"/>
            <a:ext cx="31606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「</a:t>
            </a:r>
            <a:r>
              <a:rPr kumimoji="1" lang="ja-JP" altLang="en-US"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増加</a:t>
            </a:r>
            <a:r>
              <a:rPr kumimoji="1" lang="ja-JP" altLang="en-US" sz="2400" dirty="0"/>
              <a:t>」させる要素</a:t>
            </a: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51D0DB9D-2D7E-F5D7-71AF-BE0253BE79AE}"/>
              </a:ext>
            </a:extLst>
          </p:cNvPr>
          <p:cNvSpPr txBox="1"/>
          <p:nvPr/>
        </p:nvSpPr>
        <p:spPr>
          <a:xfrm>
            <a:off x="5951152" y="5738809"/>
            <a:ext cx="28548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/>
              <a:t>「</a:t>
            </a:r>
            <a:r>
              <a:rPr lang="ja-JP" altLang="en-US" sz="2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補助</a:t>
            </a:r>
            <a:r>
              <a:rPr lang="ja-JP" altLang="en-US" sz="2400" dirty="0"/>
              <a:t>」する要素</a:t>
            </a:r>
            <a:endParaRPr kumimoji="1" lang="ja-JP" altLang="en-US" sz="2400" dirty="0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91936CF6-0C0C-41BE-82A7-FEC785208227}"/>
              </a:ext>
            </a:extLst>
          </p:cNvPr>
          <p:cNvSpPr txBox="1"/>
          <p:nvPr/>
        </p:nvSpPr>
        <p:spPr>
          <a:xfrm>
            <a:off x="5242888" y="4356702"/>
            <a:ext cx="31457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/>
              <a:t>「</a:t>
            </a:r>
            <a:r>
              <a:rPr lang="ja-JP" alt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目的</a:t>
            </a:r>
            <a:r>
              <a:rPr lang="ja-JP" altLang="en-US" sz="2400" dirty="0"/>
              <a:t>」となる要素</a:t>
            </a:r>
            <a:endParaRPr kumimoji="1" lang="ja-JP" altLang="en-US" sz="2400" dirty="0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28C841FD-C155-578D-100F-293EFDDCB82D}"/>
              </a:ext>
            </a:extLst>
          </p:cNvPr>
          <p:cNvSpPr txBox="1"/>
          <p:nvPr/>
        </p:nvSpPr>
        <p:spPr>
          <a:xfrm>
            <a:off x="4660428" y="3172747"/>
            <a:ext cx="33836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/>
              <a:t>「</a:t>
            </a:r>
            <a:r>
              <a:rPr lang="ja-JP" alt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変化</a:t>
            </a:r>
            <a:r>
              <a:rPr lang="ja-JP" altLang="en-US" sz="2400" dirty="0"/>
              <a:t>」させる要素</a:t>
            </a:r>
            <a:endParaRPr kumimoji="1" lang="ja-JP" altLang="en-US" sz="2400" dirty="0"/>
          </a:p>
        </p:txBody>
      </p:sp>
      <p:sp>
        <p:nvSpPr>
          <p:cNvPr id="38" name="四角形: 角を丸くする 37">
            <a:extLst>
              <a:ext uri="{FF2B5EF4-FFF2-40B4-BE49-F238E27FC236}">
                <a16:creationId xmlns:a16="http://schemas.microsoft.com/office/drawing/2014/main" id="{389C77F5-08CE-2CEA-B132-463C36E5B961}"/>
              </a:ext>
            </a:extLst>
          </p:cNvPr>
          <p:cNvSpPr/>
          <p:nvPr/>
        </p:nvSpPr>
        <p:spPr>
          <a:xfrm>
            <a:off x="1505677" y="1032522"/>
            <a:ext cx="1614710" cy="561755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アクション</a:t>
            </a:r>
          </a:p>
        </p:txBody>
      </p:sp>
      <p:sp>
        <p:nvSpPr>
          <p:cNvPr id="39" name="四角形: 角を丸くする 38">
            <a:extLst>
              <a:ext uri="{FF2B5EF4-FFF2-40B4-BE49-F238E27FC236}">
                <a16:creationId xmlns:a16="http://schemas.microsoft.com/office/drawing/2014/main" id="{0C70E234-3F16-5AE8-4EA5-B8D711DD74E5}"/>
              </a:ext>
            </a:extLst>
          </p:cNvPr>
          <p:cNvSpPr/>
          <p:nvPr/>
        </p:nvSpPr>
        <p:spPr>
          <a:xfrm>
            <a:off x="3191877" y="1037056"/>
            <a:ext cx="821477" cy="561755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敵</a:t>
            </a:r>
            <a:endParaRPr kumimoji="1" lang="ja-JP" altLang="en-US" dirty="0"/>
          </a:p>
        </p:txBody>
      </p:sp>
      <p:sp>
        <p:nvSpPr>
          <p:cNvPr id="40" name="四角形: 角を丸くする 39">
            <a:extLst>
              <a:ext uri="{FF2B5EF4-FFF2-40B4-BE49-F238E27FC236}">
                <a16:creationId xmlns:a16="http://schemas.microsoft.com/office/drawing/2014/main" id="{40013740-0E2D-3578-67CB-ADB28E17039D}"/>
              </a:ext>
            </a:extLst>
          </p:cNvPr>
          <p:cNvSpPr/>
          <p:nvPr/>
        </p:nvSpPr>
        <p:spPr>
          <a:xfrm>
            <a:off x="2272119" y="2064811"/>
            <a:ext cx="1614710" cy="56175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マップ</a:t>
            </a:r>
            <a:endParaRPr kumimoji="1" lang="ja-JP" altLang="en-US" dirty="0"/>
          </a:p>
        </p:txBody>
      </p:sp>
      <p:sp>
        <p:nvSpPr>
          <p:cNvPr id="41" name="四角形: 角を丸くする 40">
            <a:extLst>
              <a:ext uri="{FF2B5EF4-FFF2-40B4-BE49-F238E27FC236}">
                <a16:creationId xmlns:a16="http://schemas.microsoft.com/office/drawing/2014/main" id="{98A8BB54-950F-8978-F822-E8F90E24A3FE}"/>
              </a:ext>
            </a:extLst>
          </p:cNvPr>
          <p:cNvSpPr/>
          <p:nvPr/>
        </p:nvSpPr>
        <p:spPr>
          <a:xfrm>
            <a:off x="2293249" y="2779803"/>
            <a:ext cx="1614710" cy="561755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ソウル</a:t>
            </a:r>
          </a:p>
        </p:txBody>
      </p:sp>
      <p:sp>
        <p:nvSpPr>
          <p:cNvPr id="42" name="四角形: 角を丸くする 41">
            <a:extLst>
              <a:ext uri="{FF2B5EF4-FFF2-40B4-BE49-F238E27FC236}">
                <a16:creationId xmlns:a16="http://schemas.microsoft.com/office/drawing/2014/main" id="{32EC4607-3907-EB47-3B47-3814F4458EAC}"/>
              </a:ext>
            </a:extLst>
          </p:cNvPr>
          <p:cNvSpPr/>
          <p:nvPr/>
        </p:nvSpPr>
        <p:spPr>
          <a:xfrm>
            <a:off x="1886026" y="3399524"/>
            <a:ext cx="746937" cy="561755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剣技</a:t>
            </a:r>
            <a:endParaRPr kumimoji="1" lang="ja-JP" altLang="en-US" dirty="0"/>
          </a:p>
        </p:txBody>
      </p:sp>
      <p:sp>
        <p:nvSpPr>
          <p:cNvPr id="43" name="四角形: 角を丸くする 42">
            <a:extLst>
              <a:ext uri="{FF2B5EF4-FFF2-40B4-BE49-F238E27FC236}">
                <a16:creationId xmlns:a16="http://schemas.microsoft.com/office/drawing/2014/main" id="{C81C95E2-6CBF-D89D-5343-CD2E9CB4FC48}"/>
              </a:ext>
            </a:extLst>
          </p:cNvPr>
          <p:cNvSpPr/>
          <p:nvPr/>
        </p:nvSpPr>
        <p:spPr>
          <a:xfrm>
            <a:off x="2852593" y="3390286"/>
            <a:ext cx="1614710" cy="561755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チャーム</a:t>
            </a:r>
          </a:p>
        </p:txBody>
      </p:sp>
      <p:sp>
        <p:nvSpPr>
          <p:cNvPr id="46" name="四角形: 角を丸くする 45">
            <a:extLst>
              <a:ext uri="{FF2B5EF4-FFF2-40B4-BE49-F238E27FC236}">
                <a16:creationId xmlns:a16="http://schemas.microsoft.com/office/drawing/2014/main" id="{22189BC7-8253-E5B4-A078-C35262D575EF}"/>
              </a:ext>
            </a:extLst>
          </p:cNvPr>
          <p:cNvSpPr/>
          <p:nvPr/>
        </p:nvSpPr>
        <p:spPr>
          <a:xfrm>
            <a:off x="3374045" y="3978897"/>
            <a:ext cx="1172602" cy="56175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探索</a:t>
            </a:r>
          </a:p>
        </p:txBody>
      </p:sp>
      <p:sp>
        <p:nvSpPr>
          <p:cNvPr id="48" name="四角形: 角を丸くする 47">
            <a:extLst>
              <a:ext uri="{FF2B5EF4-FFF2-40B4-BE49-F238E27FC236}">
                <a16:creationId xmlns:a16="http://schemas.microsoft.com/office/drawing/2014/main" id="{7199FD4E-C975-54A8-EE83-B17F30CD3876}"/>
              </a:ext>
            </a:extLst>
          </p:cNvPr>
          <p:cNvSpPr/>
          <p:nvPr/>
        </p:nvSpPr>
        <p:spPr>
          <a:xfrm>
            <a:off x="1580972" y="3945899"/>
            <a:ext cx="1632437" cy="56175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闘技場</a:t>
            </a:r>
            <a:endParaRPr kumimoji="1" lang="ja-JP" altLang="en-US" dirty="0"/>
          </a:p>
        </p:txBody>
      </p:sp>
      <p:sp>
        <p:nvSpPr>
          <p:cNvPr id="49" name="四角形: 角を丸くする 48">
            <a:extLst>
              <a:ext uri="{FF2B5EF4-FFF2-40B4-BE49-F238E27FC236}">
                <a16:creationId xmlns:a16="http://schemas.microsoft.com/office/drawing/2014/main" id="{67902910-C64C-6C00-0DAD-84C9F8307C7F}"/>
              </a:ext>
            </a:extLst>
          </p:cNvPr>
          <p:cNvSpPr/>
          <p:nvPr/>
        </p:nvSpPr>
        <p:spPr>
          <a:xfrm>
            <a:off x="1097046" y="4549940"/>
            <a:ext cx="3866183" cy="56175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ボス・強化ボス・ボスラッシュ</a:t>
            </a:r>
            <a:endParaRPr kumimoji="1" lang="ja-JP" altLang="en-US" dirty="0"/>
          </a:p>
        </p:txBody>
      </p:sp>
      <p:sp>
        <p:nvSpPr>
          <p:cNvPr id="50" name="四角形: 角を丸くする 49">
            <a:extLst>
              <a:ext uri="{FF2B5EF4-FFF2-40B4-BE49-F238E27FC236}">
                <a16:creationId xmlns:a16="http://schemas.microsoft.com/office/drawing/2014/main" id="{1D2023F5-4BF6-F8B7-77DD-96F31449DCE4}"/>
              </a:ext>
            </a:extLst>
          </p:cNvPr>
          <p:cNvSpPr/>
          <p:nvPr/>
        </p:nvSpPr>
        <p:spPr>
          <a:xfrm>
            <a:off x="3444661" y="5218245"/>
            <a:ext cx="1434123" cy="369332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BGM</a:t>
            </a:r>
            <a:endParaRPr kumimoji="1" lang="ja-JP" altLang="en-US" dirty="0"/>
          </a:p>
        </p:txBody>
      </p:sp>
      <p:sp>
        <p:nvSpPr>
          <p:cNvPr id="51" name="四角形: 角を丸くする 50">
            <a:extLst>
              <a:ext uri="{FF2B5EF4-FFF2-40B4-BE49-F238E27FC236}">
                <a16:creationId xmlns:a16="http://schemas.microsoft.com/office/drawing/2014/main" id="{73B7287D-94DE-34BB-38D8-962A55727F72}"/>
              </a:ext>
            </a:extLst>
          </p:cNvPr>
          <p:cNvSpPr/>
          <p:nvPr/>
        </p:nvSpPr>
        <p:spPr>
          <a:xfrm>
            <a:off x="159234" y="6166034"/>
            <a:ext cx="2134015" cy="369332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復活システム</a:t>
            </a:r>
            <a:endParaRPr kumimoji="1" lang="ja-JP" altLang="en-US" dirty="0"/>
          </a:p>
        </p:txBody>
      </p:sp>
      <p:sp>
        <p:nvSpPr>
          <p:cNvPr id="52" name="四角形: 角を丸くする 51">
            <a:extLst>
              <a:ext uri="{FF2B5EF4-FFF2-40B4-BE49-F238E27FC236}">
                <a16:creationId xmlns:a16="http://schemas.microsoft.com/office/drawing/2014/main" id="{D5947874-3BB2-EEB2-F619-C7570609768F}"/>
              </a:ext>
            </a:extLst>
          </p:cNvPr>
          <p:cNvSpPr/>
          <p:nvPr/>
        </p:nvSpPr>
        <p:spPr>
          <a:xfrm>
            <a:off x="3444662" y="6147424"/>
            <a:ext cx="1518567" cy="439359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隠し通路</a:t>
            </a:r>
            <a:endParaRPr kumimoji="1" lang="ja-JP" altLang="en-US" dirty="0"/>
          </a:p>
        </p:txBody>
      </p:sp>
      <p:sp>
        <p:nvSpPr>
          <p:cNvPr id="53" name="四角形: 角を丸くする 52">
            <a:extLst>
              <a:ext uri="{FF2B5EF4-FFF2-40B4-BE49-F238E27FC236}">
                <a16:creationId xmlns:a16="http://schemas.microsoft.com/office/drawing/2014/main" id="{5A55605E-D78B-0D17-AD3C-A5A022F12EBE}"/>
              </a:ext>
            </a:extLst>
          </p:cNvPr>
          <p:cNvSpPr/>
          <p:nvPr/>
        </p:nvSpPr>
        <p:spPr>
          <a:xfrm>
            <a:off x="4701524" y="5659587"/>
            <a:ext cx="1208532" cy="506447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トラム</a:t>
            </a:r>
          </a:p>
        </p:txBody>
      </p:sp>
      <p:sp>
        <p:nvSpPr>
          <p:cNvPr id="54" name="四角形: 角を丸くする 53">
            <a:extLst>
              <a:ext uri="{FF2B5EF4-FFF2-40B4-BE49-F238E27FC236}">
                <a16:creationId xmlns:a16="http://schemas.microsoft.com/office/drawing/2014/main" id="{2B8CE8BF-F7D0-94AE-A6AD-FD0CBC820A55}"/>
              </a:ext>
            </a:extLst>
          </p:cNvPr>
          <p:cNvSpPr/>
          <p:nvPr/>
        </p:nvSpPr>
        <p:spPr>
          <a:xfrm>
            <a:off x="713684" y="5248262"/>
            <a:ext cx="2713372" cy="369332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夢見のエッセンス</a:t>
            </a:r>
          </a:p>
        </p:txBody>
      </p:sp>
      <p:sp>
        <p:nvSpPr>
          <p:cNvPr id="55" name="四角形: 角を丸くする 54">
            <a:extLst>
              <a:ext uri="{FF2B5EF4-FFF2-40B4-BE49-F238E27FC236}">
                <a16:creationId xmlns:a16="http://schemas.microsoft.com/office/drawing/2014/main" id="{C7F3877E-453C-BBAB-81C8-76FB4BA53342}"/>
              </a:ext>
            </a:extLst>
          </p:cNvPr>
          <p:cNvSpPr/>
          <p:nvPr/>
        </p:nvSpPr>
        <p:spPr>
          <a:xfrm>
            <a:off x="2210426" y="5674346"/>
            <a:ext cx="2450002" cy="439359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マルチエンディング</a:t>
            </a:r>
            <a:endParaRPr kumimoji="1" lang="ja-JP" altLang="en-US" dirty="0"/>
          </a:p>
        </p:txBody>
      </p:sp>
      <p:sp>
        <p:nvSpPr>
          <p:cNvPr id="56" name="四角形: 角を丸くする 55">
            <a:extLst>
              <a:ext uri="{FF2B5EF4-FFF2-40B4-BE49-F238E27FC236}">
                <a16:creationId xmlns:a16="http://schemas.microsoft.com/office/drawing/2014/main" id="{1109804B-CF04-636F-E7C1-34B9B1EDF23E}"/>
              </a:ext>
            </a:extLst>
          </p:cNvPr>
          <p:cNvSpPr/>
          <p:nvPr/>
        </p:nvSpPr>
        <p:spPr>
          <a:xfrm>
            <a:off x="536706" y="5666900"/>
            <a:ext cx="1696270" cy="44680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武器の強化</a:t>
            </a:r>
            <a:endParaRPr kumimoji="1" lang="ja-JP" altLang="en-US" dirty="0"/>
          </a:p>
        </p:txBody>
      </p:sp>
      <p:sp>
        <p:nvSpPr>
          <p:cNvPr id="57" name="四角形: 角を丸くする 56">
            <a:extLst>
              <a:ext uri="{FF2B5EF4-FFF2-40B4-BE49-F238E27FC236}">
                <a16:creationId xmlns:a16="http://schemas.microsoft.com/office/drawing/2014/main" id="{CE58C49E-7D9B-4440-8145-47A44F251B0F}"/>
              </a:ext>
            </a:extLst>
          </p:cNvPr>
          <p:cNvSpPr/>
          <p:nvPr/>
        </p:nvSpPr>
        <p:spPr>
          <a:xfrm>
            <a:off x="2313032" y="6200474"/>
            <a:ext cx="1114021" cy="369331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ジオ</a:t>
            </a:r>
          </a:p>
        </p:txBody>
      </p:sp>
      <p:sp>
        <p:nvSpPr>
          <p:cNvPr id="58" name="四角形: 角を丸くする 57">
            <a:extLst>
              <a:ext uri="{FF2B5EF4-FFF2-40B4-BE49-F238E27FC236}">
                <a16:creationId xmlns:a16="http://schemas.microsoft.com/office/drawing/2014/main" id="{0A09B768-8383-2CC3-6637-07E06483A7C0}"/>
              </a:ext>
            </a:extLst>
          </p:cNvPr>
          <p:cNvSpPr/>
          <p:nvPr/>
        </p:nvSpPr>
        <p:spPr>
          <a:xfrm>
            <a:off x="4984741" y="6169957"/>
            <a:ext cx="1297205" cy="439359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スタグ</a:t>
            </a:r>
            <a:endParaRPr kumimoji="1" lang="ja-JP" altLang="en-US" dirty="0"/>
          </a:p>
        </p:txBody>
      </p:sp>
      <p:pic>
        <p:nvPicPr>
          <p:cNvPr id="2048" name="図 2047">
            <a:extLst>
              <a:ext uri="{FF2B5EF4-FFF2-40B4-BE49-F238E27FC236}">
                <a16:creationId xmlns:a16="http://schemas.microsoft.com/office/drawing/2014/main" id="{C3210480-AB19-C1FC-47CD-16EEB98A6AE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8326" y="1111086"/>
            <a:ext cx="4139975" cy="1275182"/>
          </a:xfrm>
          <a:prstGeom prst="rect">
            <a:avLst/>
          </a:prstGeom>
        </p:spPr>
      </p:pic>
      <p:pic>
        <p:nvPicPr>
          <p:cNvPr id="2053" name="図 2052" descr="食品 が含まれている画像&#10;&#10;自動的に生成された説明">
            <a:extLst>
              <a:ext uri="{FF2B5EF4-FFF2-40B4-BE49-F238E27FC236}">
                <a16:creationId xmlns:a16="http://schemas.microsoft.com/office/drawing/2014/main" id="{80D72519-A1E2-5441-5FB0-B23CC5D3AEB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5626" y="3615674"/>
            <a:ext cx="3852241" cy="1462876"/>
          </a:xfrm>
          <a:prstGeom prst="rect">
            <a:avLst/>
          </a:prstGeom>
        </p:spPr>
      </p:pic>
      <p:pic>
        <p:nvPicPr>
          <p:cNvPr id="2055" name="図 2054">
            <a:extLst>
              <a:ext uri="{FF2B5EF4-FFF2-40B4-BE49-F238E27FC236}">
                <a16:creationId xmlns:a16="http://schemas.microsoft.com/office/drawing/2014/main" id="{BED651A4-5ADC-4882-7F63-B14E66F1AD4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8265" y="4507654"/>
            <a:ext cx="3145738" cy="1769477"/>
          </a:xfrm>
          <a:prstGeom prst="rect">
            <a:avLst/>
          </a:prstGeom>
        </p:spPr>
      </p:pic>
      <p:pic>
        <p:nvPicPr>
          <p:cNvPr id="2057" name="図 2056" descr="時計台の白黒写真&#10;&#10;中程度の精度で自動的に生成された説明">
            <a:extLst>
              <a:ext uri="{FF2B5EF4-FFF2-40B4-BE49-F238E27FC236}">
                <a16:creationId xmlns:a16="http://schemas.microsoft.com/office/drawing/2014/main" id="{DAA6893C-68D4-33D7-25A6-8636E972C8B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6671" y="4113181"/>
            <a:ext cx="3292764" cy="1852180"/>
          </a:xfrm>
          <a:prstGeom prst="rect">
            <a:avLst/>
          </a:prstGeom>
        </p:spPr>
      </p:pic>
      <p:pic>
        <p:nvPicPr>
          <p:cNvPr id="2059" name="図 2058" descr="電子機器, 回路 が含まれている画像&#10;&#10;自動的に生成された説明">
            <a:extLst>
              <a:ext uri="{FF2B5EF4-FFF2-40B4-BE49-F238E27FC236}">
                <a16:creationId xmlns:a16="http://schemas.microsoft.com/office/drawing/2014/main" id="{A55207AF-DFF4-A30A-5265-857EEC15834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9519" y="930938"/>
            <a:ext cx="4205631" cy="2365668"/>
          </a:xfrm>
          <a:prstGeom prst="rect">
            <a:avLst/>
          </a:prstGeom>
        </p:spPr>
      </p:pic>
      <p:pic>
        <p:nvPicPr>
          <p:cNvPr id="2061" name="図 2060" descr="背景パターン&#10;&#10;自動的に生成された説明">
            <a:extLst>
              <a:ext uri="{FF2B5EF4-FFF2-40B4-BE49-F238E27FC236}">
                <a16:creationId xmlns:a16="http://schemas.microsoft.com/office/drawing/2014/main" id="{13F97CC5-FA11-C2DC-40F8-D16884EC132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7439" y="898226"/>
            <a:ext cx="3458476" cy="3458476"/>
          </a:xfrm>
          <a:prstGeom prst="rect">
            <a:avLst/>
          </a:prstGeom>
        </p:spPr>
      </p:pic>
      <p:pic>
        <p:nvPicPr>
          <p:cNvPr id="62" name="図 61" descr="屋内, テーブル, 座る, 装飾 が含まれている画像&#10;&#10;自動的に生成された説明">
            <a:extLst>
              <a:ext uri="{FF2B5EF4-FFF2-40B4-BE49-F238E27FC236}">
                <a16:creationId xmlns:a16="http://schemas.microsoft.com/office/drawing/2014/main" id="{229A5984-FB6A-44A3-1AD1-17206689494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4307" y="860049"/>
            <a:ext cx="3766138" cy="2118453"/>
          </a:xfrm>
          <a:prstGeom prst="rect">
            <a:avLst/>
          </a:prstGeom>
        </p:spPr>
      </p:pic>
      <p:pic>
        <p:nvPicPr>
          <p:cNvPr id="2051" name="図 2050" descr="夜空の月の絵&#10;&#10;低い精度で自動的に生成された説明">
            <a:extLst>
              <a:ext uri="{FF2B5EF4-FFF2-40B4-BE49-F238E27FC236}">
                <a16:creationId xmlns:a16="http://schemas.microsoft.com/office/drawing/2014/main" id="{005226B7-0D4B-3B4C-A3FA-D8076122CB7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1093" y="1057489"/>
            <a:ext cx="3829179" cy="2867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851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20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20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20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0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0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20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0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0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20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cf7dc52-e7fd-40ed-9a07-11f6e05ef398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F25A8E2EECE2364DBF5A6ECC919CB978" ma:contentTypeVersion="14" ma:contentTypeDescription="新しいドキュメントを作成します。" ma:contentTypeScope="" ma:versionID="4b7f7b8718d77347cae64b667093e471">
  <xsd:schema xmlns:xsd="http://www.w3.org/2001/XMLSchema" xmlns:xs="http://www.w3.org/2001/XMLSchema" xmlns:p="http://schemas.microsoft.com/office/2006/metadata/properties" xmlns:ns3="1cf7dc52-e7fd-40ed-9a07-11f6e05ef398" xmlns:ns4="4c79e6a5-655a-42be-b0b8-48fff79ca815" targetNamespace="http://schemas.microsoft.com/office/2006/metadata/properties" ma:root="true" ma:fieldsID="831e15188a1a55b091b4384e1907ea97" ns3:_="" ns4:_="">
    <xsd:import namespace="1cf7dc52-e7fd-40ed-9a07-11f6e05ef398"/>
    <xsd:import namespace="4c79e6a5-655a-42be-b0b8-48fff79ca81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SearchProperties" minOccurs="0"/>
                <xsd:element ref="ns3:MediaServiceSystemTag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f7dc52-e7fd-40ed-9a07-11f6e05ef3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0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DateTaken" ma:index="21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79e6a5-655a-42be-b0b8-48fff79ca815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共有のヒントのハッシュ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AF0DE9F-CB6F-41A0-B09C-CA59893EA3E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291A88E-013B-490A-A32C-64A794F26E86}">
  <ds:schemaRefs>
    <ds:schemaRef ds:uri="http://purl.org/dc/terms/"/>
    <ds:schemaRef ds:uri="1cf7dc52-e7fd-40ed-9a07-11f6e05ef398"/>
    <ds:schemaRef ds:uri="http://schemas.microsoft.com/office/infopath/2007/PartnerControls"/>
    <ds:schemaRef ds:uri="http://purl.org/dc/elements/1.1/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4c79e6a5-655a-42be-b0b8-48fff79ca815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C7151362-641F-4A28-AFF8-3FE824CED78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f7dc52-e7fd-40ed-9a07-11f6e05ef398"/>
    <ds:schemaRef ds:uri="4c79e6a5-655a-42be-b0b8-48fff79ca81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70</Words>
  <Application>Microsoft Office PowerPoint</Application>
  <PresentationFormat>ワイド画面</PresentationFormat>
  <Paragraphs>25</Paragraphs>
  <Slides>2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THAT12D09345 安田晴人</dc:creator>
  <cp:lastModifiedBy>THAT12D09345 安田晴人</cp:lastModifiedBy>
  <cp:revision>2</cp:revision>
  <dcterms:created xsi:type="dcterms:W3CDTF">2024-05-14T04:35:04Z</dcterms:created>
  <dcterms:modified xsi:type="dcterms:W3CDTF">2024-05-21T09:39:00Z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0x010100F25A8E2EECE2364DBF5A6ECC919CB978</vt:lpwstr>
  </property>
</Properties>
</file>