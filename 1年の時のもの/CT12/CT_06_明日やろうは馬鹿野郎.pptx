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2" r:id="rId3"/>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3F9AAD-47F5-0A52-BB62-7DC218E05EB5}"/>
              </a:ext>
            </a:extLst>
          </p:cNvPr>
          <p:cNvSpPr>
            <a:spLocks noGrp="1"/>
          </p:cNvSpPr>
          <p:nvPr>
            <p:ph type="ctrTitle"/>
          </p:nvPr>
        </p:nvSpPr>
        <p:spPr>
          <a:xfrm>
            <a:off x="1143000" y="1122363"/>
            <a:ext cx="6858000" cy="2387600"/>
          </a:xfrm>
        </p:spPr>
        <p:txBody>
          <a:bodyPr anchor="b"/>
          <a:lstStyle>
            <a:lvl1pPr algn="ctr">
              <a:defRPr sz="45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70886BFB-A06D-1CDF-F6B8-FA0C8C868DBD}"/>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5559625-8DB1-7C7C-141D-483226AD8080}"/>
              </a:ext>
            </a:extLst>
          </p:cNvPr>
          <p:cNvSpPr>
            <a:spLocks noGrp="1"/>
          </p:cNvSpPr>
          <p:nvPr>
            <p:ph type="dt" sz="half" idx="10"/>
          </p:nvPr>
        </p:nvSpPr>
        <p:spPr/>
        <p:txBody>
          <a:bodyPr/>
          <a:lstStyle/>
          <a:p>
            <a:fld id="{EC202F5B-5CB5-4E81-A6B1-A608DFCAF218}" type="datetimeFigureOut">
              <a:rPr kumimoji="1" lang="ja-JP" altLang="en-US" smtClean="0"/>
              <a:t>2023/7/4</a:t>
            </a:fld>
            <a:endParaRPr kumimoji="1" lang="ja-JP" altLang="en-US"/>
          </a:p>
        </p:txBody>
      </p:sp>
      <p:sp>
        <p:nvSpPr>
          <p:cNvPr id="5" name="フッター プレースホルダー 4">
            <a:extLst>
              <a:ext uri="{FF2B5EF4-FFF2-40B4-BE49-F238E27FC236}">
                <a16:creationId xmlns:a16="http://schemas.microsoft.com/office/drawing/2014/main" id="{042B54EC-ED4C-4781-30EC-44D2AEE0BE1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88D03CA-3CED-5A43-AE00-4989BA4A4AA1}"/>
              </a:ext>
            </a:extLst>
          </p:cNvPr>
          <p:cNvSpPr>
            <a:spLocks noGrp="1"/>
          </p:cNvSpPr>
          <p:nvPr>
            <p:ph type="sldNum" sz="quarter" idx="12"/>
          </p:nvPr>
        </p:nvSpPr>
        <p:spPr/>
        <p:txBody>
          <a:bodyPr/>
          <a:lstStyle/>
          <a:p>
            <a:fld id="{32137A45-4D5E-4CFD-9631-7C50BFA059FE}" type="slidenum">
              <a:rPr kumimoji="1" lang="ja-JP" altLang="en-US" smtClean="0"/>
              <a:t>‹#›</a:t>
            </a:fld>
            <a:endParaRPr kumimoji="1" lang="ja-JP" altLang="en-US"/>
          </a:p>
        </p:txBody>
      </p:sp>
    </p:spTree>
    <p:extLst>
      <p:ext uri="{BB962C8B-B14F-4D97-AF65-F5344CB8AC3E}">
        <p14:creationId xmlns:p14="http://schemas.microsoft.com/office/powerpoint/2010/main" val="148879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B95EAE-7311-6468-E715-1C391D38A32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7763A26-A9C5-1E07-1A43-CB73771C17E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4A9668A-1C61-3D5B-6CEE-46C989957A3B}"/>
              </a:ext>
            </a:extLst>
          </p:cNvPr>
          <p:cNvSpPr>
            <a:spLocks noGrp="1"/>
          </p:cNvSpPr>
          <p:nvPr>
            <p:ph type="dt" sz="half" idx="10"/>
          </p:nvPr>
        </p:nvSpPr>
        <p:spPr/>
        <p:txBody>
          <a:bodyPr/>
          <a:lstStyle/>
          <a:p>
            <a:fld id="{EC202F5B-5CB5-4E81-A6B1-A608DFCAF218}" type="datetimeFigureOut">
              <a:rPr kumimoji="1" lang="ja-JP" altLang="en-US" smtClean="0"/>
              <a:t>2023/7/4</a:t>
            </a:fld>
            <a:endParaRPr kumimoji="1" lang="ja-JP" altLang="en-US"/>
          </a:p>
        </p:txBody>
      </p:sp>
      <p:sp>
        <p:nvSpPr>
          <p:cNvPr id="5" name="フッター プレースホルダー 4">
            <a:extLst>
              <a:ext uri="{FF2B5EF4-FFF2-40B4-BE49-F238E27FC236}">
                <a16:creationId xmlns:a16="http://schemas.microsoft.com/office/drawing/2014/main" id="{E8525FDE-A6E4-095E-D7DE-811499CEF55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52DF77F-5074-FF13-05FA-2064C6A090F1}"/>
              </a:ext>
            </a:extLst>
          </p:cNvPr>
          <p:cNvSpPr>
            <a:spLocks noGrp="1"/>
          </p:cNvSpPr>
          <p:nvPr>
            <p:ph type="sldNum" sz="quarter" idx="12"/>
          </p:nvPr>
        </p:nvSpPr>
        <p:spPr/>
        <p:txBody>
          <a:bodyPr/>
          <a:lstStyle/>
          <a:p>
            <a:fld id="{32137A45-4D5E-4CFD-9631-7C50BFA059FE}" type="slidenum">
              <a:rPr kumimoji="1" lang="ja-JP" altLang="en-US" smtClean="0"/>
              <a:t>‹#›</a:t>
            </a:fld>
            <a:endParaRPr kumimoji="1" lang="ja-JP" altLang="en-US"/>
          </a:p>
        </p:txBody>
      </p:sp>
    </p:spTree>
    <p:extLst>
      <p:ext uri="{BB962C8B-B14F-4D97-AF65-F5344CB8AC3E}">
        <p14:creationId xmlns:p14="http://schemas.microsoft.com/office/powerpoint/2010/main" val="4231519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9EEBB-999B-38F3-84BE-EE5BC74F01BD}"/>
              </a:ext>
            </a:extLst>
          </p:cNvPr>
          <p:cNvSpPr>
            <a:spLocks noGrp="1"/>
          </p:cNvSpPr>
          <p:nvPr>
            <p:ph type="title"/>
          </p:nvPr>
        </p:nvSpPr>
        <p:spPr>
          <a:xfrm>
            <a:off x="623888" y="1709739"/>
            <a:ext cx="7886700" cy="2852737"/>
          </a:xfrm>
        </p:spPr>
        <p:txBody>
          <a:bodyPr anchor="b"/>
          <a:lstStyle>
            <a:lvl1pPr>
              <a:defRPr sz="45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2276C6A-3A16-F79F-4BDA-8730DE0CD481}"/>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B4505865-D2A4-3376-4462-CFCE9FE6574E}"/>
              </a:ext>
            </a:extLst>
          </p:cNvPr>
          <p:cNvSpPr>
            <a:spLocks noGrp="1"/>
          </p:cNvSpPr>
          <p:nvPr>
            <p:ph type="dt" sz="half" idx="10"/>
          </p:nvPr>
        </p:nvSpPr>
        <p:spPr/>
        <p:txBody>
          <a:bodyPr/>
          <a:lstStyle/>
          <a:p>
            <a:fld id="{EC202F5B-5CB5-4E81-A6B1-A608DFCAF218}" type="datetimeFigureOut">
              <a:rPr kumimoji="1" lang="ja-JP" altLang="en-US" smtClean="0"/>
              <a:t>2023/7/4</a:t>
            </a:fld>
            <a:endParaRPr kumimoji="1" lang="ja-JP" altLang="en-US"/>
          </a:p>
        </p:txBody>
      </p:sp>
      <p:sp>
        <p:nvSpPr>
          <p:cNvPr id="5" name="フッター プレースホルダー 4">
            <a:extLst>
              <a:ext uri="{FF2B5EF4-FFF2-40B4-BE49-F238E27FC236}">
                <a16:creationId xmlns:a16="http://schemas.microsoft.com/office/drawing/2014/main" id="{66AE1DBD-3DE1-259E-0CFF-B811F42EE20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ED28C8B-FA13-18B8-B99D-1E83B85A9360}"/>
              </a:ext>
            </a:extLst>
          </p:cNvPr>
          <p:cNvSpPr>
            <a:spLocks noGrp="1"/>
          </p:cNvSpPr>
          <p:nvPr>
            <p:ph type="sldNum" sz="quarter" idx="12"/>
          </p:nvPr>
        </p:nvSpPr>
        <p:spPr/>
        <p:txBody>
          <a:bodyPr/>
          <a:lstStyle/>
          <a:p>
            <a:fld id="{32137A45-4D5E-4CFD-9631-7C50BFA059FE}" type="slidenum">
              <a:rPr kumimoji="1" lang="ja-JP" altLang="en-US" smtClean="0"/>
              <a:t>‹#›</a:t>
            </a:fld>
            <a:endParaRPr kumimoji="1" lang="ja-JP" altLang="en-US"/>
          </a:p>
        </p:txBody>
      </p:sp>
    </p:spTree>
    <p:extLst>
      <p:ext uri="{BB962C8B-B14F-4D97-AF65-F5344CB8AC3E}">
        <p14:creationId xmlns:p14="http://schemas.microsoft.com/office/powerpoint/2010/main" val="937745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BBB18F-A4C6-8AE8-8058-131343B70DC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96A3C0A-F704-7455-25BA-1398A4ABF052}"/>
              </a:ext>
            </a:extLst>
          </p:cNvPr>
          <p:cNvSpPr>
            <a:spLocks noGrp="1"/>
          </p:cNvSpPr>
          <p:nvPr>
            <p:ph sz="half" idx="1"/>
          </p:nvPr>
        </p:nvSpPr>
        <p:spPr>
          <a:xfrm>
            <a:off x="628650" y="1825625"/>
            <a:ext cx="38862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E836674A-7F37-2DDF-6E6E-2996E6CE6E8F}"/>
              </a:ext>
            </a:extLst>
          </p:cNvPr>
          <p:cNvSpPr>
            <a:spLocks noGrp="1"/>
          </p:cNvSpPr>
          <p:nvPr>
            <p:ph sz="half" idx="2"/>
          </p:nvPr>
        </p:nvSpPr>
        <p:spPr>
          <a:xfrm>
            <a:off x="4629150" y="1825625"/>
            <a:ext cx="38862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6995035B-30F7-B3D7-B57C-D146A761ABD5}"/>
              </a:ext>
            </a:extLst>
          </p:cNvPr>
          <p:cNvSpPr>
            <a:spLocks noGrp="1"/>
          </p:cNvSpPr>
          <p:nvPr>
            <p:ph type="dt" sz="half" idx="10"/>
          </p:nvPr>
        </p:nvSpPr>
        <p:spPr/>
        <p:txBody>
          <a:bodyPr/>
          <a:lstStyle/>
          <a:p>
            <a:fld id="{EC202F5B-5CB5-4E81-A6B1-A608DFCAF218}" type="datetimeFigureOut">
              <a:rPr kumimoji="1" lang="ja-JP" altLang="en-US" smtClean="0"/>
              <a:t>2023/7/4</a:t>
            </a:fld>
            <a:endParaRPr kumimoji="1" lang="ja-JP" altLang="en-US"/>
          </a:p>
        </p:txBody>
      </p:sp>
      <p:sp>
        <p:nvSpPr>
          <p:cNvPr id="6" name="フッター プレースホルダー 5">
            <a:extLst>
              <a:ext uri="{FF2B5EF4-FFF2-40B4-BE49-F238E27FC236}">
                <a16:creationId xmlns:a16="http://schemas.microsoft.com/office/drawing/2014/main" id="{A1DA8077-62E0-652A-C410-7D3D2B771D4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F7BF278-D028-F463-4E57-D26CB8D5BF8D}"/>
              </a:ext>
            </a:extLst>
          </p:cNvPr>
          <p:cNvSpPr>
            <a:spLocks noGrp="1"/>
          </p:cNvSpPr>
          <p:nvPr>
            <p:ph type="sldNum" sz="quarter" idx="12"/>
          </p:nvPr>
        </p:nvSpPr>
        <p:spPr/>
        <p:txBody>
          <a:bodyPr/>
          <a:lstStyle/>
          <a:p>
            <a:fld id="{32137A45-4D5E-4CFD-9631-7C50BFA059FE}" type="slidenum">
              <a:rPr kumimoji="1" lang="ja-JP" altLang="en-US" smtClean="0"/>
              <a:t>‹#›</a:t>
            </a:fld>
            <a:endParaRPr kumimoji="1" lang="ja-JP" altLang="en-US"/>
          </a:p>
        </p:txBody>
      </p:sp>
    </p:spTree>
    <p:extLst>
      <p:ext uri="{BB962C8B-B14F-4D97-AF65-F5344CB8AC3E}">
        <p14:creationId xmlns:p14="http://schemas.microsoft.com/office/powerpoint/2010/main" val="4161437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F38D56-0A47-DA7A-AA9F-2E0748307358}"/>
              </a:ext>
            </a:extLst>
          </p:cNvPr>
          <p:cNvSpPr>
            <a:spLocks noGrp="1"/>
          </p:cNvSpPr>
          <p:nvPr>
            <p:ph type="title"/>
          </p:nvPr>
        </p:nvSpPr>
        <p:spPr>
          <a:xfrm>
            <a:off x="629841" y="365126"/>
            <a:ext cx="78867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7EC46CA-544C-CD33-74C2-324DB91D8C6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26107E2-6CD1-0BB6-4919-4A1AC47F226A}"/>
              </a:ext>
            </a:extLst>
          </p:cNvPr>
          <p:cNvSpPr>
            <a:spLocks noGrp="1"/>
          </p:cNvSpPr>
          <p:nvPr>
            <p:ph sz="half" idx="2"/>
          </p:nvPr>
        </p:nvSpPr>
        <p:spPr>
          <a:xfrm>
            <a:off x="629842" y="2505075"/>
            <a:ext cx="3868340"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60C71762-9D52-44C8-9228-8E660A7D26F5}"/>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6046314A-90AF-47DA-446E-8D1BE291689A}"/>
              </a:ext>
            </a:extLst>
          </p:cNvPr>
          <p:cNvSpPr>
            <a:spLocks noGrp="1"/>
          </p:cNvSpPr>
          <p:nvPr>
            <p:ph sz="quarter" idx="4"/>
          </p:nvPr>
        </p:nvSpPr>
        <p:spPr>
          <a:xfrm>
            <a:off x="4629150" y="2505075"/>
            <a:ext cx="3887391"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BFF3401-7C0B-1D7B-76DF-A740F86F87CE}"/>
              </a:ext>
            </a:extLst>
          </p:cNvPr>
          <p:cNvSpPr>
            <a:spLocks noGrp="1"/>
          </p:cNvSpPr>
          <p:nvPr>
            <p:ph type="dt" sz="half" idx="10"/>
          </p:nvPr>
        </p:nvSpPr>
        <p:spPr/>
        <p:txBody>
          <a:bodyPr/>
          <a:lstStyle/>
          <a:p>
            <a:fld id="{EC202F5B-5CB5-4E81-A6B1-A608DFCAF218}" type="datetimeFigureOut">
              <a:rPr kumimoji="1" lang="ja-JP" altLang="en-US" smtClean="0"/>
              <a:t>2023/7/4</a:t>
            </a:fld>
            <a:endParaRPr kumimoji="1" lang="ja-JP" altLang="en-US"/>
          </a:p>
        </p:txBody>
      </p:sp>
      <p:sp>
        <p:nvSpPr>
          <p:cNvPr id="8" name="フッター プレースホルダー 7">
            <a:extLst>
              <a:ext uri="{FF2B5EF4-FFF2-40B4-BE49-F238E27FC236}">
                <a16:creationId xmlns:a16="http://schemas.microsoft.com/office/drawing/2014/main" id="{45E15CB2-366C-0538-D49C-563052FABF26}"/>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393DF2D8-0F16-77DC-A0A4-2C64121A76B1}"/>
              </a:ext>
            </a:extLst>
          </p:cNvPr>
          <p:cNvSpPr>
            <a:spLocks noGrp="1"/>
          </p:cNvSpPr>
          <p:nvPr>
            <p:ph type="sldNum" sz="quarter" idx="12"/>
          </p:nvPr>
        </p:nvSpPr>
        <p:spPr/>
        <p:txBody>
          <a:bodyPr/>
          <a:lstStyle/>
          <a:p>
            <a:fld id="{32137A45-4D5E-4CFD-9631-7C50BFA059FE}" type="slidenum">
              <a:rPr kumimoji="1" lang="ja-JP" altLang="en-US" smtClean="0"/>
              <a:t>‹#›</a:t>
            </a:fld>
            <a:endParaRPr kumimoji="1" lang="ja-JP" altLang="en-US"/>
          </a:p>
        </p:txBody>
      </p:sp>
    </p:spTree>
    <p:extLst>
      <p:ext uri="{BB962C8B-B14F-4D97-AF65-F5344CB8AC3E}">
        <p14:creationId xmlns:p14="http://schemas.microsoft.com/office/powerpoint/2010/main" val="550721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896BD6-A39E-4412-5FD9-DCF3A0623956}"/>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19F3E99-89ED-B472-D645-248765203F6D}"/>
              </a:ext>
            </a:extLst>
          </p:cNvPr>
          <p:cNvSpPr>
            <a:spLocks noGrp="1"/>
          </p:cNvSpPr>
          <p:nvPr>
            <p:ph type="dt" sz="half" idx="10"/>
          </p:nvPr>
        </p:nvSpPr>
        <p:spPr/>
        <p:txBody>
          <a:bodyPr/>
          <a:lstStyle/>
          <a:p>
            <a:fld id="{EC202F5B-5CB5-4E81-A6B1-A608DFCAF218}" type="datetimeFigureOut">
              <a:rPr kumimoji="1" lang="ja-JP" altLang="en-US" smtClean="0"/>
              <a:t>2023/7/4</a:t>
            </a:fld>
            <a:endParaRPr kumimoji="1" lang="ja-JP" altLang="en-US"/>
          </a:p>
        </p:txBody>
      </p:sp>
      <p:sp>
        <p:nvSpPr>
          <p:cNvPr id="4" name="フッター プレースホルダー 3">
            <a:extLst>
              <a:ext uri="{FF2B5EF4-FFF2-40B4-BE49-F238E27FC236}">
                <a16:creationId xmlns:a16="http://schemas.microsoft.com/office/drawing/2014/main" id="{97AC9C45-0726-CA15-2FF8-60AC19BAD9F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B13AB0C-D867-BB1C-AE04-31FEB225FB5E}"/>
              </a:ext>
            </a:extLst>
          </p:cNvPr>
          <p:cNvSpPr>
            <a:spLocks noGrp="1"/>
          </p:cNvSpPr>
          <p:nvPr>
            <p:ph type="sldNum" sz="quarter" idx="12"/>
          </p:nvPr>
        </p:nvSpPr>
        <p:spPr/>
        <p:txBody>
          <a:bodyPr/>
          <a:lstStyle/>
          <a:p>
            <a:fld id="{32137A45-4D5E-4CFD-9631-7C50BFA059FE}" type="slidenum">
              <a:rPr kumimoji="1" lang="ja-JP" altLang="en-US" smtClean="0"/>
              <a:t>‹#›</a:t>
            </a:fld>
            <a:endParaRPr kumimoji="1" lang="ja-JP" altLang="en-US"/>
          </a:p>
        </p:txBody>
      </p:sp>
    </p:spTree>
    <p:extLst>
      <p:ext uri="{BB962C8B-B14F-4D97-AF65-F5344CB8AC3E}">
        <p14:creationId xmlns:p14="http://schemas.microsoft.com/office/powerpoint/2010/main" val="978092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89F71864-34CA-CA5F-8E19-6880F00D72DA}"/>
              </a:ext>
            </a:extLst>
          </p:cNvPr>
          <p:cNvSpPr>
            <a:spLocks noGrp="1"/>
          </p:cNvSpPr>
          <p:nvPr>
            <p:ph type="dt" sz="half" idx="10"/>
          </p:nvPr>
        </p:nvSpPr>
        <p:spPr/>
        <p:txBody>
          <a:bodyPr/>
          <a:lstStyle/>
          <a:p>
            <a:fld id="{EC202F5B-5CB5-4E81-A6B1-A608DFCAF218}" type="datetimeFigureOut">
              <a:rPr kumimoji="1" lang="ja-JP" altLang="en-US" smtClean="0"/>
              <a:t>2023/7/4</a:t>
            </a:fld>
            <a:endParaRPr kumimoji="1" lang="ja-JP" altLang="en-US"/>
          </a:p>
        </p:txBody>
      </p:sp>
      <p:sp>
        <p:nvSpPr>
          <p:cNvPr id="3" name="フッター プレースホルダー 2">
            <a:extLst>
              <a:ext uri="{FF2B5EF4-FFF2-40B4-BE49-F238E27FC236}">
                <a16:creationId xmlns:a16="http://schemas.microsoft.com/office/drawing/2014/main" id="{FC8E03B4-88D0-1825-8346-1C62A0B3AD4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E3DEA63-05F7-E745-01AC-E67F9E530524}"/>
              </a:ext>
            </a:extLst>
          </p:cNvPr>
          <p:cNvSpPr>
            <a:spLocks noGrp="1"/>
          </p:cNvSpPr>
          <p:nvPr>
            <p:ph type="sldNum" sz="quarter" idx="12"/>
          </p:nvPr>
        </p:nvSpPr>
        <p:spPr/>
        <p:txBody>
          <a:bodyPr/>
          <a:lstStyle/>
          <a:p>
            <a:fld id="{32137A45-4D5E-4CFD-9631-7C50BFA059FE}" type="slidenum">
              <a:rPr kumimoji="1" lang="ja-JP" altLang="en-US" smtClean="0"/>
              <a:t>‹#›</a:t>
            </a:fld>
            <a:endParaRPr kumimoji="1" lang="ja-JP" altLang="en-US"/>
          </a:p>
        </p:txBody>
      </p:sp>
    </p:spTree>
    <p:extLst>
      <p:ext uri="{BB962C8B-B14F-4D97-AF65-F5344CB8AC3E}">
        <p14:creationId xmlns:p14="http://schemas.microsoft.com/office/powerpoint/2010/main" val="582011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65D3C4-D5BF-9BCF-67B3-BD2E9F6E6AD9}"/>
              </a:ext>
            </a:extLst>
          </p:cNvPr>
          <p:cNvSpPr>
            <a:spLocks noGrp="1"/>
          </p:cNvSpPr>
          <p:nvPr>
            <p:ph type="title"/>
          </p:nvPr>
        </p:nvSpPr>
        <p:spPr>
          <a:xfrm>
            <a:off x="629841" y="457200"/>
            <a:ext cx="2949178" cy="1600200"/>
          </a:xfrm>
        </p:spPr>
        <p:txBody>
          <a:bodyPr anchor="b"/>
          <a:lstStyle>
            <a:lvl1pPr>
              <a:defRPr sz="24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83DC05A-1D01-E91A-64F1-F1669B7EEE17}"/>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5B43FC-1CE0-2EFB-1FE2-DCEE389E1163}"/>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E71BFD7-D078-14EA-7B1F-1B326C90B451}"/>
              </a:ext>
            </a:extLst>
          </p:cNvPr>
          <p:cNvSpPr>
            <a:spLocks noGrp="1"/>
          </p:cNvSpPr>
          <p:nvPr>
            <p:ph type="dt" sz="half" idx="10"/>
          </p:nvPr>
        </p:nvSpPr>
        <p:spPr/>
        <p:txBody>
          <a:bodyPr/>
          <a:lstStyle/>
          <a:p>
            <a:fld id="{EC202F5B-5CB5-4E81-A6B1-A608DFCAF218}" type="datetimeFigureOut">
              <a:rPr kumimoji="1" lang="ja-JP" altLang="en-US" smtClean="0"/>
              <a:t>2023/7/4</a:t>
            </a:fld>
            <a:endParaRPr kumimoji="1" lang="ja-JP" altLang="en-US"/>
          </a:p>
        </p:txBody>
      </p:sp>
      <p:sp>
        <p:nvSpPr>
          <p:cNvPr id="6" name="フッター プレースホルダー 5">
            <a:extLst>
              <a:ext uri="{FF2B5EF4-FFF2-40B4-BE49-F238E27FC236}">
                <a16:creationId xmlns:a16="http://schemas.microsoft.com/office/drawing/2014/main" id="{DA124677-386E-1DCB-E6B5-1C8671AC752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DA59904-D81E-8E00-65AD-52B9ED5F1399}"/>
              </a:ext>
            </a:extLst>
          </p:cNvPr>
          <p:cNvSpPr>
            <a:spLocks noGrp="1"/>
          </p:cNvSpPr>
          <p:nvPr>
            <p:ph type="sldNum" sz="quarter" idx="12"/>
          </p:nvPr>
        </p:nvSpPr>
        <p:spPr/>
        <p:txBody>
          <a:bodyPr/>
          <a:lstStyle/>
          <a:p>
            <a:fld id="{32137A45-4D5E-4CFD-9631-7C50BFA059FE}" type="slidenum">
              <a:rPr kumimoji="1" lang="ja-JP" altLang="en-US" smtClean="0"/>
              <a:t>‹#›</a:t>
            </a:fld>
            <a:endParaRPr kumimoji="1" lang="ja-JP" altLang="en-US"/>
          </a:p>
        </p:txBody>
      </p:sp>
    </p:spTree>
    <p:extLst>
      <p:ext uri="{BB962C8B-B14F-4D97-AF65-F5344CB8AC3E}">
        <p14:creationId xmlns:p14="http://schemas.microsoft.com/office/powerpoint/2010/main" val="141654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D68A7E-8EAA-1104-DD32-F56AB3C93218}"/>
              </a:ext>
            </a:extLst>
          </p:cNvPr>
          <p:cNvSpPr>
            <a:spLocks noGrp="1"/>
          </p:cNvSpPr>
          <p:nvPr>
            <p:ph type="title"/>
          </p:nvPr>
        </p:nvSpPr>
        <p:spPr>
          <a:xfrm>
            <a:off x="629841" y="457200"/>
            <a:ext cx="2949178" cy="1600200"/>
          </a:xfrm>
        </p:spPr>
        <p:txBody>
          <a:bodyPr anchor="b"/>
          <a:lstStyle>
            <a:lvl1pPr>
              <a:defRPr sz="24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9DC15383-4518-DABA-0F08-C20696009772}"/>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kumimoji="1" lang="ja-JP" altLang="en-US"/>
          </a:p>
        </p:txBody>
      </p:sp>
      <p:sp>
        <p:nvSpPr>
          <p:cNvPr id="4" name="テキスト プレースホルダー 3">
            <a:extLst>
              <a:ext uri="{FF2B5EF4-FFF2-40B4-BE49-F238E27FC236}">
                <a16:creationId xmlns:a16="http://schemas.microsoft.com/office/drawing/2014/main" id="{02C521D8-84BB-4BAE-C620-136556B9B21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CFBDB4B-28BF-C1C2-AD51-FCAADCE8C34A}"/>
              </a:ext>
            </a:extLst>
          </p:cNvPr>
          <p:cNvSpPr>
            <a:spLocks noGrp="1"/>
          </p:cNvSpPr>
          <p:nvPr>
            <p:ph type="dt" sz="half" idx="10"/>
          </p:nvPr>
        </p:nvSpPr>
        <p:spPr/>
        <p:txBody>
          <a:bodyPr/>
          <a:lstStyle/>
          <a:p>
            <a:fld id="{EC202F5B-5CB5-4E81-A6B1-A608DFCAF218}" type="datetimeFigureOut">
              <a:rPr kumimoji="1" lang="ja-JP" altLang="en-US" smtClean="0"/>
              <a:t>2023/7/4</a:t>
            </a:fld>
            <a:endParaRPr kumimoji="1" lang="ja-JP" altLang="en-US"/>
          </a:p>
        </p:txBody>
      </p:sp>
      <p:sp>
        <p:nvSpPr>
          <p:cNvPr id="6" name="フッター プレースホルダー 5">
            <a:extLst>
              <a:ext uri="{FF2B5EF4-FFF2-40B4-BE49-F238E27FC236}">
                <a16:creationId xmlns:a16="http://schemas.microsoft.com/office/drawing/2014/main" id="{2050E6A1-CB88-A9F8-1FC9-6B80A80E371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C7A5327-1638-06AA-B0D9-F3B12F9FF9B3}"/>
              </a:ext>
            </a:extLst>
          </p:cNvPr>
          <p:cNvSpPr>
            <a:spLocks noGrp="1"/>
          </p:cNvSpPr>
          <p:nvPr>
            <p:ph type="sldNum" sz="quarter" idx="12"/>
          </p:nvPr>
        </p:nvSpPr>
        <p:spPr/>
        <p:txBody>
          <a:bodyPr/>
          <a:lstStyle/>
          <a:p>
            <a:fld id="{32137A45-4D5E-4CFD-9631-7C50BFA059FE}" type="slidenum">
              <a:rPr kumimoji="1" lang="ja-JP" altLang="en-US" smtClean="0"/>
              <a:t>‹#›</a:t>
            </a:fld>
            <a:endParaRPr kumimoji="1" lang="ja-JP" altLang="en-US"/>
          </a:p>
        </p:txBody>
      </p:sp>
    </p:spTree>
    <p:extLst>
      <p:ext uri="{BB962C8B-B14F-4D97-AF65-F5344CB8AC3E}">
        <p14:creationId xmlns:p14="http://schemas.microsoft.com/office/powerpoint/2010/main" val="1239317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3DFDE4-0F3A-35F3-93A4-3CB1DA6CC3A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0419C7C-3759-CA56-1E84-BEAC4B57AB82}"/>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DBC6A89-DD5E-AEA2-B08C-06CF06F836BA}"/>
              </a:ext>
            </a:extLst>
          </p:cNvPr>
          <p:cNvSpPr>
            <a:spLocks noGrp="1"/>
          </p:cNvSpPr>
          <p:nvPr>
            <p:ph type="dt" sz="half" idx="10"/>
          </p:nvPr>
        </p:nvSpPr>
        <p:spPr/>
        <p:txBody>
          <a:bodyPr/>
          <a:lstStyle/>
          <a:p>
            <a:fld id="{EC202F5B-5CB5-4E81-A6B1-A608DFCAF218}" type="datetimeFigureOut">
              <a:rPr kumimoji="1" lang="ja-JP" altLang="en-US" smtClean="0"/>
              <a:t>2023/7/4</a:t>
            </a:fld>
            <a:endParaRPr kumimoji="1" lang="ja-JP" altLang="en-US"/>
          </a:p>
        </p:txBody>
      </p:sp>
      <p:sp>
        <p:nvSpPr>
          <p:cNvPr id="5" name="フッター プレースホルダー 4">
            <a:extLst>
              <a:ext uri="{FF2B5EF4-FFF2-40B4-BE49-F238E27FC236}">
                <a16:creationId xmlns:a16="http://schemas.microsoft.com/office/drawing/2014/main" id="{B140D1A7-1C6D-CD54-F457-48EE0FE4307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2998D1C-95AE-9E92-DB89-3D5F05F310FF}"/>
              </a:ext>
            </a:extLst>
          </p:cNvPr>
          <p:cNvSpPr>
            <a:spLocks noGrp="1"/>
          </p:cNvSpPr>
          <p:nvPr>
            <p:ph type="sldNum" sz="quarter" idx="12"/>
          </p:nvPr>
        </p:nvSpPr>
        <p:spPr/>
        <p:txBody>
          <a:bodyPr/>
          <a:lstStyle/>
          <a:p>
            <a:fld id="{32137A45-4D5E-4CFD-9631-7C50BFA059FE}" type="slidenum">
              <a:rPr kumimoji="1" lang="ja-JP" altLang="en-US" smtClean="0"/>
              <a:t>‹#›</a:t>
            </a:fld>
            <a:endParaRPr kumimoji="1" lang="ja-JP" altLang="en-US"/>
          </a:p>
        </p:txBody>
      </p:sp>
    </p:spTree>
    <p:extLst>
      <p:ext uri="{BB962C8B-B14F-4D97-AF65-F5344CB8AC3E}">
        <p14:creationId xmlns:p14="http://schemas.microsoft.com/office/powerpoint/2010/main" val="3444135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BED2E69-83BB-06B5-8D49-AECAC18081F4}"/>
              </a:ext>
            </a:extLst>
          </p:cNvPr>
          <p:cNvSpPr>
            <a:spLocks noGrp="1"/>
          </p:cNvSpPr>
          <p:nvPr>
            <p:ph type="title" orient="vert"/>
          </p:nvPr>
        </p:nvSpPr>
        <p:spPr>
          <a:xfrm>
            <a:off x="6543675" y="365125"/>
            <a:ext cx="1971675"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B13E704-9386-4795-0D65-013AC98DEF09}"/>
              </a:ext>
            </a:extLst>
          </p:cNvPr>
          <p:cNvSpPr>
            <a:spLocks noGrp="1"/>
          </p:cNvSpPr>
          <p:nvPr>
            <p:ph type="body" orient="vert" idx="1"/>
          </p:nvPr>
        </p:nvSpPr>
        <p:spPr>
          <a:xfrm>
            <a:off x="628650" y="365125"/>
            <a:ext cx="5800725"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8849903-628A-E98D-E475-F5BE99C957CD}"/>
              </a:ext>
            </a:extLst>
          </p:cNvPr>
          <p:cNvSpPr>
            <a:spLocks noGrp="1"/>
          </p:cNvSpPr>
          <p:nvPr>
            <p:ph type="dt" sz="half" idx="10"/>
          </p:nvPr>
        </p:nvSpPr>
        <p:spPr/>
        <p:txBody>
          <a:bodyPr/>
          <a:lstStyle/>
          <a:p>
            <a:fld id="{EC202F5B-5CB5-4E81-A6B1-A608DFCAF218}" type="datetimeFigureOut">
              <a:rPr kumimoji="1" lang="ja-JP" altLang="en-US" smtClean="0"/>
              <a:t>2023/7/4</a:t>
            </a:fld>
            <a:endParaRPr kumimoji="1" lang="ja-JP" altLang="en-US"/>
          </a:p>
        </p:txBody>
      </p:sp>
      <p:sp>
        <p:nvSpPr>
          <p:cNvPr id="5" name="フッター プレースホルダー 4">
            <a:extLst>
              <a:ext uri="{FF2B5EF4-FFF2-40B4-BE49-F238E27FC236}">
                <a16:creationId xmlns:a16="http://schemas.microsoft.com/office/drawing/2014/main" id="{2255ECB0-3EF4-8D73-DCE4-BC8B801C044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B79FF05-853B-0EDE-08C0-B29DC19F2EA3}"/>
              </a:ext>
            </a:extLst>
          </p:cNvPr>
          <p:cNvSpPr>
            <a:spLocks noGrp="1"/>
          </p:cNvSpPr>
          <p:nvPr>
            <p:ph type="sldNum" sz="quarter" idx="12"/>
          </p:nvPr>
        </p:nvSpPr>
        <p:spPr/>
        <p:txBody>
          <a:bodyPr/>
          <a:lstStyle/>
          <a:p>
            <a:fld id="{32137A45-4D5E-4CFD-9631-7C50BFA059FE}" type="slidenum">
              <a:rPr kumimoji="1" lang="ja-JP" altLang="en-US" smtClean="0"/>
              <a:t>‹#›</a:t>
            </a:fld>
            <a:endParaRPr kumimoji="1" lang="ja-JP" altLang="en-US"/>
          </a:p>
        </p:txBody>
      </p:sp>
    </p:spTree>
    <p:extLst>
      <p:ext uri="{BB962C8B-B14F-4D97-AF65-F5344CB8AC3E}">
        <p14:creationId xmlns:p14="http://schemas.microsoft.com/office/powerpoint/2010/main" val="1224476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D21684B-9654-577E-5B68-26B9BA0F3C1F}"/>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EA742E3-8E1D-29B1-6E57-2A3C26B9237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48F9611-D488-2AF6-1C92-E4C070BFB02F}"/>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EC202F5B-5CB5-4E81-A6B1-A608DFCAF218}" type="datetimeFigureOut">
              <a:rPr kumimoji="1" lang="ja-JP" altLang="en-US" smtClean="0"/>
              <a:t>2023/7/4</a:t>
            </a:fld>
            <a:endParaRPr kumimoji="1" lang="ja-JP" altLang="en-US"/>
          </a:p>
        </p:txBody>
      </p:sp>
      <p:sp>
        <p:nvSpPr>
          <p:cNvPr id="5" name="フッター プレースホルダー 4">
            <a:extLst>
              <a:ext uri="{FF2B5EF4-FFF2-40B4-BE49-F238E27FC236}">
                <a16:creationId xmlns:a16="http://schemas.microsoft.com/office/drawing/2014/main" id="{42525BB2-DCFB-A6FB-84D1-29697488D180}"/>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F4A574FB-8E7E-D84C-A263-0F07185AA15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2137A45-4D5E-4CFD-9631-7C50BFA059FE}" type="slidenum">
              <a:rPr kumimoji="1" lang="ja-JP" altLang="en-US" smtClean="0"/>
              <a:t>‹#›</a:t>
            </a:fld>
            <a:endParaRPr kumimoji="1" lang="ja-JP" altLang="en-US"/>
          </a:p>
        </p:txBody>
      </p:sp>
    </p:spTree>
    <p:extLst>
      <p:ext uri="{BB962C8B-B14F-4D97-AF65-F5344CB8AC3E}">
        <p14:creationId xmlns:p14="http://schemas.microsoft.com/office/powerpoint/2010/main" val="26593712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60CECDA-6701-27F8-1BC2-7184F6F69D33}"/>
              </a:ext>
            </a:extLst>
          </p:cNvPr>
          <p:cNvSpPr>
            <a:spLocks noGrp="1"/>
          </p:cNvSpPr>
          <p:nvPr>
            <p:ph type="title"/>
          </p:nvPr>
        </p:nvSpPr>
        <p:spPr/>
        <p:txBody>
          <a:bodyPr/>
          <a:lstStyle/>
          <a:p>
            <a:r>
              <a:rPr kumimoji="1" lang="ja-JP" altLang="en-US" sz="3600">
                <a:ea typeface="游ゴシック Light"/>
              </a:rPr>
              <a:t>課題</a:t>
            </a:r>
            <a:r>
              <a:rPr lang="ja-JP" altLang="en-US" sz="3600">
                <a:ea typeface="游ゴシック Light"/>
              </a:rPr>
              <a:t>06</a:t>
            </a:r>
            <a:br>
              <a:rPr lang="ja-JP" altLang="en-US" sz="3600">
                <a:ea typeface="游ゴシック Light"/>
              </a:rPr>
            </a:br>
            <a:r>
              <a:rPr kumimoji="1" lang="ja-JP" altLang="en-US" sz="3600">
                <a:ea typeface="游ゴシック Light"/>
              </a:rPr>
              <a:t>主題「こんな新アイテムが欲しい」</a:t>
            </a:r>
            <a:endParaRPr lang="ja-JP" altLang="en-US" sz="3600">
              <a:ea typeface="游ゴシック Light"/>
            </a:endParaRPr>
          </a:p>
        </p:txBody>
      </p:sp>
      <p:sp>
        <p:nvSpPr>
          <p:cNvPr id="3" name="コンテンツ プレースホルダー 2">
            <a:extLst>
              <a:ext uri="{FF2B5EF4-FFF2-40B4-BE49-F238E27FC236}">
                <a16:creationId xmlns:a16="http://schemas.microsoft.com/office/drawing/2014/main" id="{1AB87C7C-58F6-1006-FE03-924B0843F5D7}"/>
              </a:ext>
            </a:extLst>
          </p:cNvPr>
          <p:cNvSpPr>
            <a:spLocks noGrp="1"/>
          </p:cNvSpPr>
          <p:nvPr>
            <p:ph idx="1"/>
          </p:nvPr>
        </p:nvSpPr>
        <p:spPr/>
        <p:txBody>
          <a:bodyPr vert="horz" lIns="68580" tIns="34290" rIns="68580" bIns="34290" rtlCol="0" anchor="t">
            <a:normAutofit/>
          </a:bodyPr>
          <a:lstStyle/>
          <a:p>
            <a:r>
              <a:rPr lang="ja-JP" sz="2400">
                <a:ea typeface="游ゴシック"/>
              </a:rPr>
              <a:t>グループ「明日やろうは馬鹿野郎」</a:t>
            </a:r>
            <a:endParaRPr lang="ja-JP" altLang="en-US" sz="2400">
              <a:ea typeface="游ゴシック"/>
            </a:endParaRPr>
          </a:p>
          <a:p>
            <a:pPr marL="0" indent="0">
              <a:buNone/>
            </a:pPr>
            <a:r>
              <a:rPr lang="ja-JP" sz="1800">
                <a:ea typeface="游ゴシック"/>
              </a:rPr>
              <a:t>リーダー：安田　晴人</a:t>
            </a:r>
          </a:p>
          <a:p>
            <a:pPr marL="0" indent="0">
              <a:buNone/>
            </a:pPr>
            <a:r>
              <a:rPr lang="ja-JP" sz="1800">
                <a:latin typeface="Calibri"/>
                <a:ea typeface="游ゴシック"/>
                <a:cs typeface="Calibri"/>
              </a:rPr>
              <a:t>  </a:t>
            </a:r>
            <a:r>
              <a:rPr lang="ja-JP" sz="1800">
                <a:ea typeface="游ゴシック"/>
              </a:rPr>
              <a:t>・鶴崎　有人</a:t>
            </a:r>
          </a:p>
          <a:p>
            <a:pPr marL="0" indent="0">
              <a:buNone/>
            </a:pPr>
            <a:r>
              <a:rPr lang="ja-JP" sz="1800">
                <a:latin typeface="Calibri"/>
                <a:ea typeface="游ゴシック"/>
                <a:cs typeface="Calibri"/>
              </a:rPr>
              <a:t>  </a:t>
            </a:r>
            <a:r>
              <a:rPr lang="ja-JP" sz="1800">
                <a:ea typeface="游ゴシック"/>
              </a:rPr>
              <a:t>・ブランブレッド　隆治</a:t>
            </a:r>
          </a:p>
          <a:p>
            <a:pPr marL="0" indent="0">
              <a:buNone/>
            </a:pPr>
            <a:r>
              <a:rPr lang="ja-JP" sz="1800">
                <a:latin typeface="Calibri"/>
                <a:ea typeface="游ゴシック"/>
                <a:cs typeface="Calibri"/>
              </a:rPr>
              <a:t>  </a:t>
            </a:r>
            <a:r>
              <a:rPr lang="ja-JP" sz="1800">
                <a:ea typeface="游ゴシック"/>
              </a:rPr>
              <a:t>・森　颯人</a:t>
            </a:r>
          </a:p>
          <a:p>
            <a:pPr marL="0" indent="0">
              <a:buNone/>
            </a:pPr>
            <a:r>
              <a:rPr lang="ja-JP" sz="1800">
                <a:latin typeface="Calibri"/>
                <a:ea typeface="游ゴシック"/>
                <a:cs typeface="Calibri"/>
              </a:rPr>
              <a:t>  </a:t>
            </a:r>
            <a:r>
              <a:rPr lang="ja-JP" sz="1800">
                <a:ea typeface="游ゴシック"/>
              </a:rPr>
              <a:t>・山崎　帝虎</a:t>
            </a:r>
          </a:p>
          <a:p>
            <a:pPr marL="0" indent="0">
              <a:buNone/>
            </a:pPr>
            <a:r>
              <a:rPr lang="ja-JP" sz="1800">
                <a:latin typeface="Calibri"/>
                <a:ea typeface="游ゴシック"/>
                <a:cs typeface="Calibri"/>
              </a:rPr>
              <a:t>  </a:t>
            </a:r>
            <a:r>
              <a:rPr lang="ja-JP" sz="1800">
                <a:ea typeface="游ゴシック"/>
              </a:rPr>
              <a:t>・ユー　ホイワン</a:t>
            </a:r>
          </a:p>
          <a:p>
            <a:pPr marL="0" indent="0">
              <a:buNone/>
            </a:pPr>
            <a:r>
              <a:rPr lang="ja-JP" sz="1800">
                <a:latin typeface="Calibri"/>
                <a:ea typeface="游ゴシック"/>
                <a:cs typeface="Calibri"/>
              </a:rPr>
              <a:t>  </a:t>
            </a:r>
            <a:r>
              <a:rPr lang="ja-JP" sz="1800">
                <a:ea typeface="游ゴシック"/>
              </a:rPr>
              <a:t>・吉田　楓真</a:t>
            </a:r>
          </a:p>
          <a:p>
            <a:pPr marL="0" indent="0">
              <a:buNone/>
            </a:pPr>
            <a:r>
              <a:rPr lang="ja-JP" sz="1800">
                <a:latin typeface="Calibri"/>
                <a:ea typeface="游ゴシック"/>
                <a:cs typeface="Calibri"/>
              </a:rPr>
              <a:t>  </a:t>
            </a:r>
            <a:r>
              <a:rPr lang="ja-JP" sz="1800">
                <a:ea typeface="游ゴシック"/>
              </a:rPr>
              <a:t>・楽巌寺　時意</a:t>
            </a:r>
          </a:p>
          <a:p>
            <a:pPr marL="0" indent="0">
              <a:buNone/>
            </a:pPr>
            <a:r>
              <a:rPr lang="ja-JP" sz="1800">
                <a:latin typeface="Calibri"/>
                <a:ea typeface="游ゴシック"/>
                <a:cs typeface="Calibri"/>
              </a:rPr>
              <a:t>  </a:t>
            </a:r>
            <a:r>
              <a:rPr lang="ja-JP" sz="1800">
                <a:ea typeface="游ゴシック"/>
              </a:rPr>
              <a:t>・劉　錦成</a:t>
            </a:r>
          </a:p>
          <a:p>
            <a:pPr marL="0" indent="0">
              <a:buNone/>
            </a:pPr>
            <a:r>
              <a:rPr lang="ja-JP" sz="1800">
                <a:latin typeface="Calibri"/>
                <a:ea typeface="游ゴシック"/>
                <a:cs typeface="Calibri"/>
              </a:rPr>
              <a:t>  </a:t>
            </a:r>
            <a:r>
              <a:rPr lang="ja-JP" sz="1800">
                <a:ea typeface="游ゴシック"/>
              </a:rPr>
              <a:t>・渡辺　開斗</a:t>
            </a:r>
            <a:endParaRPr lang="ja-JP" sz="1800"/>
          </a:p>
          <a:p>
            <a:endParaRPr lang="ja-JP" altLang="en-US">
              <a:ea typeface="游ゴシック"/>
            </a:endParaRPr>
          </a:p>
        </p:txBody>
      </p:sp>
    </p:spTree>
    <p:extLst>
      <p:ext uri="{BB962C8B-B14F-4D97-AF65-F5344CB8AC3E}">
        <p14:creationId xmlns:p14="http://schemas.microsoft.com/office/powerpoint/2010/main" val="1363212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A24EA9-CB9B-67F1-F2B8-739BA753134D}"/>
              </a:ext>
            </a:extLst>
          </p:cNvPr>
          <p:cNvSpPr>
            <a:spLocks noGrp="1"/>
          </p:cNvSpPr>
          <p:nvPr>
            <p:ph type="title"/>
          </p:nvPr>
        </p:nvSpPr>
        <p:spPr>
          <a:xfrm>
            <a:off x="447032" y="7014191"/>
            <a:ext cx="7886700" cy="1325563"/>
          </a:xfrm>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76018EEA-B415-7CFF-51AC-B4F8E00E2BA3}"/>
              </a:ext>
            </a:extLst>
          </p:cNvPr>
          <p:cNvSpPr>
            <a:spLocks noGrp="1"/>
          </p:cNvSpPr>
          <p:nvPr>
            <p:ph idx="1"/>
          </p:nvPr>
        </p:nvSpPr>
        <p:spPr>
          <a:xfrm>
            <a:off x="579169" y="125533"/>
            <a:ext cx="7886700" cy="6379602"/>
          </a:xfrm>
        </p:spPr>
        <p:txBody>
          <a:bodyPr vert="horz" lIns="91440" tIns="45720" rIns="91440" bIns="45720" rtlCol="0" anchor="t">
            <a:noAutofit/>
          </a:bodyPr>
          <a:lstStyle/>
          <a:p>
            <a:r>
              <a:rPr lang="ja-JP" sz="1000" dirty="0">
                <a:ea typeface="+mn-lt"/>
                <a:cs typeface="+mn-lt"/>
              </a:rPr>
              <a:t>薄いけど長持ちする紙電池が欲しい</a:t>
            </a:r>
            <a:endParaRPr lang="ja-JP" altLang="en-US" sz="1000" dirty="0"/>
          </a:p>
          <a:p>
            <a:r>
              <a:rPr lang="ja-JP" sz="1000" dirty="0">
                <a:ea typeface="+mn-lt"/>
                <a:cs typeface="+mn-lt"/>
              </a:rPr>
              <a:t>水中でも使えるし、寒いところでも使える紙電池が欲しい</a:t>
            </a:r>
            <a:endParaRPr lang="ja-JP" sz="1000" dirty="0"/>
          </a:p>
          <a:p>
            <a:r>
              <a:rPr lang="ja-JP" sz="1000" dirty="0">
                <a:ea typeface="+mn-lt"/>
                <a:cs typeface="+mn-lt"/>
              </a:rPr>
              <a:t>防水性でルーズリーフみたいに持ち運べる紙電池が欲しい</a:t>
            </a:r>
            <a:r>
              <a:rPr lang="ja-JP" altLang="en-US" sz="1000" dirty="0">
                <a:ea typeface="+mn-lt"/>
                <a:cs typeface="+mn-lt"/>
              </a:rPr>
              <a:t> </a:t>
            </a:r>
            <a:endParaRPr lang="ja-JP" sz="1000" dirty="0"/>
          </a:p>
          <a:p>
            <a:r>
              <a:rPr lang="ja-JP" sz="1000" dirty="0">
                <a:ea typeface="+mn-lt"/>
                <a:cs typeface="+mn-lt"/>
              </a:rPr>
              <a:t>小分けに出来て付箋みたいに貼ってはがせる紙電池が欲しい</a:t>
            </a:r>
            <a:r>
              <a:rPr lang="ja-JP" altLang="en-US" sz="1000" dirty="0">
                <a:ea typeface="+mn-lt"/>
                <a:cs typeface="+mn-lt"/>
              </a:rPr>
              <a:t> </a:t>
            </a:r>
            <a:endParaRPr lang="ja-JP" sz="1000" dirty="0"/>
          </a:p>
          <a:p>
            <a:r>
              <a:rPr lang="ja-JP" sz="1000" dirty="0">
                <a:ea typeface="+mn-lt"/>
                <a:cs typeface="+mn-lt"/>
              </a:rPr>
              <a:t>耐久性が普通の紙電池より高い紙電池が欲しい</a:t>
            </a:r>
            <a:r>
              <a:rPr lang="ja-JP" altLang="en-US" sz="1000" dirty="0">
                <a:ea typeface="+mn-lt"/>
                <a:cs typeface="+mn-lt"/>
              </a:rPr>
              <a:t> </a:t>
            </a:r>
            <a:endParaRPr lang="ja-JP" sz="1000" dirty="0"/>
          </a:p>
          <a:p>
            <a:r>
              <a:rPr lang="ja-JP" sz="1000" dirty="0">
                <a:ea typeface="+mn-lt"/>
                <a:cs typeface="+mn-lt"/>
              </a:rPr>
              <a:t>環境負荷を最小限に抑えられる紙電池が欲しい</a:t>
            </a:r>
            <a:r>
              <a:rPr lang="ja-JP" altLang="en-US" sz="1000" dirty="0">
                <a:ea typeface="+mn-lt"/>
                <a:cs typeface="+mn-lt"/>
              </a:rPr>
              <a:t> </a:t>
            </a:r>
            <a:endParaRPr lang="ja-JP" sz="1000" dirty="0"/>
          </a:p>
          <a:p>
            <a:r>
              <a:rPr lang="ja-JP" sz="1000" dirty="0">
                <a:ea typeface="+mn-lt"/>
                <a:cs typeface="+mn-lt"/>
              </a:rPr>
              <a:t>ちぎって二つに分けれて冷凍することで保存できる紙電池が欲しい</a:t>
            </a:r>
            <a:r>
              <a:rPr lang="ja-JP" altLang="en-US" sz="1000" dirty="0">
                <a:ea typeface="+mn-lt"/>
                <a:cs typeface="+mn-lt"/>
              </a:rPr>
              <a:t> </a:t>
            </a:r>
            <a:endParaRPr lang="ja-JP" sz="1000" dirty="0"/>
          </a:p>
          <a:p>
            <a:r>
              <a:rPr lang="ja-JP" sz="1000" dirty="0">
                <a:ea typeface="+mn-lt"/>
                <a:cs typeface="+mn-lt"/>
              </a:rPr>
              <a:t>ちぎって分けれて使い終わったらトイレットペーパーとして使える紙電池が欲しい</a:t>
            </a:r>
            <a:r>
              <a:rPr lang="ja-JP" altLang="en-US" sz="1000" dirty="0">
                <a:ea typeface="+mn-lt"/>
                <a:cs typeface="+mn-lt"/>
              </a:rPr>
              <a:t> </a:t>
            </a:r>
            <a:endParaRPr lang="ja-JP" sz="1000" dirty="0"/>
          </a:p>
          <a:p>
            <a:r>
              <a:rPr lang="ja-JP" sz="1000" dirty="0">
                <a:ea typeface="+mn-lt"/>
                <a:cs typeface="+mn-lt"/>
              </a:rPr>
              <a:t>ちぎって二つに分けても長時間使用できる紙電池が欲しい</a:t>
            </a:r>
            <a:r>
              <a:rPr lang="ja-JP" altLang="en-US" sz="1000" dirty="0">
                <a:ea typeface="+mn-lt"/>
                <a:cs typeface="+mn-lt"/>
              </a:rPr>
              <a:t> </a:t>
            </a:r>
            <a:endParaRPr lang="ja-JP" sz="1000" dirty="0"/>
          </a:p>
          <a:p>
            <a:r>
              <a:rPr lang="ja-JP" sz="1000" dirty="0">
                <a:ea typeface="+mn-lt"/>
                <a:cs typeface="+mn-lt"/>
              </a:rPr>
              <a:t>太陽光で発電出来て停電時にも使用できる紙電池が欲しい</a:t>
            </a:r>
            <a:r>
              <a:rPr lang="ja-JP" altLang="en-US" sz="1000" dirty="0">
                <a:ea typeface="+mn-lt"/>
                <a:cs typeface="+mn-lt"/>
              </a:rPr>
              <a:t> </a:t>
            </a:r>
            <a:endParaRPr lang="ja-JP" sz="1000" dirty="0"/>
          </a:p>
          <a:p>
            <a:r>
              <a:rPr lang="ja-JP" sz="1000" dirty="0">
                <a:ea typeface="+mn-lt"/>
                <a:cs typeface="+mn-lt"/>
              </a:rPr>
              <a:t>水中でも使えて、残りの残量がリアルタイムでわかる紙電池が欲しい</a:t>
            </a:r>
            <a:r>
              <a:rPr lang="ja-JP" altLang="en-US" sz="1000" dirty="0">
                <a:ea typeface="+mn-lt"/>
                <a:cs typeface="+mn-lt"/>
              </a:rPr>
              <a:t> </a:t>
            </a:r>
            <a:endParaRPr lang="ja-JP" sz="1000" dirty="0"/>
          </a:p>
          <a:p>
            <a:r>
              <a:rPr lang="ja-JP" sz="1000" dirty="0">
                <a:ea typeface="+mn-lt"/>
                <a:cs typeface="+mn-lt"/>
              </a:rPr>
              <a:t>冷凍をすることで長期保存が可能で、お弁当を温めることができる紙電池が欲しい</a:t>
            </a:r>
            <a:r>
              <a:rPr lang="ja-JP" altLang="en-US" sz="1000" dirty="0">
                <a:ea typeface="+mn-lt"/>
                <a:cs typeface="+mn-lt"/>
              </a:rPr>
              <a:t> </a:t>
            </a:r>
            <a:endParaRPr lang="ja-JP" sz="1000" dirty="0"/>
          </a:p>
          <a:p>
            <a:r>
              <a:rPr lang="ja-JP" sz="1000" dirty="0">
                <a:ea typeface="+mn-lt"/>
                <a:cs typeface="+mn-lt"/>
              </a:rPr>
              <a:t>晴れの日でも雨の日でも天気にかかわらず発電できる紙電池が欲しい</a:t>
            </a:r>
            <a:endParaRPr lang="ja-JP" sz="1000" dirty="0"/>
          </a:p>
          <a:p>
            <a:r>
              <a:rPr lang="ja-JP" sz="1000" dirty="0">
                <a:ea typeface="+mn-lt"/>
                <a:cs typeface="+mn-lt"/>
              </a:rPr>
              <a:t>水中で使用できて使い方が書いてある紙電池が欲しい</a:t>
            </a:r>
            <a:endParaRPr lang="ja-JP" sz="1000" dirty="0"/>
          </a:p>
          <a:p>
            <a:r>
              <a:rPr lang="ja-JP" sz="1000" dirty="0">
                <a:ea typeface="+mn-lt"/>
                <a:cs typeface="+mn-lt"/>
              </a:rPr>
              <a:t>汗で発電出来て飲み物を冷やすのに使える紙電池</a:t>
            </a:r>
            <a:r>
              <a:rPr lang="ja-JP" altLang="en-US" sz="1000" dirty="0">
                <a:ea typeface="+mn-lt"/>
                <a:cs typeface="+mn-lt"/>
              </a:rPr>
              <a:t> </a:t>
            </a:r>
            <a:endParaRPr lang="ja-JP" sz="1000" dirty="0"/>
          </a:p>
          <a:p>
            <a:r>
              <a:rPr lang="ja-JP" sz="1000" dirty="0">
                <a:ea typeface="+mn-lt"/>
                <a:cs typeface="+mn-lt"/>
              </a:rPr>
              <a:t>電卓に使用して、使い終わったらそのまま計算用紙になる紙電池が欲しい</a:t>
            </a:r>
            <a:r>
              <a:rPr lang="ja-JP" altLang="en-US" sz="1000" dirty="0">
                <a:ea typeface="+mn-lt"/>
                <a:cs typeface="+mn-lt"/>
              </a:rPr>
              <a:t> </a:t>
            </a:r>
            <a:endParaRPr lang="ja-JP" sz="1000" dirty="0"/>
          </a:p>
          <a:p>
            <a:r>
              <a:rPr lang="ja-JP" sz="1000" dirty="0">
                <a:ea typeface="+mn-lt"/>
                <a:cs typeface="+mn-lt"/>
              </a:rPr>
              <a:t>遭難したときに無線機の非常用バッテリーに使用できる紙電池が欲しい</a:t>
            </a:r>
            <a:r>
              <a:rPr lang="ja-JP" altLang="en-US" sz="1000" dirty="0">
                <a:ea typeface="+mn-lt"/>
                <a:cs typeface="+mn-lt"/>
              </a:rPr>
              <a:t> </a:t>
            </a:r>
            <a:endParaRPr lang="ja-JP" sz="1000" dirty="0"/>
          </a:p>
          <a:p>
            <a:r>
              <a:rPr lang="ja-JP" sz="1000" dirty="0">
                <a:ea typeface="+mn-lt"/>
                <a:cs typeface="+mn-lt"/>
              </a:rPr>
              <a:t>釣りの電動ルアーに使える紙電池が欲しい</a:t>
            </a:r>
            <a:endParaRPr lang="ja-JP" sz="1000" dirty="0"/>
          </a:p>
          <a:p>
            <a:r>
              <a:rPr lang="ja-JP" sz="1000" dirty="0">
                <a:ea typeface="+mn-lt"/>
                <a:cs typeface="+mn-lt"/>
              </a:rPr>
              <a:t>ドローンに使えるほど強力かつ軽い紙電池が欲しい</a:t>
            </a:r>
            <a:r>
              <a:rPr lang="ja-JP" altLang="en-US" sz="1000" dirty="0">
                <a:ea typeface="+mn-lt"/>
                <a:cs typeface="+mn-lt"/>
              </a:rPr>
              <a:t> </a:t>
            </a:r>
            <a:endParaRPr lang="ja-JP" sz="1000" dirty="0"/>
          </a:p>
          <a:p>
            <a:r>
              <a:rPr lang="ja-JP" sz="1000" dirty="0">
                <a:ea typeface="+mn-lt"/>
                <a:cs typeface="+mn-lt"/>
              </a:rPr>
              <a:t>温度調節機能持ち破れにくい紙電池が欲しい</a:t>
            </a:r>
            <a:r>
              <a:rPr lang="ja-JP" altLang="en-US" sz="1000" dirty="0">
                <a:ea typeface="+mn-lt"/>
                <a:cs typeface="+mn-lt"/>
              </a:rPr>
              <a:t> </a:t>
            </a:r>
            <a:endParaRPr lang="ja-JP" sz="1000" dirty="0"/>
          </a:p>
          <a:p>
            <a:r>
              <a:rPr lang="ja-JP" sz="1000" dirty="0">
                <a:ea typeface="+mn-lt"/>
                <a:cs typeface="+mn-lt"/>
              </a:rPr>
              <a:t>粘着力強くて水以外でも作動させる紙電池が欲しい</a:t>
            </a:r>
            <a:r>
              <a:rPr lang="ja-JP" altLang="en-US" sz="1000" dirty="0">
                <a:ea typeface="+mn-lt"/>
                <a:cs typeface="+mn-lt"/>
              </a:rPr>
              <a:t> </a:t>
            </a:r>
            <a:endParaRPr lang="en-US" altLang="ja-JP" sz="1050" dirty="0">
              <a:ea typeface="Meiryo UI"/>
            </a:endParaRPr>
          </a:p>
          <a:p>
            <a:pPr>
              <a:lnSpc>
                <a:spcPct val="200000"/>
              </a:lnSpc>
              <a:spcBef>
                <a:spcPts val="0"/>
              </a:spcBef>
            </a:pPr>
            <a:r>
              <a:rPr lang="ja-JP" sz="1000" dirty="0">
                <a:ea typeface="游ゴシック"/>
              </a:rPr>
              <a:t>スマホに充電できる紙電池が欲しい</a:t>
            </a:r>
            <a:endParaRPr lang="en-US" altLang="ja-JP" sz="1000" dirty="0">
              <a:ea typeface="Meiryo UI"/>
            </a:endParaRPr>
          </a:p>
          <a:p>
            <a:pPr>
              <a:lnSpc>
                <a:spcPct val="150000"/>
              </a:lnSpc>
              <a:spcBef>
                <a:spcPts val="0"/>
              </a:spcBef>
            </a:pPr>
            <a:r>
              <a:rPr lang="ja-JP" sz="1000" dirty="0">
                <a:ea typeface="游ゴシック"/>
              </a:rPr>
              <a:t>小さいゲーム機に使える紙電池が欲しい</a:t>
            </a:r>
            <a:endParaRPr lang="en-US" altLang="ja-JP" sz="1000" dirty="0">
              <a:ea typeface="Meiryo UI"/>
            </a:endParaRPr>
          </a:p>
          <a:p>
            <a:pPr marL="0" indent="0">
              <a:buNone/>
            </a:pPr>
            <a:endParaRPr lang="ja-JP" altLang="en-US" sz="1200" dirty="0">
              <a:ea typeface="游ゴシック"/>
            </a:endParaRPr>
          </a:p>
          <a:p>
            <a:pPr marL="0" indent="0">
              <a:buNone/>
            </a:pPr>
            <a:endParaRPr lang="ja-JP" sz="1050" dirty="0">
              <a:ea typeface="游ゴシック"/>
            </a:endParaRPr>
          </a:p>
        </p:txBody>
      </p:sp>
    </p:spTree>
    <p:extLst>
      <p:ext uri="{BB962C8B-B14F-4D97-AF65-F5344CB8AC3E}">
        <p14:creationId xmlns:p14="http://schemas.microsoft.com/office/powerpoint/2010/main" val="232081824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344</Words>
  <Application>Microsoft Office PowerPoint</Application>
  <PresentationFormat>画面に合わせる (4:3)</PresentationFormat>
  <Paragraphs>35</Paragraphs>
  <Slides>2</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vt:i4>
      </vt:variant>
    </vt:vector>
  </HeadingPairs>
  <TitlesOfParts>
    <vt:vector size="7" baseType="lpstr">
      <vt:lpstr>游ゴシック</vt:lpstr>
      <vt:lpstr>游ゴシック Light</vt:lpstr>
      <vt:lpstr>Arial</vt:lpstr>
      <vt:lpstr>Calibri</vt:lpstr>
      <vt:lpstr>Office テーマ</vt:lpstr>
      <vt:lpstr>課題06 主題「こんな新アイテムが欲しい」</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楽巌寺 時意</dc:creator>
  <cp:lastModifiedBy>THS23 安田晴人</cp:lastModifiedBy>
  <cp:revision>94</cp:revision>
  <dcterms:created xsi:type="dcterms:W3CDTF">2023-06-29T03:08:44Z</dcterms:created>
  <dcterms:modified xsi:type="dcterms:W3CDTF">2023-07-04T07:28:28Z</dcterms:modified>
</cp:coreProperties>
</file>