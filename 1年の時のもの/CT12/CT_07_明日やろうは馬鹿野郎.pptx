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26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824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104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725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60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00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187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2113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2289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41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0605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377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361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2DEB56-F025-8316-B196-FEDADF9A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34" y="258648"/>
            <a:ext cx="5869830" cy="727189"/>
          </a:xfrm>
          <a:ln w="28575">
            <a:solidFill>
              <a:srgbClr val="00B0F0"/>
            </a:solidFill>
          </a:ln>
        </p:spPr>
        <p:txBody>
          <a:bodyPr>
            <a:normAutofit/>
          </a:bodyPr>
          <a:lstStyle/>
          <a:p>
            <a:r>
              <a:rPr lang="ja-JP" altLang="en-US" sz="1938" dirty="0">
                <a:ea typeface="游ゴシック Light"/>
              </a:rPr>
              <a:t>企画名：</a:t>
            </a:r>
            <a:r>
              <a:rPr lang="ja-JP" altLang="en-US" sz="1600" dirty="0">
                <a:solidFill>
                  <a:srgbClr val="C00000"/>
                </a:solidFill>
                <a:highlight>
                  <a:srgbClr val="FFFF00"/>
                </a:highlight>
                <a:latin typeface="游ゴシック"/>
                <a:ea typeface="游ゴシック"/>
              </a:rPr>
              <a:t>小分けに出来て付箋みたいに貼ってはがせる紙電池</a:t>
            </a:r>
            <a:endParaRPr lang="ja-JP" altLang="en-US" sz="1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225675-E301-D3D5-BF08-E95BC217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43" y="1308544"/>
            <a:ext cx="6455782" cy="3854904"/>
          </a:xfrm>
          <a:ln w="28575">
            <a:solidFill>
              <a:srgbClr val="00B0F0"/>
            </a:solidFill>
          </a:ln>
        </p:spPr>
        <p:txBody>
          <a:bodyPr vert="horz" lIns="63305" tIns="31652" rIns="63305" bIns="31652" rtlCol="0" anchor="t">
            <a:normAutofit/>
          </a:bodyPr>
          <a:lstStyle/>
          <a:p>
            <a:pPr marL="0" indent="0">
              <a:buNone/>
            </a:pPr>
            <a:r>
              <a:rPr lang="ja-JP" altLang="en-US" sz="1800" dirty="0">
                <a:ea typeface="游ゴシック"/>
              </a:rPr>
              <a:t>キャッチコピー：</a:t>
            </a:r>
            <a:r>
              <a:rPr lang="ja-JP" altLang="en-US" sz="1800" u="sng" dirty="0">
                <a:ea typeface="游ゴシック"/>
              </a:rPr>
              <a:t>貼って剥がせる未来の紙電池‼</a:t>
            </a:r>
            <a:endParaRPr lang="en-US" altLang="ja-JP" sz="1800" u="sng" dirty="0">
              <a:ea typeface="游ゴシック"/>
              <a:cs typeface="Calibri"/>
            </a:endParaRPr>
          </a:p>
          <a:p>
            <a:pPr marL="0" indent="0">
              <a:buNone/>
            </a:pPr>
            <a:r>
              <a:rPr lang="ja-JP" altLang="en-US" dirty="0">
                <a:ea typeface="游ゴシック"/>
              </a:rPr>
              <a:t>　　　　</a:t>
            </a:r>
            <a:endParaRPr lang="en-US" altLang="ja-JP" dirty="0">
              <a:ea typeface="游ゴシック"/>
            </a:endParaRP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>
                <a:ea typeface="游ゴシック"/>
              </a:rPr>
              <a:t>　　　　　　　　</a:t>
            </a:r>
            <a:endParaRPr lang="ja-JP" altLang="en-US" dirty="0">
              <a:ea typeface="游ゴシック"/>
              <a:cs typeface="Calibri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BAF525-2FDC-9BC1-DEFA-119AE7EFE764}"/>
              </a:ext>
            </a:extLst>
          </p:cNvPr>
          <p:cNvSpPr txBox="1"/>
          <p:nvPr/>
        </p:nvSpPr>
        <p:spPr>
          <a:xfrm>
            <a:off x="145043" y="5238026"/>
            <a:ext cx="2377035" cy="319849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63305" tIns="31652" rIns="63305" bIns="31652" rtlCol="0" anchor="t">
            <a:spAutoFit/>
          </a:bodyPr>
          <a:lstStyle/>
          <a:p>
            <a:r>
              <a:rPr kumimoji="1" lang="ja-JP" altLang="en-US" sz="1246" dirty="0">
                <a:ea typeface="游ゴシック"/>
              </a:rPr>
              <a:t>　</a:t>
            </a:r>
            <a:r>
              <a:rPr kumimoji="1" lang="ja-JP" altLang="en-US" dirty="0">
                <a:ea typeface="游ゴシック"/>
              </a:rPr>
              <a:t>　　</a:t>
            </a:r>
            <a:r>
              <a:rPr kumimoji="1" lang="ja-JP" altLang="en-US" u="sng" dirty="0">
                <a:ea typeface="游ゴシック"/>
              </a:rPr>
              <a:t>グループ名</a:t>
            </a:r>
            <a:endParaRPr kumimoji="1" lang="en-US" altLang="ja-JP" u="sng" dirty="0">
              <a:ea typeface="游ゴシック"/>
            </a:endParaRPr>
          </a:p>
          <a:p>
            <a:r>
              <a:rPr kumimoji="1" lang="ja-JP" altLang="en-US" dirty="0"/>
              <a:t>　　明日やろうは</a:t>
            </a:r>
            <a:endParaRPr kumimoji="1" lang="en-US" altLang="ja-JP" dirty="0"/>
          </a:p>
          <a:p>
            <a:r>
              <a:rPr kumimoji="1" lang="ja-JP" altLang="en-US" dirty="0"/>
              <a:t>　　　馬鹿野郎</a:t>
            </a:r>
            <a:endParaRPr kumimoji="1" lang="en-US" altLang="ja-JP" dirty="0"/>
          </a:p>
          <a:p>
            <a:r>
              <a:rPr lang="ja-JP" altLang="en-US" sz="969" dirty="0">
                <a:ea typeface="游ゴシック"/>
                <a:cs typeface="Calibri"/>
              </a:rPr>
              <a:t>　　　　</a:t>
            </a:r>
          </a:p>
          <a:p>
            <a:r>
              <a:rPr lang="ja-JP" altLang="en-US" sz="1400" dirty="0">
                <a:latin typeface="+mn-ea"/>
                <a:cs typeface="Calibri"/>
              </a:rPr>
              <a:t>・安田　晴人（リーダー）</a:t>
            </a:r>
            <a:endParaRPr lang="en-US" altLang="ja-JP" sz="1400" dirty="0">
              <a:latin typeface="+mn-ea"/>
              <a:cs typeface="Calibri"/>
            </a:endParaRPr>
          </a:p>
          <a:p>
            <a:r>
              <a:rPr lang="ja-JP" altLang="en-US" sz="1400" dirty="0">
                <a:ea typeface="游ゴシック"/>
                <a:cs typeface="Calibri"/>
              </a:rPr>
              <a:t>・鶴崎　有人</a:t>
            </a:r>
            <a:endParaRPr lang="en-US" altLang="ja-JP" sz="1400" dirty="0">
              <a:ea typeface="游ゴシック"/>
              <a:cs typeface="Calibri"/>
            </a:endParaRPr>
          </a:p>
          <a:p>
            <a:r>
              <a:rPr lang="ja-JP" altLang="en-US" sz="1400" dirty="0">
                <a:ea typeface="游ゴシック"/>
                <a:cs typeface="Calibri"/>
              </a:rPr>
              <a:t>・ブランレッド　隆治</a:t>
            </a:r>
            <a:endParaRPr lang="en-US" altLang="ja-JP" sz="1400" dirty="0">
              <a:ea typeface="游ゴシック"/>
              <a:cs typeface="Calibri"/>
            </a:endParaRPr>
          </a:p>
          <a:p>
            <a:r>
              <a:rPr lang="ja-JP" altLang="en-US" sz="1400" dirty="0">
                <a:ea typeface="游ゴシック"/>
                <a:cs typeface="Calibri"/>
              </a:rPr>
              <a:t>・森　楓人</a:t>
            </a:r>
            <a:endParaRPr lang="en-US" altLang="ja-JP" sz="1400" dirty="0">
              <a:ea typeface="游ゴシック"/>
              <a:cs typeface="Calibri"/>
            </a:endParaRPr>
          </a:p>
          <a:p>
            <a:r>
              <a:rPr lang="ja-JP" altLang="en-US" sz="1400" dirty="0">
                <a:ea typeface="游ゴシック"/>
                <a:cs typeface="Calibri"/>
              </a:rPr>
              <a:t>・山崎　帝虎</a:t>
            </a:r>
            <a:endParaRPr lang="en-US" altLang="ja-JP" sz="1400" dirty="0">
              <a:ea typeface="游ゴシック"/>
              <a:cs typeface="Calibri"/>
            </a:endParaRPr>
          </a:p>
          <a:p>
            <a:r>
              <a:rPr lang="ja-JP" altLang="en-US" sz="1400" dirty="0">
                <a:ea typeface="游ゴシック"/>
                <a:cs typeface="Calibri"/>
              </a:rPr>
              <a:t>・</a:t>
            </a:r>
            <a:r>
              <a:rPr lang="ja-JP" altLang="en-US" sz="1400" dirty="0">
                <a:latin typeface="+mn-ea"/>
                <a:ea typeface="游ゴシック"/>
                <a:cs typeface="Calibri"/>
              </a:rPr>
              <a:t>ユー　ホイワン</a:t>
            </a:r>
            <a:endParaRPr lang="en-US" altLang="ja-JP" sz="1400" dirty="0">
              <a:latin typeface="+mn-ea"/>
              <a:cs typeface="Calibri"/>
            </a:endParaRPr>
          </a:p>
          <a:p>
            <a:r>
              <a:rPr lang="ja-JP" altLang="en-US" sz="1400" dirty="0">
                <a:latin typeface="+mn-ea"/>
                <a:cs typeface="Calibri"/>
              </a:rPr>
              <a:t>・吉田　楓真</a:t>
            </a:r>
            <a:endParaRPr lang="en-US" altLang="ja-JP" sz="1400" dirty="0">
              <a:latin typeface="+mn-ea"/>
              <a:cs typeface="Calibri"/>
            </a:endParaRPr>
          </a:p>
          <a:p>
            <a:r>
              <a:rPr lang="ja-JP" altLang="en-US" sz="1400" dirty="0">
                <a:latin typeface="+mn-ea"/>
                <a:cs typeface="Calibri"/>
              </a:rPr>
              <a:t>・楽巌寺　時意</a:t>
            </a:r>
            <a:endParaRPr lang="en-US" altLang="ja-JP" sz="1400" dirty="0">
              <a:latin typeface="+mn-ea"/>
              <a:cs typeface="Calibri"/>
            </a:endParaRPr>
          </a:p>
          <a:p>
            <a:r>
              <a:rPr lang="ja-JP" altLang="en-US" sz="1400" dirty="0">
                <a:latin typeface="+mn-ea"/>
                <a:cs typeface="Calibri"/>
              </a:rPr>
              <a:t>・劉　錦成</a:t>
            </a:r>
            <a:endParaRPr lang="en-US" altLang="ja-JP" sz="1400" dirty="0">
              <a:latin typeface="+mn-ea"/>
              <a:cs typeface="Calibri"/>
            </a:endParaRPr>
          </a:p>
          <a:p>
            <a:r>
              <a:rPr lang="ja-JP" altLang="en-US" sz="1400" dirty="0">
                <a:latin typeface="+mn-ea"/>
                <a:cs typeface="Calibri"/>
              </a:rPr>
              <a:t>・渡辺　開斗</a:t>
            </a:r>
            <a:endParaRPr lang="ja-JP" altLang="en-US" sz="1400" dirty="0">
              <a:cs typeface="Calibri" panose="020F0502020204030204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C63983-0105-3A2A-7529-5445ADF01D36}"/>
              </a:ext>
            </a:extLst>
          </p:cNvPr>
          <p:cNvSpPr txBox="1"/>
          <p:nvPr/>
        </p:nvSpPr>
        <p:spPr>
          <a:xfrm>
            <a:off x="2522078" y="5238027"/>
            <a:ext cx="1934813" cy="428046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63305" tIns="31652" rIns="63305" bIns="31652" rtlCol="0" anchor="t">
            <a:spAutoFit/>
          </a:bodyPr>
          <a:lstStyle/>
          <a:p>
            <a:r>
              <a:rPr kumimoji="1" lang="ja-JP" altLang="en-US" sz="1246" dirty="0">
                <a:ea typeface="游ゴシック"/>
              </a:rPr>
              <a:t>　　</a:t>
            </a:r>
            <a:r>
              <a:rPr kumimoji="1" lang="ja-JP" altLang="en-US" u="sng" dirty="0">
                <a:ea typeface="游ゴシック"/>
              </a:rPr>
              <a:t>魅力と特徴</a:t>
            </a:r>
            <a:endParaRPr kumimoji="1" lang="en-US" altLang="ja-JP" u="sng" dirty="0">
              <a:ea typeface="游ゴシック"/>
            </a:endParaRPr>
          </a:p>
          <a:p>
            <a:r>
              <a:rPr lang="en-US" altLang="ja-JP" sz="1600" dirty="0">
                <a:latin typeface="+mn-ea"/>
                <a:cs typeface="Calibri"/>
              </a:rPr>
              <a:t>・貼って剥がせてメモにも使える</a:t>
            </a:r>
            <a:r>
              <a:rPr lang="ja-JP" altLang="en-US" sz="1600" dirty="0">
                <a:latin typeface="+mn-ea"/>
                <a:cs typeface="Calibri"/>
              </a:rPr>
              <a:t>。</a:t>
            </a:r>
            <a:endParaRPr kumimoji="1" lang="en-US" altLang="ja-JP" sz="1600" dirty="0">
              <a:latin typeface="+mn-ea"/>
            </a:endParaRPr>
          </a:p>
          <a:p>
            <a:r>
              <a:rPr lang="en-US" altLang="ja-JP" sz="1600" dirty="0">
                <a:latin typeface="+mn-ea"/>
                <a:cs typeface="Calibri"/>
              </a:rPr>
              <a:t>・安価で流通量が多い。</a:t>
            </a:r>
          </a:p>
          <a:p>
            <a:r>
              <a:rPr lang="en-US" altLang="ja-JP" sz="1600" dirty="0">
                <a:latin typeface="+mn-ea"/>
                <a:cs typeface="Calibri"/>
              </a:rPr>
              <a:t>・色分けされていて目で見てわかる。</a:t>
            </a:r>
          </a:p>
          <a:p>
            <a:r>
              <a:rPr lang="en-US" altLang="ja-JP" sz="1600" dirty="0">
                <a:latin typeface="+mn-ea"/>
                <a:cs typeface="Calibri"/>
              </a:rPr>
              <a:t>・使い終わったら燃えるゴミに捨てれば良いだけ。</a:t>
            </a:r>
          </a:p>
          <a:p>
            <a:r>
              <a:rPr lang="en-US" altLang="ja-JP" sz="1600" dirty="0">
                <a:latin typeface="+mn-ea"/>
                <a:cs typeface="Calibri"/>
              </a:rPr>
              <a:t>・リュックに入れてもスペースを取らず持ち運びに便利。</a:t>
            </a:r>
          </a:p>
          <a:p>
            <a:r>
              <a:rPr lang="en-US" altLang="ja-JP" sz="1600" dirty="0">
                <a:latin typeface="+mn-ea"/>
                <a:cs typeface="Calibri"/>
              </a:rPr>
              <a:t>・子供が持っていても安全</a:t>
            </a:r>
            <a:r>
              <a:rPr lang="ja-JP" altLang="en-US" sz="1600" dirty="0">
                <a:latin typeface="+mn-ea"/>
                <a:cs typeface="Calibri"/>
              </a:rPr>
              <a:t>。</a:t>
            </a:r>
            <a:endParaRPr lang="en-US" altLang="ja-JP" sz="1600" dirty="0">
              <a:latin typeface="+mn-ea"/>
              <a:cs typeface="Calibri"/>
            </a:endParaRPr>
          </a:p>
          <a:p>
            <a:r>
              <a:rPr lang="en-US" altLang="ja-JP" sz="1600" dirty="0">
                <a:ea typeface="游ゴシック"/>
                <a:cs typeface="Calibri"/>
              </a:rPr>
              <a:t>・</a:t>
            </a:r>
            <a:r>
              <a:rPr lang="ja-JP" altLang="en-US" sz="1600" dirty="0">
                <a:ea typeface="游ゴシック"/>
                <a:cs typeface="Calibri"/>
              </a:rPr>
              <a:t>粘着力が強い。</a:t>
            </a:r>
            <a:endParaRPr lang="ja-JP" altLang="en-US" sz="1600" dirty="0">
              <a:cs typeface="Calibri" panose="020F0502020204030204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FB8316-C8B8-82C8-1AC3-C400141519E4}"/>
              </a:ext>
            </a:extLst>
          </p:cNvPr>
          <p:cNvSpPr txBox="1"/>
          <p:nvPr/>
        </p:nvSpPr>
        <p:spPr>
          <a:xfrm>
            <a:off x="4456891" y="5238026"/>
            <a:ext cx="2143934" cy="51019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63305" tIns="31652" rIns="63305" bIns="31652" rtlCol="0" anchor="t">
            <a:spAutoFit/>
          </a:bodyPr>
          <a:lstStyle/>
          <a:p>
            <a:r>
              <a:rPr kumimoji="1" lang="ja-JP" altLang="en-US" u="sng" dirty="0">
                <a:ea typeface="游ゴシック"/>
              </a:rPr>
              <a:t>ターゲット</a:t>
            </a:r>
            <a:endParaRPr kumimoji="1" lang="en-US" altLang="ja-JP" u="sng" dirty="0">
              <a:ea typeface="游ゴシック"/>
            </a:endParaRPr>
          </a:p>
          <a:p>
            <a:r>
              <a:rPr lang="ja-JP" altLang="en-US" sz="1100" dirty="0">
                <a:ea typeface="游ゴシック"/>
                <a:cs typeface="Calibri"/>
              </a:rPr>
              <a:t>全年齢対象（特に大人）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A498598-0B52-2B5E-04AE-B2FAD047E2D8}"/>
              </a:ext>
            </a:extLst>
          </p:cNvPr>
          <p:cNvSpPr txBox="1"/>
          <p:nvPr/>
        </p:nvSpPr>
        <p:spPr>
          <a:xfrm>
            <a:off x="4456890" y="5748224"/>
            <a:ext cx="2143935" cy="394190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63305" tIns="31652" rIns="63305" bIns="31652" rtlCol="0" anchor="t">
            <a:spAutoFit/>
          </a:bodyPr>
          <a:lstStyle/>
          <a:p>
            <a:r>
              <a:rPr kumimoji="1" lang="ja-JP" altLang="en-US" u="sng" dirty="0">
                <a:ea typeface="游ゴシック"/>
              </a:rPr>
              <a:t>ターゲットの</a:t>
            </a:r>
            <a:endParaRPr kumimoji="1" lang="en-US" altLang="ja-JP" u="sng" dirty="0">
              <a:ea typeface="游ゴシック"/>
            </a:endParaRPr>
          </a:p>
          <a:p>
            <a:r>
              <a:rPr kumimoji="1" lang="ja-JP" altLang="en-US" u="sng" dirty="0">
                <a:ea typeface="游ゴシック"/>
              </a:rPr>
              <a:t>アピールポイント</a:t>
            </a:r>
            <a:endParaRPr kumimoji="1" lang="en-US" altLang="ja-JP" u="sng" dirty="0">
              <a:ea typeface="游ゴシック"/>
            </a:endParaRPr>
          </a:p>
          <a:p>
            <a:r>
              <a:rPr lang="en-US" altLang="ja-JP" dirty="0">
                <a:ea typeface="游ゴシック"/>
                <a:cs typeface="Calibri"/>
              </a:rPr>
              <a:t>この紙電池は学校、会社どこでも使えます。どこでも好きな場所に貼れて好きな時に剥がせます。電池としての役目を終えてもただの付箋(メモ書き)としても使用可能です。エコでユーザビリティの高い発明品です</a:t>
            </a:r>
            <a:r>
              <a:rPr lang="en-US" altLang="ja-JP" sz="969" dirty="0">
                <a:ea typeface="游ゴシック"/>
                <a:cs typeface="Calibri"/>
              </a:rPr>
              <a:t>。</a:t>
            </a:r>
            <a:endParaRPr kumimoji="1" lang="en-US" altLang="ja-JP" sz="1246" dirty="0"/>
          </a:p>
        </p:txBody>
      </p:sp>
      <p:pic>
        <p:nvPicPr>
          <p:cNvPr id="8" name="図 8" descr="文房具 が含まれている画像&#10;&#10;説明は自動で生成されたものです">
            <a:extLst>
              <a:ext uri="{FF2B5EF4-FFF2-40B4-BE49-F238E27FC236}">
                <a16:creationId xmlns:a16="http://schemas.microsoft.com/office/drawing/2014/main" id="{B060AB1C-34D9-3F37-E2E9-295C05FD9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700" y="1703468"/>
            <a:ext cx="2592304" cy="2560741"/>
          </a:xfrm>
          <a:prstGeom prst="rect">
            <a:avLst/>
          </a:prstGeom>
        </p:spPr>
      </p:pic>
      <p:pic>
        <p:nvPicPr>
          <p:cNvPr id="9" name="図 9" descr="ダイアグラム, 概略図&#10;&#10;説明は自動で生成されたものです">
            <a:extLst>
              <a:ext uri="{FF2B5EF4-FFF2-40B4-BE49-F238E27FC236}">
                <a16:creationId xmlns:a16="http://schemas.microsoft.com/office/drawing/2014/main" id="{C8035A9F-813B-A874-AE67-28F439E36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98" y="1975231"/>
            <a:ext cx="1817742" cy="2222030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02A7502B-3103-24A7-F66B-86021589F355}"/>
              </a:ext>
            </a:extLst>
          </p:cNvPr>
          <p:cNvSpPr/>
          <p:nvPr/>
        </p:nvSpPr>
        <p:spPr>
          <a:xfrm>
            <a:off x="2742950" y="2937914"/>
            <a:ext cx="765799" cy="5961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46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469CB07-734E-81F1-99CD-0F8E8EB57D9B}"/>
              </a:ext>
            </a:extLst>
          </p:cNvPr>
          <p:cNvSpPr txBox="1"/>
          <p:nvPr/>
        </p:nvSpPr>
        <p:spPr>
          <a:xfrm>
            <a:off x="993422" y="4292175"/>
            <a:ext cx="1451311" cy="3716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3305" tIns="31652" rIns="63305" bIns="31652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dirty="0">
                <a:ea typeface="游ゴシック"/>
                <a:cs typeface="Calibri"/>
              </a:rPr>
              <a:t>↑現代</a:t>
            </a:r>
            <a:endParaRPr lang="ja-JP" altLang="en-US" sz="20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E7BBD5A-BDD4-5C0D-2117-978C4503C4AA}"/>
              </a:ext>
            </a:extLst>
          </p:cNvPr>
          <p:cNvSpPr txBox="1"/>
          <p:nvPr/>
        </p:nvSpPr>
        <p:spPr>
          <a:xfrm>
            <a:off x="3914775" y="4342129"/>
            <a:ext cx="1451311" cy="3716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3305" tIns="31652" rIns="63305" bIns="31652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dirty="0">
                <a:ea typeface="游ゴシック"/>
                <a:cs typeface="Calibri"/>
              </a:rPr>
              <a:t>↑未来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02905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54</TotalTime>
  <Words>128</Words>
  <Application>Microsoft Office PowerPoint</Application>
  <PresentationFormat>A4 210 x 297 mm</PresentationFormat>
  <Paragraphs>34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Arial</vt:lpstr>
      <vt:lpstr>Calibri</vt:lpstr>
      <vt:lpstr>Calibri Light</vt:lpstr>
      <vt:lpstr>Office テーマ</vt:lpstr>
      <vt:lpstr>企画名：小分けに出来て付箋みたいに貼ってはがせる紙電池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楽巌寺 時意</dc:creator>
  <cp:lastModifiedBy>THS23 安田晴人</cp:lastModifiedBy>
  <cp:revision>223</cp:revision>
  <dcterms:created xsi:type="dcterms:W3CDTF">2023-07-04T07:31:29Z</dcterms:created>
  <dcterms:modified xsi:type="dcterms:W3CDTF">2023-07-11T06:46:14Z</dcterms:modified>
</cp:coreProperties>
</file>