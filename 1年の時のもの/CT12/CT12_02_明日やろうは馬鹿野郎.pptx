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6858000" cy="9144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6A514-8061-4247-A8CC-7CC0E29686E1}" v="246" dt="2023-10-20T05:20:58.760"/>
    <p1510:client id="{A3F9D20E-E331-F951-3A66-8797A6AC763C}" v="1" dt="2023-10-20T04:59:36.950"/>
    <p1510:client id="{C6A6CFD0-3E7F-4FC0-84C1-660D6A73EF5F}" v="1" dt="2023-10-20T05:49:5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26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4465E-5F03-3A8B-84C9-BBA6F76D1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1" y="1496484"/>
            <a:ext cx="5143500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8B41AA-9FDC-C004-3B90-42F90209B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1" y="4802718"/>
            <a:ext cx="5143500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93" indent="0" algn="ctr">
              <a:buNone/>
              <a:defRPr sz="844"/>
            </a:lvl2pPr>
            <a:lvl3pPr marL="385785" indent="0" algn="ctr">
              <a:buNone/>
              <a:defRPr sz="759"/>
            </a:lvl3pPr>
            <a:lvl4pPr marL="578678" indent="0" algn="ctr">
              <a:buNone/>
              <a:defRPr sz="675"/>
            </a:lvl4pPr>
            <a:lvl5pPr marL="771571" indent="0" algn="ctr">
              <a:buNone/>
              <a:defRPr sz="675"/>
            </a:lvl5pPr>
            <a:lvl6pPr marL="964463" indent="0" algn="ctr">
              <a:buNone/>
              <a:defRPr sz="675"/>
            </a:lvl6pPr>
            <a:lvl7pPr marL="1157356" indent="0" algn="ctr">
              <a:buNone/>
              <a:defRPr sz="675"/>
            </a:lvl7pPr>
            <a:lvl8pPr marL="1350249" indent="0" algn="ctr">
              <a:buNone/>
              <a:defRPr sz="675"/>
            </a:lvl8pPr>
            <a:lvl9pPr marL="1543141" indent="0" algn="ctr">
              <a:buNone/>
              <a:defRPr sz="675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F68A88-DD4B-D107-8117-58CDC0C3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10CA63-BF6D-1E1A-2EB8-5671350C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C18D3D-8562-F56B-F720-5C6C47B1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7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6FE28-22F4-832A-6E6B-EFAD7566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9C0484-D0B8-7CDD-8D91-BDC05A2F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62A5E1-E9FA-E63B-41DB-07A8FBB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58B470-07AC-8848-13CA-FAE71728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CD565-7DD9-2E28-1D8A-5D36187B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23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84712-3AEA-CBBD-96FC-4BA908CB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2279653"/>
            <a:ext cx="5915025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2CDB38-D054-23FA-543F-B33372AA4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6119286"/>
            <a:ext cx="5915025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93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85" indent="0">
              <a:buNone/>
              <a:defRPr sz="759">
                <a:solidFill>
                  <a:schemeClr val="tx1">
                    <a:tint val="75000"/>
                  </a:schemeClr>
                </a:solidFill>
              </a:defRPr>
            </a:lvl3pPr>
            <a:lvl4pPr marL="57867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71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35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24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141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D06-8AA6-685C-2D38-CABF958A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576985-E1DC-E089-EB46-F5722456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EE032-57E4-267E-CBB9-021D4986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05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81D75-252F-502E-5C64-D61DF4A7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D49E0C-3854-EEBA-A613-0F4C10B1F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7" y="2434167"/>
            <a:ext cx="2914651" cy="58017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96A0E9-0DDC-4F1E-47C7-F9A67B623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1" cy="58017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49A92E-1D61-6F2D-EF6C-2736B860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3CC7F9-CCC1-4383-65EE-3F86AB2C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43E0D3-BBDD-D3E7-0F7C-46538DF0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375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68C0D9-9C9E-F5C8-2794-3CEB6C69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F38B73-A7D2-917C-EC2B-A834CEA4C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2" y="2241552"/>
            <a:ext cx="2901255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93" indent="0">
              <a:buNone/>
              <a:defRPr sz="844" b="1"/>
            </a:lvl2pPr>
            <a:lvl3pPr marL="385785" indent="0">
              <a:buNone/>
              <a:defRPr sz="759" b="1"/>
            </a:lvl3pPr>
            <a:lvl4pPr marL="578678" indent="0">
              <a:buNone/>
              <a:defRPr sz="675" b="1"/>
            </a:lvl4pPr>
            <a:lvl5pPr marL="771571" indent="0">
              <a:buNone/>
              <a:defRPr sz="675" b="1"/>
            </a:lvl5pPr>
            <a:lvl6pPr marL="964463" indent="0">
              <a:buNone/>
              <a:defRPr sz="675" b="1"/>
            </a:lvl6pPr>
            <a:lvl7pPr marL="1157356" indent="0">
              <a:buNone/>
              <a:defRPr sz="675" b="1"/>
            </a:lvl7pPr>
            <a:lvl8pPr marL="1350249" indent="0">
              <a:buNone/>
              <a:defRPr sz="675" b="1"/>
            </a:lvl8pPr>
            <a:lvl9pPr marL="1543141" indent="0">
              <a:buNone/>
              <a:defRPr sz="675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94C7AE-6050-AB7B-7FF5-C05B94EFF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2" y="3340100"/>
            <a:ext cx="2901255" cy="49127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9A8E01B-1FAE-E025-CD50-10F5D938B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2"/>
            <a:ext cx="2915543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93" indent="0">
              <a:buNone/>
              <a:defRPr sz="844" b="1"/>
            </a:lvl2pPr>
            <a:lvl3pPr marL="385785" indent="0">
              <a:buNone/>
              <a:defRPr sz="759" b="1"/>
            </a:lvl3pPr>
            <a:lvl4pPr marL="578678" indent="0">
              <a:buNone/>
              <a:defRPr sz="675" b="1"/>
            </a:lvl4pPr>
            <a:lvl5pPr marL="771571" indent="0">
              <a:buNone/>
              <a:defRPr sz="675" b="1"/>
            </a:lvl5pPr>
            <a:lvl6pPr marL="964463" indent="0">
              <a:buNone/>
              <a:defRPr sz="675" b="1"/>
            </a:lvl6pPr>
            <a:lvl7pPr marL="1157356" indent="0">
              <a:buNone/>
              <a:defRPr sz="675" b="1"/>
            </a:lvl7pPr>
            <a:lvl8pPr marL="1350249" indent="0">
              <a:buNone/>
              <a:defRPr sz="675" b="1"/>
            </a:lvl8pPr>
            <a:lvl9pPr marL="1543141" indent="0">
              <a:buNone/>
              <a:defRPr sz="675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F0E7182-0772-F0E3-AED1-8E9CDCE1A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34D0D5C-BE3F-5CEB-854D-E46C9091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6592E82-AEF7-5E2D-91EE-77E39085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5A244B-E074-B4FF-1A7F-A3D8EBCB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9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80D80C-E707-9713-47C9-59F48E39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88390E-50FE-D89F-D020-8FD461E4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66A356-E6E1-C61E-2B02-84E10CC3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02C15FC-06C6-11C4-FCCF-F06835DC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82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DF41D4B-C0CB-376B-2910-9FF84F4B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5DBDF7-92DE-C889-7CF5-D6313E63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0594E6-6D4F-A747-5641-F44D3A43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87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FBA17C-22C1-88BB-2738-823CBC42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FA208B-BC0F-A33C-B167-8D58411B7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758B7A-6B41-6457-2358-8560D5E81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1"/>
            <a:ext cx="221188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93" indent="0">
              <a:buNone/>
              <a:defRPr sz="591"/>
            </a:lvl2pPr>
            <a:lvl3pPr marL="385785" indent="0">
              <a:buNone/>
              <a:defRPr sz="506"/>
            </a:lvl3pPr>
            <a:lvl4pPr marL="578678" indent="0">
              <a:buNone/>
              <a:defRPr sz="422"/>
            </a:lvl4pPr>
            <a:lvl5pPr marL="771571" indent="0">
              <a:buNone/>
              <a:defRPr sz="422"/>
            </a:lvl5pPr>
            <a:lvl6pPr marL="964463" indent="0">
              <a:buNone/>
              <a:defRPr sz="422"/>
            </a:lvl6pPr>
            <a:lvl7pPr marL="1157356" indent="0">
              <a:buNone/>
              <a:defRPr sz="422"/>
            </a:lvl7pPr>
            <a:lvl8pPr marL="1350249" indent="0">
              <a:buNone/>
              <a:defRPr sz="422"/>
            </a:lvl8pPr>
            <a:lvl9pPr marL="1543141" indent="0">
              <a:buNone/>
              <a:defRPr sz="422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9B0F8C-5CA9-8A3F-760F-8FBE82B8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318A65-D110-9F26-2A4F-D143148DE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C7EB44-10BC-A586-4D99-43B43C54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29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FAE18B-AB01-9CAB-4BE1-700A2C7B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1A122B-478F-E383-17F2-7718F7337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93" indent="0">
              <a:buNone/>
              <a:defRPr sz="1181"/>
            </a:lvl2pPr>
            <a:lvl3pPr marL="385785" indent="0">
              <a:buNone/>
              <a:defRPr sz="1013"/>
            </a:lvl3pPr>
            <a:lvl4pPr marL="578678" indent="0">
              <a:buNone/>
              <a:defRPr sz="844"/>
            </a:lvl4pPr>
            <a:lvl5pPr marL="771571" indent="0">
              <a:buNone/>
              <a:defRPr sz="844"/>
            </a:lvl5pPr>
            <a:lvl6pPr marL="964463" indent="0">
              <a:buNone/>
              <a:defRPr sz="844"/>
            </a:lvl6pPr>
            <a:lvl7pPr marL="1157356" indent="0">
              <a:buNone/>
              <a:defRPr sz="844"/>
            </a:lvl7pPr>
            <a:lvl8pPr marL="1350249" indent="0">
              <a:buNone/>
              <a:defRPr sz="844"/>
            </a:lvl8pPr>
            <a:lvl9pPr marL="1543141" indent="0">
              <a:buNone/>
              <a:defRPr sz="844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C9BD38-252F-5B3F-22D5-FC43AD536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1"/>
            <a:ext cx="221188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93" indent="0">
              <a:buNone/>
              <a:defRPr sz="591"/>
            </a:lvl2pPr>
            <a:lvl3pPr marL="385785" indent="0">
              <a:buNone/>
              <a:defRPr sz="506"/>
            </a:lvl3pPr>
            <a:lvl4pPr marL="578678" indent="0">
              <a:buNone/>
              <a:defRPr sz="422"/>
            </a:lvl4pPr>
            <a:lvl5pPr marL="771571" indent="0">
              <a:buNone/>
              <a:defRPr sz="422"/>
            </a:lvl5pPr>
            <a:lvl6pPr marL="964463" indent="0">
              <a:buNone/>
              <a:defRPr sz="422"/>
            </a:lvl6pPr>
            <a:lvl7pPr marL="1157356" indent="0">
              <a:buNone/>
              <a:defRPr sz="422"/>
            </a:lvl7pPr>
            <a:lvl8pPr marL="1350249" indent="0">
              <a:buNone/>
              <a:defRPr sz="422"/>
            </a:lvl8pPr>
            <a:lvl9pPr marL="1543141" indent="0">
              <a:buNone/>
              <a:defRPr sz="422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827EE1-52E2-3E78-FDB2-2872FAEF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9F60EB-CC82-244D-55CD-575080E5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09D565-70CD-FAFE-1400-E100995E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58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4A85D-264E-0E3D-9255-80B87513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CAF6DD-60FA-65AE-C70C-3B0D67EF0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32B0B8-2A78-3363-F130-2753A855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7F7D4D-0487-BD23-AF41-BB14A64F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A80D1D-646B-3C40-2063-081CD1CE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86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91BDA0-E456-1D6B-EFC5-EC0733922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7" y="486835"/>
            <a:ext cx="1478756" cy="774911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555FC3-2091-8FC5-8ECA-C9AC85B89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486835"/>
            <a:ext cx="4350544" cy="774911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3C8539-EAF6-8444-975D-28314867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CBD52E-FA75-6FD2-DEB8-F03F1AC5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311B65-F8C4-58F3-0B4C-EC411961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37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A7ED709-CAE0-8B80-6BD4-7E207AEF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588A48-74BF-6612-A848-34D593379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F33280-0114-1855-C6F1-73DB2E48E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7" y="8475135"/>
            <a:ext cx="154305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23F86-0F7C-4C28-B0A1-ED0950B954B3}" type="datetimeFigureOut">
              <a:rPr kumimoji="1" lang="ja-JP" altLang="en-US" smtClean="0"/>
              <a:t>2023/10/20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411CFB-6864-07C3-1791-BD21233D9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8475135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6EB774-84BB-F1B3-CDB4-012E3D44E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5"/>
            <a:ext cx="154305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CA060-84F5-4FE1-9FB8-C1079057E7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83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5846C-B960-9635-0F7F-D1E06D08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1311531"/>
            <a:ext cx="5915025" cy="347468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ja-JP" altLang="en-US" b="1">
                <a:ea typeface="游ゴシック Light"/>
              </a:rPr>
              <a:t>画面イメージ</a:t>
            </a:r>
            <a:endParaRPr lang="ja-JP" altLang="en-US" b="1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4141D1-011C-4C24-D810-4FEEAA616BC6}"/>
              </a:ext>
            </a:extLst>
          </p:cNvPr>
          <p:cNvSpPr txBox="1"/>
          <p:nvPr/>
        </p:nvSpPr>
        <p:spPr>
          <a:xfrm>
            <a:off x="488307" y="180854"/>
            <a:ext cx="58777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2800" b="1" dirty="0" err="1"/>
              <a:t>Hide&amp;Dig</a:t>
            </a:r>
            <a:endParaRPr lang="ja-JP" sz="28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C78851-EBD6-BCE6-0F41-4876846E5251}"/>
              </a:ext>
            </a:extLst>
          </p:cNvPr>
          <p:cNvSpPr txBox="1"/>
          <p:nvPr/>
        </p:nvSpPr>
        <p:spPr>
          <a:xfrm>
            <a:off x="477456" y="792142"/>
            <a:ext cx="58828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400" b="1" dirty="0">
                <a:ea typeface="游ゴシック"/>
              </a:rPr>
              <a:t>速やかに掘る</a:t>
            </a:r>
            <a:endParaRPr lang="ja-JP" altLang="en-US" sz="24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A80DCCA-E5DB-10C6-4B8A-4C6B8A2F7163}"/>
              </a:ext>
            </a:extLst>
          </p:cNvPr>
          <p:cNvSpPr txBox="1"/>
          <p:nvPr/>
        </p:nvSpPr>
        <p:spPr>
          <a:xfrm>
            <a:off x="3508575" y="4926474"/>
            <a:ext cx="2861117" cy="2060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 dirty="0"/>
          </a:p>
          <a:p>
            <a:endParaRPr lang="ja-JP" altLang="en-US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pPr algn="ctr"/>
            <a:r>
              <a:rPr lang="ja-JP" altLang="en-US" b="1" dirty="0">
                <a:ea typeface="游ゴシック"/>
              </a:rPr>
              <a:t>特徴的なコントローラ</a:t>
            </a:r>
          </a:p>
          <a:p>
            <a:pPr algn="ctr"/>
            <a:r>
              <a:rPr lang="ja-JP" altLang="en-US" b="1" dirty="0">
                <a:ea typeface="游ゴシック"/>
              </a:rPr>
              <a:t>操作方法・図解</a:t>
            </a:r>
          </a:p>
          <a:p>
            <a:pPr algn="ctr"/>
            <a:endParaRPr lang="ja-JP" altLang="en-US" b="1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C990F65-2DE8-159A-3054-E271C80E2F6E}"/>
              </a:ext>
            </a:extLst>
          </p:cNvPr>
          <p:cNvSpPr txBox="1"/>
          <p:nvPr/>
        </p:nvSpPr>
        <p:spPr>
          <a:xfrm>
            <a:off x="3501341" y="6994399"/>
            <a:ext cx="282132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ja-JP" altLang="en-US" dirty="0">
              <a:ea typeface="游ゴシック"/>
            </a:endParaRPr>
          </a:p>
          <a:p>
            <a:pPr algn="ctr"/>
            <a:endParaRPr lang="ja-JP" altLang="en-US" dirty="0">
              <a:ea typeface="游ゴシック"/>
            </a:endParaRPr>
          </a:p>
          <a:p>
            <a:pPr algn="ctr"/>
            <a:endParaRPr lang="ja-JP" altLang="en-US" dirty="0">
              <a:ea typeface="游ゴシック"/>
            </a:endParaRPr>
          </a:p>
          <a:p>
            <a:pPr algn="ctr"/>
            <a:r>
              <a:rPr lang="ja-JP" altLang="en-US" b="1" dirty="0">
                <a:ea typeface="游ゴシック"/>
              </a:rPr>
              <a:t>ターゲットとシステムが</a:t>
            </a:r>
            <a:endParaRPr lang="ja-JP" b="1" dirty="0">
              <a:ea typeface="游ゴシック"/>
            </a:endParaRPr>
          </a:p>
          <a:p>
            <a:pPr algn="ctr"/>
            <a:r>
              <a:rPr lang="ja-JP" altLang="en-US" b="1" dirty="0">
                <a:ea typeface="游ゴシック"/>
              </a:rPr>
              <a:t>刺さる理由</a:t>
            </a:r>
          </a:p>
          <a:p>
            <a:endParaRPr lang="ja-JP" altLang="en-US" b="1" dirty="0">
              <a:ea typeface="游ゴシック"/>
            </a:endParaRPr>
          </a:p>
        </p:txBody>
      </p:sp>
      <p:pic>
        <p:nvPicPr>
          <p:cNvPr id="6" name="図 5" descr="グラフィカル ユーザー インターフェイス, アプリケーション">
            <a:extLst>
              <a:ext uri="{FF2B5EF4-FFF2-40B4-BE49-F238E27FC236}">
                <a16:creationId xmlns:a16="http://schemas.microsoft.com/office/drawing/2014/main" id="{F76ECF79-16B9-8A45-C178-D4A3383B7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981" y="4951724"/>
            <a:ext cx="2794505" cy="2035011"/>
          </a:xfrm>
          <a:prstGeom prst="rect">
            <a:avLst/>
          </a:prstGeom>
        </p:spPr>
      </p:pic>
      <p:pic>
        <p:nvPicPr>
          <p:cNvPr id="8" name="図 7" descr="テキスト が含まれている画像">
            <a:extLst>
              <a:ext uri="{FF2B5EF4-FFF2-40B4-BE49-F238E27FC236}">
                <a16:creationId xmlns:a16="http://schemas.microsoft.com/office/drawing/2014/main" id="{7B3BA413-418A-AED9-29EC-5150C2519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340" y="6986735"/>
            <a:ext cx="2821329" cy="175432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48B6446-CACA-F46E-A200-90EC7D75A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4" y="4924260"/>
            <a:ext cx="2883539" cy="1896964"/>
          </a:xfrm>
          <a:prstGeom prst="rect">
            <a:avLst/>
          </a:prstGeom>
        </p:spPr>
      </p:pic>
      <p:pic>
        <p:nvPicPr>
          <p:cNvPr id="12" name="図 11" descr="建物, テーブル, 空気, 食品 が含まれている画像">
            <a:extLst>
              <a:ext uri="{FF2B5EF4-FFF2-40B4-BE49-F238E27FC236}">
                <a16:creationId xmlns:a16="http://schemas.microsoft.com/office/drawing/2014/main" id="{3C44DE42-7E05-1BF9-6C72-5A25B7169C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5" y="1341875"/>
            <a:ext cx="5876961" cy="3444649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FF70491-546C-0277-86E6-25A2780FB44E}"/>
              </a:ext>
            </a:extLst>
          </p:cNvPr>
          <p:cNvSpPr txBox="1"/>
          <p:nvPr/>
        </p:nvSpPr>
        <p:spPr>
          <a:xfrm>
            <a:off x="522514" y="4924260"/>
            <a:ext cx="2883539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sz="2000" dirty="0"/>
          </a:p>
          <a:p>
            <a:r>
              <a:rPr lang="ja-JP" altLang="en-US" sz="2000" b="1" dirty="0"/>
              <a:t>新システム</a:t>
            </a:r>
            <a:endParaRPr lang="en-US" altLang="ja-JP" sz="2000" b="1" dirty="0"/>
          </a:p>
          <a:p>
            <a:r>
              <a:rPr lang="ja-JP" altLang="en-US" sz="2000" dirty="0"/>
              <a:t>・</a:t>
            </a:r>
            <a:r>
              <a:rPr kumimoji="1" lang="ja-JP" altLang="en-US" sz="2000" dirty="0"/>
              <a:t>穴を掘ってゴールを　　　目指す。</a:t>
            </a:r>
            <a:endParaRPr kumimoji="1" lang="en-US" altLang="ja-JP" sz="2000" dirty="0"/>
          </a:p>
          <a:p>
            <a:r>
              <a:rPr lang="ja-JP" altLang="en-US" sz="2000" b="1" dirty="0"/>
              <a:t>パラメータ</a:t>
            </a:r>
            <a:endParaRPr kumimoji="1" lang="en-US" altLang="ja-JP" sz="2000" b="1" dirty="0"/>
          </a:p>
          <a:p>
            <a:r>
              <a:rPr lang="ja-JP" altLang="en-US" sz="2000" dirty="0"/>
              <a:t>・電池のゲージがある。</a:t>
            </a:r>
            <a:endParaRPr lang="en-US" altLang="ja-JP" sz="2000" dirty="0"/>
          </a:p>
          <a:p>
            <a:r>
              <a:rPr lang="ja-JP" altLang="en-US" sz="2000" dirty="0"/>
              <a:t>・酸素のゲージがある。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621617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25A8E2EECE2364DBF5A6ECC919CB978" ma:contentTypeVersion="3" ma:contentTypeDescription="新しいドキュメントを作成します。" ma:contentTypeScope="" ma:versionID="f69b20af2b251989bc647421d4f1e840">
  <xsd:schema xmlns:xsd="http://www.w3.org/2001/XMLSchema" xmlns:xs="http://www.w3.org/2001/XMLSchema" xmlns:p="http://schemas.microsoft.com/office/2006/metadata/properties" xmlns:ns3="1cf7dc52-e7fd-40ed-9a07-11f6e05ef398" targetNamespace="http://schemas.microsoft.com/office/2006/metadata/properties" ma:root="true" ma:fieldsID="480aede29bdd6d6ec3b9d19e90a40599" ns3:_="">
    <xsd:import namespace="1cf7dc52-e7fd-40ed-9a07-11f6e05ef3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f7dc52-e7fd-40ed-9a07-11f6e05ef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637A64-647F-4691-9D63-9FFFC820A80A}">
  <ds:schemaRefs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cf7dc52-e7fd-40ed-9a07-11f6e05ef39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313EBE-08AD-4153-8F99-17DCA9A4FF18}">
  <ds:schemaRefs>
    <ds:schemaRef ds:uri="1cf7dc52-e7fd-40ed-9a07-11f6e05ef3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3493DDF-AC94-44EB-A5CD-8A15E62D0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</Words>
  <Application>Microsoft Office PowerPoint</Application>
  <PresentationFormat>画面に合わせる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画面イメージ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THS23 楽巌寺時意</dc:creator>
  <cp:lastModifiedBy>THS23 安田晴人</cp:lastModifiedBy>
  <cp:revision>8</cp:revision>
  <dcterms:created xsi:type="dcterms:W3CDTF">2023-10-13T04:34:52Z</dcterms:created>
  <dcterms:modified xsi:type="dcterms:W3CDTF">2023-10-20T05:49:58Z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0x010100F25A8E2EECE2364DBF5A6ECC919CB978</vt:lpwstr>
  </property>
</Properties>
</file>