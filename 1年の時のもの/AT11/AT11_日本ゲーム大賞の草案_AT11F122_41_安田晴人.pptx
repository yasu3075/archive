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59" r:id="rId4"/>
    <p:sldId id="260" r:id="rId5"/>
    <p:sldId id="258"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88A0B-8481-4D22-84D5-9F1F6106D0CF}" v="23" dt="2023-09-05T13:45:41.0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9E66E1-7583-4362-9835-7F3AFC0DA866}" type="datetimeFigureOut">
              <a:rPr kumimoji="1" lang="ja-JP" altLang="en-US" smtClean="0"/>
              <a:t>2023/9/8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996914-8332-4100-AA48-96E5EE830C29}" type="slidenum">
              <a:rPr kumimoji="1" lang="ja-JP" altLang="en-US" smtClean="0"/>
              <a:t>‹#›</a:t>
            </a:fld>
            <a:endParaRPr kumimoji="1" lang="ja-JP" altLang="en-US"/>
          </a:p>
        </p:txBody>
      </p:sp>
    </p:spTree>
    <p:extLst>
      <p:ext uri="{BB962C8B-B14F-4D97-AF65-F5344CB8AC3E}">
        <p14:creationId xmlns:p14="http://schemas.microsoft.com/office/powerpoint/2010/main" val="248754540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p:txBody>
      </p:sp>
      <p:sp>
        <p:nvSpPr>
          <p:cNvPr id="4" name="スライド番号プレースホルダー 3"/>
          <p:cNvSpPr>
            <a:spLocks noGrp="1"/>
          </p:cNvSpPr>
          <p:nvPr>
            <p:ph type="sldNum" sz="quarter" idx="5"/>
          </p:nvPr>
        </p:nvSpPr>
        <p:spPr/>
        <p:txBody>
          <a:bodyPr/>
          <a:lstStyle/>
          <a:p>
            <a:fld id="{23996914-8332-4100-AA48-96E5EE830C29}" type="slidenum">
              <a:rPr kumimoji="1" lang="ja-JP" altLang="en-US" smtClean="0"/>
              <a:t>1</a:t>
            </a:fld>
            <a:endParaRPr kumimoji="1" lang="ja-JP" altLang="en-US"/>
          </a:p>
        </p:txBody>
      </p:sp>
    </p:spTree>
    <p:extLst>
      <p:ext uri="{BB962C8B-B14F-4D97-AF65-F5344CB8AC3E}">
        <p14:creationId xmlns:p14="http://schemas.microsoft.com/office/powerpoint/2010/main" val="1786064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C82DD0-6CFF-3734-2CB4-D47478B7861F}"/>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DF17712A-6C64-1FCA-D2F3-8A7B7CFE47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D1BF713-2CB5-8A3F-3B2E-EF4B671831FD}"/>
              </a:ext>
            </a:extLst>
          </p:cNvPr>
          <p:cNvSpPr>
            <a:spLocks noGrp="1"/>
          </p:cNvSpPr>
          <p:nvPr>
            <p:ph type="dt" sz="half" idx="10"/>
          </p:nvPr>
        </p:nvSpPr>
        <p:spPr/>
        <p:txBody>
          <a:bodyPr/>
          <a:lstStyle/>
          <a:p>
            <a:fld id="{5D4DD2A4-6127-47B8-BFD7-BB868B1B1E4A}" type="datetimeFigureOut">
              <a:rPr kumimoji="1" lang="ja-JP" altLang="en-US" smtClean="0"/>
              <a:t>2023/9/8</a:t>
            </a:fld>
            <a:endParaRPr kumimoji="1" lang="ja-JP" altLang="en-US"/>
          </a:p>
        </p:txBody>
      </p:sp>
      <p:sp>
        <p:nvSpPr>
          <p:cNvPr id="5" name="フッター プレースホルダー 4">
            <a:extLst>
              <a:ext uri="{FF2B5EF4-FFF2-40B4-BE49-F238E27FC236}">
                <a16:creationId xmlns:a16="http://schemas.microsoft.com/office/drawing/2014/main" id="{086A3F4A-7D39-DAB1-E5C5-0634E6B9FB5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D3BAF7A-3FDA-1FFC-0B08-56943DA6B8E8}"/>
              </a:ext>
            </a:extLst>
          </p:cNvPr>
          <p:cNvSpPr>
            <a:spLocks noGrp="1"/>
          </p:cNvSpPr>
          <p:nvPr>
            <p:ph type="sldNum" sz="quarter" idx="12"/>
          </p:nvPr>
        </p:nvSpPr>
        <p:spPr/>
        <p:txBody>
          <a:bodyPr/>
          <a:lstStyle/>
          <a:p>
            <a:fld id="{25175907-DAB9-4B71-BC29-1F2AF8D2AD6D}" type="slidenum">
              <a:rPr kumimoji="1" lang="ja-JP" altLang="en-US" smtClean="0"/>
              <a:t>‹#›</a:t>
            </a:fld>
            <a:endParaRPr kumimoji="1" lang="ja-JP" altLang="en-US"/>
          </a:p>
        </p:txBody>
      </p:sp>
    </p:spTree>
    <p:extLst>
      <p:ext uri="{BB962C8B-B14F-4D97-AF65-F5344CB8AC3E}">
        <p14:creationId xmlns:p14="http://schemas.microsoft.com/office/powerpoint/2010/main" val="14637188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5AF667-7DDA-FB29-D485-13D5335572F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5BE4F21-3B02-67F9-B0B1-ACEBBCE03C95}"/>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AFAA48E-9DB7-B46D-AE1C-AAB23936FE06}"/>
              </a:ext>
            </a:extLst>
          </p:cNvPr>
          <p:cNvSpPr>
            <a:spLocks noGrp="1"/>
          </p:cNvSpPr>
          <p:nvPr>
            <p:ph type="dt" sz="half" idx="10"/>
          </p:nvPr>
        </p:nvSpPr>
        <p:spPr/>
        <p:txBody>
          <a:bodyPr/>
          <a:lstStyle/>
          <a:p>
            <a:fld id="{5D4DD2A4-6127-47B8-BFD7-BB868B1B1E4A}" type="datetimeFigureOut">
              <a:rPr kumimoji="1" lang="ja-JP" altLang="en-US" smtClean="0"/>
              <a:t>2023/9/8</a:t>
            </a:fld>
            <a:endParaRPr kumimoji="1" lang="ja-JP" altLang="en-US"/>
          </a:p>
        </p:txBody>
      </p:sp>
      <p:sp>
        <p:nvSpPr>
          <p:cNvPr id="5" name="フッター プレースホルダー 4">
            <a:extLst>
              <a:ext uri="{FF2B5EF4-FFF2-40B4-BE49-F238E27FC236}">
                <a16:creationId xmlns:a16="http://schemas.microsoft.com/office/drawing/2014/main" id="{DD3AC239-737E-2B27-26D6-FC0129EFE80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04B3559-E610-FB9C-FA67-7C9B71616447}"/>
              </a:ext>
            </a:extLst>
          </p:cNvPr>
          <p:cNvSpPr>
            <a:spLocks noGrp="1"/>
          </p:cNvSpPr>
          <p:nvPr>
            <p:ph type="sldNum" sz="quarter" idx="12"/>
          </p:nvPr>
        </p:nvSpPr>
        <p:spPr/>
        <p:txBody>
          <a:bodyPr/>
          <a:lstStyle/>
          <a:p>
            <a:fld id="{25175907-DAB9-4B71-BC29-1F2AF8D2AD6D}" type="slidenum">
              <a:rPr kumimoji="1" lang="ja-JP" altLang="en-US" smtClean="0"/>
              <a:t>‹#›</a:t>
            </a:fld>
            <a:endParaRPr kumimoji="1" lang="ja-JP" altLang="en-US"/>
          </a:p>
        </p:txBody>
      </p:sp>
    </p:spTree>
    <p:extLst>
      <p:ext uri="{BB962C8B-B14F-4D97-AF65-F5344CB8AC3E}">
        <p14:creationId xmlns:p14="http://schemas.microsoft.com/office/powerpoint/2010/main" val="1536505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E65E009-3A2D-9C59-8CBB-92FF97E7F1F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E084F4B-EA2B-2F87-F0E6-54B3963124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F9C7F971-5FC4-5B48-C989-BB1856F77C9C}"/>
              </a:ext>
            </a:extLst>
          </p:cNvPr>
          <p:cNvSpPr>
            <a:spLocks noGrp="1"/>
          </p:cNvSpPr>
          <p:nvPr>
            <p:ph type="dt" sz="half" idx="10"/>
          </p:nvPr>
        </p:nvSpPr>
        <p:spPr/>
        <p:txBody>
          <a:bodyPr/>
          <a:lstStyle/>
          <a:p>
            <a:fld id="{5D4DD2A4-6127-47B8-BFD7-BB868B1B1E4A}" type="datetimeFigureOut">
              <a:rPr kumimoji="1" lang="ja-JP" altLang="en-US" smtClean="0"/>
              <a:t>2023/9/8</a:t>
            </a:fld>
            <a:endParaRPr kumimoji="1" lang="ja-JP" altLang="en-US"/>
          </a:p>
        </p:txBody>
      </p:sp>
      <p:sp>
        <p:nvSpPr>
          <p:cNvPr id="5" name="フッター プレースホルダー 4">
            <a:extLst>
              <a:ext uri="{FF2B5EF4-FFF2-40B4-BE49-F238E27FC236}">
                <a16:creationId xmlns:a16="http://schemas.microsoft.com/office/drawing/2014/main" id="{DF0213A9-0352-945E-0752-943954B394C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623A600-207D-E36A-723E-1C14104C2A30}"/>
              </a:ext>
            </a:extLst>
          </p:cNvPr>
          <p:cNvSpPr>
            <a:spLocks noGrp="1"/>
          </p:cNvSpPr>
          <p:nvPr>
            <p:ph type="sldNum" sz="quarter" idx="12"/>
          </p:nvPr>
        </p:nvSpPr>
        <p:spPr/>
        <p:txBody>
          <a:bodyPr/>
          <a:lstStyle/>
          <a:p>
            <a:fld id="{25175907-DAB9-4B71-BC29-1F2AF8D2AD6D}" type="slidenum">
              <a:rPr kumimoji="1" lang="ja-JP" altLang="en-US" smtClean="0"/>
              <a:t>‹#›</a:t>
            </a:fld>
            <a:endParaRPr kumimoji="1" lang="ja-JP" altLang="en-US"/>
          </a:p>
        </p:txBody>
      </p:sp>
    </p:spTree>
    <p:extLst>
      <p:ext uri="{BB962C8B-B14F-4D97-AF65-F5344CB8AC3E}">
        <p14:creationId xmlns:p14="http://schemas.microsoft.com/office/powerpoint/2010/main" val="360475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002123-008A-DC2D-0840-A5271F880CF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94516B1-FFA1-5321-4C6B-90DB0CFA330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4C4F59E7-BEE8-2687-7465-34435543618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7117288-BCDD-A0E5-B10C-A6F49A5EA10D}"/>
              </a:ext>
            </a:extLst>
          </p:cNvPr>
          <p:cNvSpPr>
            <a:spLocks noGrp="1"/>
          </p:cNvSpPr>
          <p:nvPr>
            <p:ph type="dt" sz="half" idx="10"/>
          </p:nvPr>
        </p:nvSpPr>
        <p:spPr/>
        <p:txBody>
          <a:bodyPr/>
          <a:lstStyle/>
          <a:p>
            <a:fld id="{5D4DD2A4-6127-47B8-BFD7-BB868B1B1E4A}" type="datetimeFigureOut">
              <a:rPr kumimoji="1" lang="ja-JP" altLang="en-US" smtClean="0"/>
              <a:t>2023/9/8</a:t>
            </a:fld>
            <a:endParaRPr kumimoji="1" lang="ja-JP" altLang="en-US"/>
          </a:p>
        </p:txBody>
      </p:sp>
      <p:sp>
        <p:nvSpPr>
          <p:cNvPr id="6" name="フッター プレースホルダー 5">
            <a:extLst>
              <a:ext uri="{FF2B5EF4-FFF2-40B4-BE49-F238E27FC236}">
                <a16:creationId xmlns:a16="http://schemas.microsoft.com/office/drawing/2014/main" id="{7C6042BD-BF36-7034-897C-3AC10CF504F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B744CA0-D880-EA0C-D015-96B8AF9E6188}"/>
              </a:ext>
            </a:extLst>
          </p:cNvPr>
          <p:cNvSpPr>
            <a:spLocks noGrp="1"/>
          </p:cNvSpPr>
          <p:nvPr>
            <p:ph type="sldNum" sz="quarter" idx="12"/>
          </p:nvPr>
        </p:nvSpPr>
        <p:spPr/>
        <p:txBody>
          <a:bodyPr/>
          <a:lstStyle/>
          <a:p>
            <a:fld id="{25175907-DAB9-4B71-BC29-1F2AF8D2AD6D}" type="slidenum">
              <a:rPr kumimoji="1" lang="ja-JP" altLang="en-US" smtClean="0"/>
              <a:t>‹#›</a:t>
            </a:fld>
            <a:endParaRPr kumimoji="1" lang="ja-JP" altLang="en-US"/>
          </a:p>
        </p:txBody>
      </p:sp>
    </p:spTree>
    <p:extLst>
      <p:ext uri="{BB962C8B-B14F-4D97-AF65-F5344CB8AC3E}">
        <p14:creationId xmlns:p14="http://schemas.microsoft.com/office/powerpoint/2010/main" val="17528536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8310989-4666-7E94-83E4-115A6805E4F3}"/>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74A17C4-618C-FD65-9464-20866F9F28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A4CAC8F7-6373-2AD3-715D-75756F54BF0A}"/>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AD4F01F-0140-EFF9-1E63-0647D47116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3E0BE05-7855-EE14-0791-195EB782698B}"/>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7000A6E-03D2-3C3E-5619-334964B79562}"/>
              </a:ext>
            </a:extLst>
          </p:cNvPr>
          <p:cNvSpPr>
            <a:spLocks noGrp="1"/>
          </p:cNvSpPr>
          <p:nvPr>
            <p:ph type="dt" sz="half" idx="10"/>
          </p:nvPr>
        </p:nvSpPr>
        <p:spPr/>
        <p:txBody>
          <a:bodyPr/>
          <a:lstStyle/>
          <a:p>
            <a:fld id="{5D4DD2A4-6127-47B8-BFD7-BB868B1B1E4A}" type="datetimeFigureOut">
              <a:rPr kumimoji="1" lang="ja-JP" altLang="en-US" smtClean="0"/>
              <a:t>2023/9/8</a:t>
            </a:fld>
            <a:endParaRPr kumimoji="1" lang="ja-JP" altLang="en-US"/>
          </a:p>
        </p:txBody>
      </p:sp>
      <p:sp>
        <p:nvSpPr>
          <p:cNvPr id="8" name="フッター プレースホルダー 7">
            <a:extLst>
              <a:ext uri="{FF2B5EF4-FFF2-40B4-BE49-F238E27FC236}">
                <a16:creationId xmlns:a16="http://schemas.microsoft.com/office/drawing/2014/main" id="{D7DE954F-32D6-C937-3FFF-62750555011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973DFAE-AB07-B384-1550-50D107CCBF03}"/>
              </a:ext>
            </a:extLst>
          </p:cNvPr>
          <p:cNvSpPr>
            <a:spLocks noGrp="1"/>
          </p:cNvSpPr>
          <p:nvPr>
            <p:ph type="sldNum" sz="quarter" idx="12"/>
          </p:nvPr>
        </p:nvSpPr>
        <p:spPr/>
        <p:txBody>
          <a:bodyPr/>
          <a:lstStyle/>
          <a:p>
            <a:fld id="{25175907-DAB9-4B71-BC29-1F2AF8D2AD6D}" type="slidenum">
              <a:rPr kumimoji="1" lang="ja-JP" altLang="en-US" smtClean="0"/>
              <a:t>‹#›</a:t>
            </a:fld>
            <a:endParaRPr kumimoji="1" lang="ja-JP" altLang="en-US"/>
          </a:p>
        </p:txBody>
      </p:sp>
    </p:spTree>
    <p:extLst>
      <p:ext uri="{BB962C8B-B14F-4D97-AF65-F5344CB8AC3E}">
        <p14:creationId xmlns:p14="http://schemas.microsoft.com/office/powerpoint/2010/main" val="2999407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46ED04-72B7-3007-B3B7-91E7391EFD6C}"/>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47564B79-7D97-3B34-3AA3-D7E948EF10FB}"/>
              </a:ext>
            </a:extLst>
          </p:cNvPr>
          <p:cNvSpPr>
            <a:spLocks noGrp="1"/>
          </p:cNvSpPr>
          <p:nvPr>
            <p:ph type="dt" sz="half" idx="10"/>
          </p:nvPr>
        </p:nvSpPr>
        <p:spPr/>
        <p:txBody>
          <a:bodyPr/>
          <a:lstStyle/>
          <a:p>
            <a:fld id="{5D4DD2A4-6127-47B8-BFD7-BB868B1B1E4A}" type="datetimeFigureOut">
              <a:rPr kumimoji="1" lang="ja-JP" altLang="en-US" smtClean="0"/>
              <a:t>2023/9/8</a:t>
            </a:fld>
            <a:endParaRPr kumimoji="1" lang="ja-JP" altLang="en-US"/>
          </a:p>
        </p:txBody>
      </p:sp>
      <p:sp>
        <p:nvSpPr>
          <p:cNvPr id="4" name="フッター プレースホルダー 3">
            <a:extLst>
              <a:ext uri="{FF2B5EF4-FFF2-40B4-BE49-F238E27FC236}">
                <a16:creationId xmlns:a16="http://schemas.microsoft.com/office/drawing/2014/main" id="{19D13110-2329-557E-E5EE-CEED50895C22}"/>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3A9B7028-1A5F-8D32-2A24-2E459DFF2BA8}"/>
              </a:ext>
            </a:extLst>
          </p:cNvPr>
          <p:cNvSpPr>
            <a:spLocks noGrp="1"/>
          </p:cNvSpPr>
          <p:nvPr>
            <p:ph type="sldNum" sz="quarter" idx="12"/>
          </p:nvPr>
        </p:nvSpPr>
        <p:spPr/>
        <p:txBody>
          <a:bodyPr/>
          <a:lstStyle/>
          <a:p>
            <a:fld id="{25175907-DAB9-4B71-BC29-1F2AF8D2AD6D}" type="slidenum">
              <a:rPr kumimoji="1" lang="ja-JP" altLang="en-US" smtClean="0"/>
              <a:t>‹#›</a:t>
            </a:fld>
            <a:endParaRPr kumimoji="1" lang="ja-JP" altLang="en-US"/>
          </a:p>
        </p:txBody>
      </p:sp>
    </p:spTree>
    <p:extLst>
      <p:ext uri="{BB962C8B-B14F-4D97-AF65-F5344CB8AC3E}">
        <p14:creationId xmlns:p14="http://schemas.microsoft.com/office/powerpoint/2010/main" val="19427966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C7529E0-2822-3295-F15C-3A662DDDC9E6}"/>
              </a:ext>
            </a:extLst>
          </p:cNvPr>
          <p:cNvSpPr>
            <a:spLocks noGrp="1"/>
          </p:cNvSpPr>
          <p:nvPr>
            <p:ph type="dt" sz="half" idx="10"/>
          </p:nvPr>
        </p:nvSpPr>
        <p:spPr/>
        <p:txBody>
          <a:bodyPr/>
          <a:lstStyle/>
          <a:p>
            <a:fld id="{5D4DD2A4-6127-47B8-BFD7-BB868B1B1E4A}" type="datetimeFigureOut">
              <a:rPr kumimoji="1" lang="ja-JP" altLang="en-US" smtClean="0"/>
              <a:t>2023/9/8</a:t>
            </a:fld>
            <a:endParaRPr kumimoji="1" lang="ja-JP" altLang="en-US"/>
          </a:p>
        </p:txBody>
      </p:sp>
      <p:sp>
        <p:nvSpPr>
          <p:cNvPr id="3" name="フッター プレースホルダー 2">
            <a:extLst>
              <a:ext uri="{FF2B5EF4-FFF2-40B4-BE49-F238E27FC236}">
                <a16:creationId xmlns:a16="http://schemas.microsoft.com/office/drawing/2014/main" id="{3F7A4DF9-551C-1F67-3CBC-BF48117FE93B}"/>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7C08453-9D66-C8C9-5BF7-D73462486A1C}"/>
              </a:ext>
            </a:extLst>
          </p:cNvPr>
          <p:cNvSpPr>
            <a:spLocks noGrp="1"/>
          </p:cNvSpPr>
          <p:nvPr>
            <p:ph type="sldNum" sz="quarter" idx="12"/>
          </p:nvPr>
        </p:nvSpPr>
        <p:spPr/>
        <p:txBody>
          <a:bodyPr/>
          <a:lstStyle/>
          <a:p>
            <a:fld id="{25175907-DAB9-4B71-BC29-1F2AF8D2AD6D}" type="slidenum">
              <a:rPr kumimoji="1" lang="ja-JP" altLang="en-US" smtClean="0"/>
              <a:t>‹#›</a:t>
            </a:fld>
            <a:endParaRPr kumimoji="1" lang="ja-JP" altLang="en-US"/>
          </a:p>
        </p:txBody>
      </p:sp>
    </p:spTree>
    <p:extLst>
      <p:ext uri="{BB962C8B-B14F-4D97-AF65-F5344CB8AC3E}">
        <p14:creationId xmlns:p14="http://schemas.microsoft.com/office/powerpoint/2010/main" val="2876718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90B95E6-D1A6-9EDC-BA99-2F21990C7FC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A0184F9-0AF9-4C39-F214-0B552EDDC2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8DA6B80-38F0-6DAB-6D05-FC4D0388AB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0004ED7-1C04-472A-A73D-5A1A00E2B06E}"/>
              </a:ext>
            </a:extLst>
          </p:cNvPr>
          <p:cNvSpPr>
            <a:spLocks noGrp="1"/>
          </p:cNvSpPr>
          <p:nvPr>
            <p:ph type="dt" sz="half" idx="10"/>
          </p:nvPr>
        </p:nvSpPr>
        <p:spPr/>
        <p:txBody>
          <a:bodyPr/>
          <a:lstStyle/>
          <a:p>
            <a:fld id="{5D4DD2A4-6127-47B8-BFD7-BB868B1B1E4A}" type="datetimeFigureOut">
              <a:rPr kumimoji="1" lang="ja-JP" altLang="en-US" smtClean="0"/>
              <a:t>2023/9/8</a:t>
            </a:fld>
            <a:endParaRPr kumimoji="1" lang="ja-JP" altLang="en-US"/>
          </a:p>
        </p:txBody>
      </p:sp>
      <p:sp>
        <p:nvSpPr>
          <p:cNvPr id="6" name="フッター プレースホルダー 5">
            <a:extLst>
              <a:ext uri="{FF2B5EF4-FFF2-40B4-BE49-F238E27FC236}">
                <a16:creationId xmlns:a16="http://schemas.microsoft.com/office/drawing/2014/main" id="{1E635275-C0A8-F138-E5BA-A55CF923685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9BC5A6C-3FB5-F5CB-C4C5-8DC71AC3BA99}"/>
              </a:ext>
            </a:extLst>
          </p:cNvPr>
          <p:cNvSpPr>
            <a:spLocks noGrp="1"/>
          </p:cNvSpPr>
          <p:nvPr>
            <p:ph type="sldNum" sz="quarter" idx="12"/>
          </p:nvPr>
        </p:nvSpPr>
        <p:spPr/>
        <p:txBody>
          <a:bodyPr/>
          <a:lstStyle/>
          <a:p>
            <a:fld id="{25175907-DAB9-4B71-BC29-1F2AF8D2AD6D}" type="slidenum">
              <a:rPr kumimoji="1" lang="ja-JP" altLang="en-US" smtClean="0"/>
              <a:t>‹#›</a:t>
            </a:fld>
            <a:endParaRPr kumimoji="1" lang="ja-JP" altLang="en-US"/>
          </a:p>
        </p:txBody>
      </p:sp>
    </p:spTree>
    <p:extLst>
      <p:ext uri="{BB962C8B-B14F-4D97-AF65-F5344CB8AC3E}">
        <p14:creationId xmlns:p14="http://schemas.microsoft.com/office/powerpoint/2010/main" val="15392427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E159258-C279-3362-052B-9E7FB90639D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45957A2-CEB4-F4BC-9218-3C12005D95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112C59DB-D807-E09D-E2B5-4A1CAB1328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1EC9017-4CC5-AAC6-EE82-51350A8FD9AA}"/>
              </a:ext>
            </a:extLst>
          </p:cNvPr>
          <p:cNvSpPr>
            <a:spLocks noGrp="1"/>
          </p:cNvSpPr>
          <p:nvPr>
            <p:ph type="dt" sz="half" idx="10"/>
          </p:nvPr>
        </p:nvSpPr>
        <p:spPr/>
        <p:txBody>
          <a:bodyPr/>
          <a:lstStyle/>
          <a:p>
            <a:fld id="{5D4DD2A4-6127-47B8-BFD7-BB868B1B1E4A}" type="datetimeFigureOut">
              <a:rPr kumimoji="1" lang="ja-JP" altLang="en-US" smtClean="0"/>
              <a:t>2023/9/8</a:t>
            </a:fld>
            <a:endParaRPr kumimoji="1" lang="ja-JP" altLang="en-US"/>
          </a:p>
        </p:txBody>
      </p:sp>
      <p:sp>
        <p:nvSpPr>
          <p:cNvPr id="6" name="フッター プレースホルダー 5">
            <a:extLst>
              <a:ext uri="{FF2B5EF4-FFF2-40B4-BE49-F238E27FC236}">
                <a16:creationId xmlns:a16="http://schemas.microsoft.com/office/drawing/2014/main" id="{E301CFFF-C6E2-48AE-EC88-A8FE33BD09F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4760C94-2670-512C-866B-71190021392E}"/>
              </a:ext>
            </a:extLst>
          </p:cNvPr>
          <p:cNvSpPr>
            <a:spLocks noGrp="1"/>
          </p:cNvSpPr>
          <p:nvPr>
            <p:ph type="sldNum" sz="quarter" idx="12"/>
          </p:nvPr>
        </p:nvSpPr>
        <p:spPr/>
        <p:txBody>
          <a:bodyPr/>
          <a:lstStyle/>
          <a:p>
            <a:fld id="{25175907-DAB9-4B71-BC29-1F2AF8D2AD6D}" type="slidenum">
              <a:rPr kumimoji="1" lang="ja-JP" altLang="en-US" smtClean="0"/>
              <a:t>‹#›</a:t>
            </a:fld>
            <a:endParaRPr kumimoji="1" lang="ja-JP" altLang="en-US"/>
          </a:p>
        </p:txBody>
      </p:sp>
    </p:spTree>
    <p:extLst>
      <p:ext uri="{BB962C8B-B14F-4D97-AF65-F5344CB8AC3E}">
        <p14:creationId xmlns:p14="http://schemas.microsoft.com/office/powerpoint/2010/main" val="1137699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AAF969-B122-A14B-6198-BA06024FAE1F}"/>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BBF825E-BE08-53F7-F374-AF19A8162375}"/>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54E1D86-54AA-035D-B79A-ED932FAE211C}"/>
              </a:ext>
            </a:extLst>
          </p:cNvPr>
          <p:cNvSpPr>
            <a:spLocks noGrp="1"/>
          </p:cNvSpPr>
          <p:nvPr>
            <p:ph type="dt" sz="half" idx="10"/>
          </p:nvPr>
        </p:nvSpPr>
        <p:spPr/>
        <p:txBody>
          <a:bodyPr/>
          <a:lstStyle/>
          <a:p>
            <a:fld id="{5D4DD2A4-6127-47B8-BFD7-BB868B1B1E4A}" type="datetimeFigureOut">
              <a:rPr kumimoji="1" lang="ja-JP" altLang="en-US" smtClean="0"/>
              <a:t>2023/9/8</a:t>
            </a:fld>
            <a:endParaRPr kumimoji="1" lang="ja-JP" altLang="en-US"/>
          </a:p>
        </p:txBody>
      </p:sp>
      <p:sp>
        <p:nvSpPr>
          <p:cNvPr id="5" name="フッター プレースホルダー 4">
            <a:extLst>
              <a:ext uri="{FF2B5EF4-FFF2-40B4-BE49-F238E27FC236}">
                <a16:creationId xmlns:a16="http://schemas.microsoft.com/office/drawing/2014/main" id="{999E1D27-4F81-8648-9322-61D4FA1047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A983F43-A4F6-931B-D4A2-5E74904BAF79}"/>
              </a:ext>
            </a:extLst>
          </p:cNvPr>
          <p:cNvSpPr>
            <a:spLocks noGrp="1"/>
          </p:cNvSpPr>
          <p:nvPr>
            <p:ph type="sldNum" sz="quarter" idx="12"/>
          </p:nvPr>
        </p:nvSpPr>
        <p:spPr/>
        <p:txBody>
          <a:bodyPr/>
          <a:lstStyle/>
          <a:p>
            <a:fld id="{25175907-DAB9-4B71-BC29-1F2AF8D2AD6D}" type="slidenum">
              <a:rPr kumimoji="1" lang="ja-JP" altLang="en-US" smtClean="0"/>
              <a:t>‹#›</a:t>
            </a:fld>
            <a:endParaRPr kumimoji="1" lang="ja-JP" altLang="en-US"/>
          </a:p>
        </p:txBody>
      </p:sp>
    </p:spTree>
    <p:extLst>
      <p:ext uri="{BB962C8B-B14F-4D97-AF65-F5344CB8AC3E}">
        <p14:creationId xmlns:p14="http://schemas.microsoft.com/office/powerpoint/2010/main" val="3424655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F667EF0-89D2-D26C-6727-543FE4537EE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7726B8A-7E1A-F6C1-757C-90E30087CF14}"/>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78C3088-1DA0-ADAD-1CD7-87163FEA732D}"/>
              </a:ext>
            </a:extLst>
          </p:cNvPr>
          <p:cNvSpPr>
            <a:spLocks noGrp="1"/>
          </p:cNvSpPr>
          <p:nvPr>
            <p:ph type="dt" sz="half" idx="10"/>
          </p:nvPr>
        </p:nvSpPr>
        <p:spPr/>
        <p:txBody>
          <a:bodyPr/>
          <a:lstStyle/>
          <a:p>
            <a:fld id="{5D4DD2A4-6127-47B8-BFD7-BB868B1B1E4A}" type="datetimeFigureOut">
              <a:rPr kumimoji="1" lang="ja-JP" altLang="en-US" smtClean="0"/>
              <a:t>2023/9/8</a:t>
            </a:fld>
            <a:endParaRPr kumimoji="1" lang="ja-JP" altLang="en-US"/>
          </a:p>
        </p:txBody>
      </p:sp>
      <p:sp>
        <p:nvSpPr>
          <p:cNvPr id="5" name="フッター プレースホルダー 4">
            <a:extLst>
              <a:ext uri="{FF2B5EF4-FFF2-40B4-BE49-F238E27FC236}">
                <a16:creationId xmlns:a16="http://schemas.microsoft.com/office/drawing/2014/main" id="{F178554E-D97A-69B6-04F6-AA14E3E8BBC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0A6147-BA95-695E-9963-50A5813429E4}"/>
              </a:ext>
            </a:extLst>
          </p:cNvPr>
          <p:cNvSpPr>
            <a:spLocks noGrp="1"/>
          </p:cNvSpPr>
          <p:nvPr>
            <p:ph type="sldNum" sz="quarter" idx="12"/>
          </p:nvPr>
        </p:nvSpPr>
        <p:spPr/>
        <p:txBody>
          <a:bodyPr/>
          <a:lstStyle/>
          <a:p>
            <a:fld id="{25175907-DAB9-4B71-BC29-1F2AF8D2AD6D}" type="slidenum">
              <a:rPr kumimoji="1" lang="ja-JP" altLang="en-US" smtClean="0"/>
              <a:t>‹#›</a:t>
            </a:fld>
            <a:endParaRPr kumimoji="1" lang="ja-JP" altLang="en-US"/>
          </a:p>
        </p:txBody>
      </p:sp>
    </p:spTree>
    <p:extLst>
      <p:ext uri="{BB962C8B-B14F-4D97-AF65-F5344CB8AC3E}">
        <p14:creationId xmlns:p14="http://schemas.microsoft.com/office/powerpoint/2010/main" val="450155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5CEA6DA8-249B-2ADC-0FAC-17DC4C744A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9FC633B-6D60-F2EE-DDA8-9C544D07F6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20D5657-72F9-E43E-C518-AB1F59F2A3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4DD2A4-6127-47B8-BFD7-BB868B1B1E4A}" type="datetimeFigureOut">
              <a:rPr kumimoji="1" lang="ja-JP" altLang="en-US" smtClean="0"/>
              <a:t>2023/9/8</a:t>
            </a:fld>
            <a:endParaRPr kumimoji="1" lang="ja-JP" altLang="en-US"/>
          </a:p>
        </p:txBody>
      </p:sp>
      <p:sp>
        <p:nvSpPr>
          <p:cNvPr id="5" name="フッター プレースホルダー 4">
            <a:extLst>
              <a:ext uri="{FF2B5EF4-FFF2-40B4-BE49-F238E27FC236}">
                <a16:creationId xmlns:a16="http://schemas.microsoft.com/office/drawing/2014/main" id="{FF4FF28C-9488-FD99-A010-815BB941BD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B05694B5-8DF2-2C06-08B9-68FFBAD3293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175907-DAB9-4B71-BC29-1F2AF8D2AD6D}" type="slidenum">
              <a:rPr kumimoji="1" lang="ja-JP" altLang="en-US" smtClean="0"/>
              <a:t>‹#›</a:t>
            </a:fld>
            <a:endParaRPr kumimoji="1" lang="ja-JP" altLang="en-US"/>
          </a:p>
        </p:txBody>
      </p:sp>
    </p:spTree>
    <p:extLst>
      <p:ext uri="{BB962C8B-B14F-4D97-AF65-F5344CB8AC3E}">
        <p14:creationId xmlns:p14="http://schemas.microsoft.com/office/powerpoint/2010/main" val="34201962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jf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D42F2F7-7303-79C0-03AB-48FBDAEB8C70}"/>
              </a:ext>
            </a:extLst>
          </p:cNvPr>
          <p:cNvSpPr>
            <a:spLocks noGrp="1"/>
          </p:cNvSpPr>
          <p:nvPr>
            <p:ph type="ctrTitle"/>
          </p:nvPr>
        </p:nvSpPr>
        <p:spPr/>
        <p:txBody>
          <a:bodyPr/>
          <a:lstStyle/>
          <a:p>
            <a:r>
              <a:rPr kumimoji="1" lang="ja-JP" altLang="en-US" dirty="0"/>
              <a:t>日本ゲーム大賞の草案</a:t>
            </a:r>
          </a:p>
        </p:txBody>
      </p:sp>
      <p:sp>
        <p:nvSpPr>
          <p:cNvPr id="3" name="字幕 2">
            <a:extLst>
              <a:ext uri="{FF2B5EF4-FFF2-40B4-BE49-F238E27FC236}">
                <a16:creationId xmlns:a16="http://schemas.microsoft.com/office/drawing/2014/main" id="{CF942410-FB6C-A5BF-790C-531C11EA491D}"/>
              </a:ext>
            </a:extLst>
          </p:cNvPr>
          <p:cNvSpPr>
            <a:spLocks noGrp="1"/>
          </p:cNvSpPr>
          <p:nvPr>
            <p:ph type="subTitle" idx="1"/>
          </p:nvPr>
        </p:nvSpPr>
        <p:spPr>
          <a:xfrm>
            <a:off x="1524000" y="4079875"/>
            <a:ext cx="9144000" cy="1655762"/>
          </a:xfrm>
        </p:spPr>
        <p:txBody>
          <a:bodyPr/>
          <a:lstStyle/>
          <a:p>
            <a:r>
              <a:rPr kumimoji="1" lang="ja-JP" altLang="en-US" dirty="0"/>
              <a:t>テーマ（こだわり）</a:t>
            </a:r>
          </a:p>
        </p:txBody>
      </p:sp>
    </p:spTree>
    <p:extLst>
      <p:ext uri="{BB962C8B-B14F-4D97-AF65-F5344CB8AC3E}">
        <p14:creationId xmlns:p14="http://schemas.microsoft.com/office/powerpoint/2010/main" val="30878253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D46FAF-7DEC-C54C-83F6-F9A56D3D4966}"/>
              </a:ext>
            </a:extLst>
          </p:cNvPr>
          <p:cNvSpPr>
            <a:spLocks noGrp="1"/>
          </p:cNvSpPr>
          <p:nvPr>
            <p:ph type="title"/>
          </p:nvPr>
        </p:nvSpPr>
        <p:spPr>
          <a:xfrm>
            <a:off x="200891" y="209045"/>
            <a:ext cx="3087254" cy="751538"/>
          </a:xfrm>
        </p:spPr>
        <p:txBody>
          <a:bodyPr/>
          <a:lstStyle/>
          <a:p>
            <a:r>
              <a:rPr kumimoji="1" lang="ja-JP" altLang="en-US" dirty="0"/>
              <a:t>ゲーム画面</a:t>
            </a:r>
          </a:p>
        </p:txBody>
      </p:sp>
      <p:pic>
        <p:nvPicPr>
          <p:cNvPr id="1026" name="Picture 2">
            <a:extLst>
              <a:ext uri="{FF2B5EF4-FFF2-40B4-BE49-F238E27FC236}">
                <a16:creationId xmlns:a16="http://schemas.microsoft.com/office/drawing/2014/main" id="{E4BB5888-D69A-92A0-ECDF-1F55D08BB01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42108" y="1258094"/>
            <a:ext cx="10411691" cy="491886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EBE73158-9989-EA7E-677C-B67321C609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8215" y="3996635"/>
            <a:ext cx="1495569" cy="193945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スライム">
            <a:extLst>
              <a:ext uri="{FF2B5EF4-FFF2-40B4-BE49-F238E27FC236}">
                <a16:creationId xmlns:a16="http://schemas.microsoft.com/office/drawing/2014/main" id="{67B2F478-21CD-1C61-2345-6F33459B05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18076" y="2631678"/>
            <a:ext cx="1266825" cy="1085850"/>
          </a:xfrm>
          <a:prstGeom prst="rect">
            <a:avLst/>
          </a:prstGeom>
          <a:noFill/>
          <a:extLst>
            <a:ext uri="{909E8E84-426E-40DD-AFC4-6F175D3DCCD1}">
              <a14:hiddenFill xmlns:a14="http://schemas.microsoft.com/office/drawing/2010/main">
                <a:solidFill>
                  <a:srgbClr val="FFFFFF"/>
                </a:solidFill>
              </a14:hiddenFill>
            </a:ext>
          </a:extLst>
        </p:spPr>
      </p:pic>
      <p:sp>
        <p:nvSpPr>
          <p:cNvPr id="6" name="正方形/長方形 5">
            <a:extLst>
              <a:ext uri="{FF2B5EF4-FFF2-40B4-BE49-F238E27FC236}">
                <a16:creationId xmlns:a16="http://schemas.microsoft.com/office/drawing/2014/main" id="{41398B01-9D3C-958B-17CD-78524A5F3E17}"/>
              </a:ext>
            </a:extLst>
          </p:cNvPr>
          <p:cNvSpPr/>
          <p:nvPr/>
        </p:nvSpPr>
        <p:spPr>
          <a:xfrm>
            <a:off x="1096817" y="3811968"/>
            <a:ext cx="2521528" cy="193945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
        <p:nvSpPr>
          <p:cNvPr id="5" name="テキスト ボックス 4">
            <a:extLst>
              <a:ext uri="{FF2B5EF4-FFF2-40B4-BE49-F238E27FC236}">
                <a16:creationId xmlns:a16="http://schemas.microsoft.com/office/drawing/2014/main" id="{02073B8F-ADF8-0428-F29D-0D99681349AE}"/>
              </a:ext>
            </a:extLst>
          </p:cNvPr>
          <p:cNvSpPr txBox="1"/>
          <p:nvPr/>
        </p:nvSpPr>
        <p:spPr>
          <a:xfrm>
            <a:off x="1074882" y="3996635"/>
            <a:ext cx="1339272" cy="369332"/>
          </a:xfrm>
          <a:prstGeom prst="rect">
            <a:avLst/>
          </a:prstGeom>
          <a:noFill/>
        </p:spPr>
        <p:txBody>
          <a:bodyPr wrap="square" rtlCol="0">
            <a:spAutoFit/>
          </a:bodyPr>
          <a:lstStyle/>
          <a:p>
            <a:r>
              <a:rPr kumimoji="1" lang="ja-JP" altLang="en-US" dirty="0"/>
              <a:t>コマンド</a:t>
            </a:r>
          </a:p>
        </p:txBody>
      </p:sp>
      <p:sp>
        <p:nvSpPr>
          <p:cNvPr id="4" name="テキスト ボックス 3">
            <a:extLst>
              <a:ext uri="{FF2B5EF4-FFF2-40B4-BE49-F238E27FC236}">
                <a16:creationId xmlns:a16="http://schemas.microsoft.com/office/drawing/2014/main" id="{E9D72151-2773-2AAB-EE03-8B8D5C853C28}"/>
              </a:ext>
            </a:extLst>
          </p:cNvPr>
          <p:cNvSpPr txBox="1"/>
          <p:nvPr/>
        </p:nvSpPr>
        <p:spPr>
          <a:xfrm>
            <a:off x="2194791" y="4040045"/>
            <a:ext cx="808182" cy="369332"/>
          </a:xfrm>
          <a:prstGeom prst="rect">
            <a:avLst/>
          </a:prstGeom>
          <a:noFill/>
        </p:spPr>
        <p:txBody>
          <a:bodyPr wrap="square" rtlCol="0">
            <a:spAutoFit/>
          </a:bodyPr>
          <a:lstStyle/>
          <a:p>
            <a:r>
              <a:rPr kumimoji="1" lang="ja-JP" altLang="en-US" dirty="0"/>
              <a:t>殴る</a:t>
            </a:r>
          </a:p>
        </p:txBody>
      </p:sp>
      <p:sp>
        <p:nvSpPr>
          <p:cNvPr id="7" name="テキスト ボックス 6">
            <a:extLst>
              <a:ext uri="{FF2B5EF4-FFF2-40B4-BE49-F238E27FC236}">
                <a16:creationId xmlns:a16="http://schemas.microsoft.com/office/drawing/2014/main" id="{8E78D924-F844-CA0D-2C7E-6091B0967A97}"/>
              </a:ext>
            </a:extLst>
          </p:cNvPr>
          <p:cNvSpPr txBox="1"/>
          <p:nvPr/>
        </p:nvSpPr>
        <p:spPr>
          <a:xfrm>
            <a:off x="2161886" y="4365968"/>
            <a:ext cx="873991" cy="369332"/>
          </a:xfrm>
          <a:prstGeom prst="rect">
            <a:avLst/>
          </a:prstGeom>
          <a:noFill/>
        </p:spPr>
        <p:txBody>
          <a:bodyPr wrap="square" rtlCol="0">
            <a:spAutoFit/>
          </a:bodyPr>
          <a:lstStyle/>
          <a:p>
            <a:r>
              <a:rPr kumimoji="1" lang="ja-JP" altLang="en-US" dirty="0"/>
              <a:t>ける</a:t>
            </a:r>
          </a:p>
        </p:txBody>
      </p:sp>
      <p:sp>
        <p:nvSpPr>
          <p:cNvPr id="3" name="テキスト ボックス 2">
            <a:extLst>
              <a:ext uri="{FF2B5EF4-FFF2-40B4-BE49-F238E27FC236}">
                <a16:creationId xmlns:a16="http://schemas.microsoft.com/office/drawing/2014/main" id="{C3EC2E4A-B482-7F6A-59DA-19457CD5B6CE}"/>
              </a:ext>
            </a:extLst>
          </p:cNvPr>
          <p:cNvSpPr txBox="1"/>
          <p:nvPr/>
        </p:nvSpPr>
        <p:spPr>
          <a:xfrm>
            <a:off x="2161886" y="4663478"/>
            <a:ext cx="1337261" cy="369332"/>
          </a:xfrm>
          <a:prstGeom prst="rect">
            <a:avLst/>
          </a:prstGeom>
          <a:noFill/>
        </p:spPr>
        <p:txBody>
          <a:bodyPr wrap="square" rtlCol="0">
            <a:spAutoFit/>
          </a:bodyPr>
          <a:lstStyle/>
          <a:p>
            <a:r>
              <a:rPr lang="ja-JP" altLang="en-US" dirty="0"/>
              <a:t>仲間にする</a:t>
            </a:r>
            <a:endParaRPr kumimoji="1" lang="ja-JP" altLang="en-US" dirty="0"/>
          </a:p>
        </p:txBody>
      </p:sp>
      <p:sp>
        <p:nvSpPr>
          <p:cNvPr id="8" name="テキスト ボックス 7">
            <a:extLst>
              <a:ext uri="{FF2B5EF4-FFF2-40B4-BE49-F238E27FC236}">
                <a16:creationId xmlns:a16="http://schemas.microsoft.com/office/drawing/2014/main" id="{20165812-1FCC-1C0E-C56A-86F7F7B9A13A}"/>
              </a:ext>
            </a:extLst>
          </p:cNvPr>
          <p:cNvSpPr txBox="1"/>
          <p:nvPr/>
        </p:nvSpPr>
        <p:spPr>
          <a:xfrm>
            <a:off x="2194791" y="5032810"/>
            <a:ext cx="1304356" cy="369332"/>
          </a:xfrm>
          <a:prstGeom prst="rect">
            <a:avLst/>
          </a:prstGeom>
          <a:noFill/>
        </p:spPr>
        <p:txBody>
          <a:bodyPr wrap="square" rtlCol="0">
            <a:spAutoFit/>
          </a:bodyPr>
          <a:lstStyle/>
          <a:p>
            <a:r>
              <a:rPr kumimoji="1" lang="ja-JP" altLang="en-US" dirty="0"/>
              <a:t>逃がす</a:t>
            </a:r>
          </a:p>
        </p:txBody>
      </p:sp>
      <p:sp>
        <p:nvSpPr>
          <p:cNvPr id="9" name="矢印: 下 8">
            <a:extLst>
              <a:ext uri="{FF2B5EF4-FFF2-40B4-BE49-F238E27FC236}">
                <a16:creationId xmlns:a16="http://schemas.microsoft.com/office/drawing/2014/main" id="{C2C06BC6-12DC-9271-F53C-E43D4C49674D}"/>
              </a:ext>
            </a:extLst>
          </p:cNvPr>
          <p:cNvSpPr/>
          <p:nvPr/>
        </p:nvSpPr>
        <p:spPr>
          <a:xfrm>
            <a:off x="2594542" y="5456419"/>
            <a:ext cx="235974" cy="18004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7C58E429-FA26-E7A3-813B-0C671601260A}"/>
              </a:ext>
            </a:extLst>
          </p:cNvPr>
          <p:cNvSpPr/>
          <p:nvPr/>
        </p:nvSpPr>
        <p:spPr>
          <a:xfrm>
            <a:off x="5078360" y="1530028"/>
            <a:ext cx="2035277" cy="45228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テキスト ボックス 10">
            <a:extLst>
              <a:ext uri="{FF2B5EF4-FFF2-40B4-BE49-F238E27FC236}">
                <a16:creationId xmlns:a16="http://schemas.microsoft.com/office/drawing/2014/main" id="{2578531D-B2A1-E68F-469C-84A81E523246}"/>
              </a:ext>
            </a:extLst>
          </p:cNvPr>
          <p:cNvSpPr txBox="1"/>
          <p:nvPr/>
        </p:nvSpPr>
        <p:spPr>
          <a:xfrm>
            <a:off x="5154411" y="1571504"/>
            <a:ext cx="1947322" cy="369332"/>
          </a:xfrm>
          <a:prstGeom prst="rect">
            <a:avLst/>
          </a:prstGeom>
          <a:noFill/>
        </p:spPr>
        <p:txBody>
          <a:bodyPr wrap="square" rtlCol="0">
            <a:spAutoFit/>
          </a:bodyPr>
          <a:lstStyle/>
          <a:p>
            <a:r>
              <a:rPr lang="en-US" altLang="ja-JP" dirty="0"/>
              <a:t>Lv.</a:t>
            </a:r>
            <a:r>
              <a:rPr lang="ja-JP" altLang="en-US" dirty="0"/>
              <a:t>２・ドロドロ</a:t>
            </a:r>
            <a:endParaRPr kumimoji="1" lang="ja-JP" altLang="en-US" dirty="0"/>
          </a:p>
        </p:txBody>
      </p:sp>
    </p:spTree>
    <p:extLst>
      <p:ext uri="{BB962C8B-B14F-4D97-AF65-F5344CB8AC3E}">
        <p14:creationId xmlns:p14="http://schemas.microsoft.com/office/powerpoint/2010/main" val="18985597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1CC5F18-B751-9795-C6C6-3B73C0301C3A}"/>
              </a:ext>
            </a:extLst>
          </p:cNvPr>
          <p:cNvSpPr>
            <a:spLocks noGrp="1"/>
          </p:cNvSpPr>
          <p:nvPr>
            <p:ph type="title"/>
          </p:nvPr>
        </p:nvSpPr>
        <p:spPr/>
        <p:txBody>
          <a:bodyPr/>
          <a:lstStyle/>
          <a:p>
            <a:r>
              <a:rPr kumimoji="1" lang="ja-JP" altLang="en-US" dirty="0"/>
              <a:t>ゲームルール</a:t>
            </a:r>
          </a:p>
        </p:txBody>
      </p:sp>
      <p:sp>
        <p:nvSpPr>
          <p:cNvPr id="3" name="コンテンツ プレースホルダー 2">
            <a:extLst>
              <a:ext uri="{FF2B5EF4-FFF2-40B4-BE49-F238E27FC236}">
                <a16:creationId xmlns:a16="http://schemas.microsoft.com/office/drawing/2014/main" id="{3136AB00-EA6B-C8CD-1DF0-01C3038D4311}"/>
              </a:ext>
            </a:extLst>
          </p:cNvPr>
          <p:cNvSpPr>
            <a:spLocks noGrp="1"/>
          </p:cNvSpPr>
          <p:nvPr>
            <p:ph idx="1"/>
          </p:nvPr>
        </p:nvSpPr>
        <p:spPr>
          <a:xfrm>
            <a:off x="648929" y="1612490"/>
            <a:ext cx="10894142" cy="2094271"/>
          </a:xfrm>
        </p:spPr>
        <p:txBody>
          <a:bodyPr>
            <a:normAutofit fontScale="70000" lnSpcReduction="20000"/>
          </a:bodyPr>
          <a:lstStyle/>
          <a:p>
            <a:r>
              <a:rPr kumimoji="1" lang="ja-JP" altLang="en-US" dirty="0"/>
              <a:t>フィールドを探索して敵と遭遇したらターン制のコマンドバトルスタート！</a:t>
            </a:r>
            <a:endParaRPr kumimoji="1" lang="en-US" altLang="ja-JP" dirty="0"/>
          </a:p>
          <a:p>
            <a:r>
              <a:rPr kumimoji="1" lang="ja-JP" altLang="en-US" dirty="0"/>
              <a:t>道中の敵を倒し、レベルを上げ、魔王からこの世界を守ればゲームクリア！</a:t>
            </a:r>
            <a:endParaRPr kumimoji="1" lang="en-US" altLang="ja-JP" dirty="0"/>
          </a:p>
          <a:p>
            <a:r>
              <a:rPr kumimoji="1" lang="ja-JP" altLang="en-US" dirty="0"/>
              <a:t>敵を倒すも仲間にするも何をするのもプレイヤー次第！</a:t>
            </a:r>
            <a:endParaRPr kumimoji="1" lang="en-US" altLang="ja-JP" dirty="0"/>
          </a:p>
          <a:p>
            <a:r>
              <a:rPr lang="ja-JP" altLang="en-US" dirty="0"/>
              <a:t>敵の特徴をよく見たり、事前に</a:t>
            </a:r>
            <a:r>
              <a:rPr lang="en-US" altLang="ja-JP" dirty="0"/>
              <a:t>NPC</a:t>
            </a:r>
            <a:r>
              <a:rPr lang="ja-JP" altLang="en-US" dirty="0"/>
              <a:t>からのアドバイスをもとに行動しても何でもあり！</a:t>
            </a:r>
            <a:endParaRPr lang="en-US" altLang="ja-JP" dirty="0"/>
          </a:p>
          <a:p>
            <a:r>
              <a:rPr kumimoji="1" lang="ja-JP" altLang="en-US" dirty="0"/>
              <a:t>しかしあまりにも非道なことを続けてしまうと敵が強くなったりゲームが難しくなったりするかも？！</a:t>
            </a:r>
            <a:endParaRPr kumimoji="1" lang="en-US" altLang="ja-JP" dirty="0"/>
          </a:p>
          <a:p>
            <a:endParaRPr kumimoji="1" lang="ja-JP" altLang="en-US" dirty="0"/>
          </a:p>
        </p:txBody>
      </p:sp>
      <p:pic>
        <p:nvPicPr>
          <p:cNvPr id="2050" name="Picture 2" descr="石を投げる子供のイラスト | かわいいフリー素材集 いらすとや">
            <a:extLst>
              <a:ext uri="{FF2B5EF4-FFF2-40B4-BE49-F238E27FC236}">
                <a16:creationId xmlns:a16="http://schemas.microsoft.com/office/drawing/2014/main" id="{C9CDC1B0-93F0-E1BD-E14F-D0D3491AD8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2044" y="4629662"/>
            <a:ext cx="1863213" cy="18632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モンスター　イラスト に対する画像結果">
            <a:extLst>
              <a:ext uri="{FF2B5EF4-FFF2-40B4-BE49-F238E27FC236}">
                <a16:creationId xmlns:a16="http://schemas.microsoft.com/office/drawing/2014/main" id="{67718BC3-9DDF-10CE-D97A-993FB2F418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9560" y="4198374"/>
            <a:ext cx="2647950" cy="2647950"/>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98711645-E31A-4F14-2E68-B77C8386E4C7}"/>
              </a:ext>
            </a:extLst>
          </p:cNvPr>
          <p:cNvSpPr txBox="1"/>
          <p:nvPr/>
        </p:nvSpPr>
        <p:spPr>
          <a:xfrm>
            <a:off x="8144492" y="4645186"/>
            <a:ext cx="3500284" cy="1754326"/>
          </a:xfrm>
          <a:prstGeom prst="rect">
            <a:avLst/>
          </a:prstGeom>
          <a:noFill/>
        </p:spPr>
        <p:txBody>
          <a:bodyPr wrap="square" rtlCol="0">
            <a:spAutoFit/>
          </a:bodyPr>
          <a:lstStyle/>
          <a:p>
            <a:r>
              <a:rPr kumimoji="1" lang="ja-JP" altLang="en-US" dirty="0"/>
              <a:t>あえて敵を強くさせてゲームを難しくさせたり。</a:t>
            </a:r>
            <a:endParaRPr kumimoji="1" lang="en-US" altLang="ja-JP" dirty="0"/>
          </a:p>
          <a:p>
            <a:r>
              <a:rPr lang="ja-JP" altLang="en-US" dirty="0"/>
              <a:t>敵の特徴によって選択するコマンドを考えたりするポイント</a:t>
            </a:r>
            <a:endParaRPr lang="en-US" altLang="ja-JP" dirty="0"/>
          </a:p>
          <a:p>
            <a:r>
              <a:rPr kumimoji="1" lang="ja-JP" altLang="en-US" dirty="0"/>
              <a:t>ただ敵を倒すだけではないバトルシステム</a:t>
            </a:r>
          </a:p>
        </p:txBody>
      </p:sp>
      <p:sp>
        <p:nvSpPr>
          <p:cNvPr id="5" name="テキスト ボックス 4">
            <a:extLst>
              <a:ext uri="{FF2B5EF4-FFF2-40B4-BE49-F238E27FC236}">
                <a16:creationId xmlns:a16="http://schemas.microsoft.com/office/drawing/2014/main" id="{6AACD2AD-68A6-538E-FAAC-DC89B6F1E5FF}"/>
              </a:ext>
            </a:extLst>
          </p:cNvPr>
          <p:cNvSpPr txBox="1"/>
          <p:nvPr/>
        </p:nvSpPr>
        <p:spPr>
          <a:xfrm>
            <a:off x="8504904" y="4198374"/>
            <a:ext cx="2647950" cy="369332"/>
          </a:xfrm>
          <a:prstGeom prst="rect">
            <a:avLst/>
          </a:prstGeom>
          <a:noFill/>
        </p:spPr>
        <p:txBody>
          <a:bodyPr wrap="square" rtlCol="0">
            <a:spAutoFit/>
          </a:bodyPr>
          <a:lstStyle/>
          <a:p>
            <a:r>
              <a:rPr kumimoji="1" lang="ja-JP" altLang="en-US" dirty="0"/>
              <a:t>ゲームの楽しいところ</a:t>
            </a:r>
          </a:p>
        </p:txBody>
      </p:sp>
    </p:spTree>
    <p:extLst>
      <p:ext uri="{BB962C8B-B14F-4D97-AF65-F5344CB8AC3E}">
        <p14:creationId xmlns:p14="http://schemas.microsoft.com/office/powerpoint/2010/main" val="1919409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爆発: 14 pt 3">
            <a:extLst>
              <a:ext uri="{FF2B5EF4-FFF2-40B4-BE49-F238E27FC236}">
                <a16:creationId xmlns:a16="http://schemas.microsoft.com/office/drawing/2014/main" id="{426B7983-84AA-7AC3-605B-50DD5747690D}"/>
              </a:ext>
            </a:extLst>
          </p:cNvPr>
          <p:cNvSpPr/>
          <p:nvPr/>
        </p:nvSpPr>
        <p:spPr>
          <a:xfrm>
            <a:off x="371168" y="-79119"/>
            <a:ext cx="11449664" cy="2488022"/>
          </a:xfrm>
          <a:prstGeom prst="irregularSeal2">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D66CF248-81CE-0D0F-4802-6493851D2AA3}"/>
              </a:ext>
            </a:extLst>
          </p:cNvPr>
          <p:cNvSpPr>
            <a:spLocks noGrp="1"/>
          </p:cNvSpPr>
          <p:nvPr>
            <p:ph type="title"/>
          </p:nvPr>
        </p:nvSpPr>
        <p:spPr>
          <a:xfrm>
            <a:off x="2380635" y="884904"/>
            <a:ext cx="7430729" cy="816077"/>
          </a:xfrm>
        </p:spPr>
        <p:txBody>
          <a:bodyPr>
            <a:normAutofit fontScale="90000"/>
          </a:bodyPr>
          <a:lstStyle/>
          <a:p>
            <a:r>
              <a:rPr kumimoji="1" lang="ja-JP" altLang="en-US" dirty="0"/>
              <a:t>この企画のセールスポイント</a:t>
            </a:r>
          </a:p>
        </p:txBody>
      </p:sp>
      <p:sp>
        <p:nvSpPr>
          <p:cNvPr id="3" name="コンテンツ プレースホルダー 2">
            <a:extLst>
              <a:ext uri="{FF2B5EF4-FFF2-40B4-BE49-F238E27FC236}">
                <a16:creationId xmlns:a16="http://schemas.microsoft.com/office/drawing/2014/main" id="{5D2114D2-06E8-8174-AE7B-11C85D09E54E}"/>
              </a:ext>
            </a:extLst>
          </p:cNvPr>
          <p:cNvSpPr>
            <a:spLocks noGrp="1"/>
          </p:cNvSpPr>
          <p:nvPr>
            <p:ph idx="1"/>
          </p:nvPr>
        </p:nvSpPr>
        <p:spPr>
          <a:xfrm>
            <a:off x="838200" y="3372926"/>
            <a:ext cx="10852355" cy="2303923"/>
          </a:xfrm>
        </p:spPr>
        <p:txBody>
          <a:bodyPr/>
          <a:lstStyle/>
          <a:p>
            <a:r>
              <a:rPr kumimoji="1" lang="ja-JP" altLang="en-US" dirty="0"/>
              <a:t>ただ敵を倒すだけではなくどう行動するのがそのモンスターにとって最適なのかなど考えながら戦うバトル</a:t>
            </a:r>
            <a:endParaRPr kumimoji="1" lang="en-US" altLang="ja-JP" dirty="0"/>
          </a:p>
          <a:p>
            <a:r>
              <a:rPr lang="ja-JP" altLang="en-US" dirty="0"/>
              <a:t>事前に</a:t>
            </a:r>
            <a:r>
              <a:rPr lang="en-US" altLang="ja-JP" dirty="0"/>
              <a:t>NPC</a:t>
            </a:r>
            <a:r>
              <a:rPr lang="ja-JP" altLang="en-US" dirty="0"/>
              <a:t>などから情報を集めたりしてバトルを有利に進めれる</a:t>
            </a:r>
            <a:endParaRPr lang="en-US" altLang="ja-JP" dirty="0"/>
          </a:p>
          <a:p>
            <a:r>
              <a:rPr kumimoji="1" lang="ja-JP" altLang="en-US" dirty="0"/>
              <a:t>あえて敵を強くしたりすることもできる自由なバトル</a:t>
            </a:r>
          </a:p>
        </p:txBody>
      </p:sp>
    </p:spTree>
    <p:extLst>
      <p:ext uri="{BB962C8B-B14F-4D97-AF65-F5344CB8AC3E}">
        <p14:creationId xmlns:p14="http://schemas.microsoft.com/office/powerpoint/2010/main" val="3803269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18E29F-3FC4-1F6E-96F7-1B0A8C060BBB}"/>
              </a:ext>
            </a:extLst>
          </p:cNvPr>
          <p:cNvSpPr>
            <a:spLocks noGrp="1"/>
          </p:cNvSpPr>
          <p:nvPr>
            <p:ph type="title"/>
          </p:nvPr>
        </p:nvSpPr>
        <p:spPr/>
        <p:txBody>
          <a:bodyPr/>
          <a:lstStyle/>
          <a:p>
            <a:r>
              <a:rPr kumimoji="1" lang="ja-JP" altLang="en-US" dirty="0"/>
              <a:t>プラットフォーム・操作方法</a:t>
            </a:r>
          </a:p>
        </p:txBody>
      </p:sp>
      <p:sp>
        <p:nvSpPr>
          <p:cNvPr id="3" name="コンテンツ プレースホルダー 2">
            <a:extLst>
              <a:ext uri="{FF2B5EF4-FFF2-40B4-BE49-F238E27FC236}">
                <a16:creationId xmlns:a16="http://schemas.microsoft.com/office/drawing/2014/main" id="{D789881E-A689-11F9-B752-480073529B8A}"/>
              </a:ext>
            </a:extLst>
          </p:cNvPr>
          <p:cNvSpPr>
            <a:spLocks noGrp="1"/>
          </p:cNvSpPr>
          <p:nvPr>
            <p:ph idx="1"/>
          </p:nvPr>
        </p:nvSpPr>
        <p:spPr>
          <a:xfrm>
            <a:off x="838200" y="1690688"/>
            <a:ext cx="5513439" cy="484956"/>
          </a:xfrm>
        </p:spPr>
        <p:txBody>
          <a:bodyPr>
            <a:normAutofit fontScale="55000" lnSpcReduction="20000"/>
          </a:bodyPr>
          <a:lstStyle/>
          <a:p>
            <a:pPr marL="0" indent="0">
              <a:buNone/>
            </a:pPr>
            <a:r>
              <a:rPr kumimoji="1" lang="ja-JP" altLang="en-US" dirty="0"/>
              <a:t>プラットフォームは</a:t>
            </a:r>
            <a:r>
              <a:rPr kumimoji="1" lang="en-US" altLang="ja-JP" dirty="0"/>
              <a:t>PC</a:t>
            </a:r>
            <a:r>
              <a:rPr lang="ja-JP" altLang="en-US" dirty="0"/>
              <a:t>、</a:t>
            </a:r>
            <a:r>
              <a:rPr lang="en-US" altLang="ja-JP" dirty="0"/>
              <a:t>Switch</a:t>
            </a:r>
            <a:r>
              <a:rPr lang="ja-JP" altLang="en-US" dirty="0"/>
              <a:t>、</a:t>
            </a:r>
            <a:r>
              <a:rPr lang="en-US" altLang="ja-JP" dirty="0" err="1"/>
              <a:t>ps</a:t>
            </a:r>
            <a:r>
              <a:rPr lang="ja-JP" altLang="en-US" dirty="0"/>
              <a:t>４，</a:t>
            </a:r>
            <a:r>
              <a:rPr lang="en-US" altLang="ja-JP" dirty="0"/>
              <a:t>5</a:t>
            </a:r>
            <a:r>
              <a:rPr lang="ja-JP" altLang="en-US" dirty="0"/>
              <a:t>などを予定！</a:t>
            </a:r>
            <a:endParaRPr kumimoji="1" lang="ja-JP" altLang="en-US" dirty="0"/>
          </a:p>
        </p:txBody>
      </p:sp>
      <p:pic>
        <p:nvPicPr>
          <p:cNvPr id="1026" name="Picture 2" descr="PC irasuto  に対する画像結果">
            <a:extLst>
              <a:ext uri="{FF2B5EF4-FFF2-40B4-BE49-F238E27FC236}">
                <a16:creationId xmlns:a16="http://schemas.microsoft.com/office/drawing/2014/main" id="{F99FE738-8D91-18A0-A0C0-5B20D447D6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0598" y="2175644"/>
            <a:ext cx="2400300" cy="24003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intendo Switch | 助っ人イラスト">
            <a:extLst>
              <a:ext uri="{FF2B5EF4-FFF2-40B4-BE49-F238E27FC236}">
                <a16:creationId xmlns:a16="http://schemas.microsoft.com/office/drawing/2014/main" id="{A3238BFF-A208-3979-FECC-506C982637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1671" y="1961178"/>
            <a:ext cx="2829232" cy="2829232"/>
          </a:xfrm>
          <a:prstGeom prst="rect">
            <a:avLst/>
          </a:prstGeom>
          <a:noFill/>
          <a:extLst>
            <a:ext uri="{909E8E84-426E-40DD-AFC4-6F175D3DCCD1}">
              <a14:hiddenFill xmlns:a14="http://schemas.microsoft.com/office/drawing/2010/main">
                <a:solidFill>
                  <a:srgbClr val="FFFFFF"/>
                </a:solidFill>
              </a14:hiddenFill>
            </a:ext>
          </a:extLst>
        </p:spPr>
      </p:pic>
      <p:pic>
        <p:nvPicPr>
          <p:cNvPr id="5" name="図 4" descr="屋内, モニター, フロント, 座る が含まれている画像&#10;&#10;自動的に生成された説明">
            <a:extLst>
              <a:ext uri="{FF2B5EF4-FFF2-40B4-BE49-F238E27FC236}">
                <a16:creationId xmlns:a16="http://schemas.microsoft.com/office/drawing/2014/main" id="{280C682B-6309-4E69-D5CC-86449ACC50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69750" y="4298028"/>
            <a:ext cx="1954675" cy="1954675"/>
          </a:xfrm>
          <a:prstGeom prst="rect">
            <a:avLst/>
          </a:prstGeom>
        </p:spPr>
      </p:pic>
      <p:sp>
        <p:nvSpPr>
          <p:cNvPr id="6" name="テキスト ボックス 5">
            <a:extLst>
              <a:ext uri="{FF2B5EF4-FFF2-40B4-BE49-F238E27FC236}">
                <a16:creationId xmlns:a16="http://schemas.microsoft.com/office/drawing/2014/main" id="{D0266E3F-FD5E-FF77-3548-BC499A714D9D}"/>
              </a:ext>
            </a:extLst>
          </p:cNvPr>
          <p:cNvSpPr txBox="1"/>
          <p:nvPr/>
        </p:nvSpPr>
        <p:spPr>
          <a:xfrm>
            <a:off x="8072283" y="1965737"/>
            <a:ext cx="3637935" cy="2646878"/>
          </a:xfrm>
          <a:prstGeom prst="rect">
            <a:avLst/>
          </a:prstGeom>
          <a:noFill/>
        </p:spPr>
        <p:txBody>
          <a:bodyPr wrap="square" rtlCol="0">
            <a:spAutoFit/>
          </a:bodyPr>
          <a:lstStyle/>
          <a:p>
            <a:r>
              <a:rPr kumimoji="1" lang="ja-JP" altLang="en-US" sz="4000" dirty="0"/>
              <a:t>操作方法</a:t>
            </a:r>
            <a:endParaRPr kumimoji="1" lang="en-US" altLang="ja-JP" sz="4000" dirty="0"/>
          </a:p>
          <a:p>
            <a:r>
              <a:rPr kumimoji="1" lang="ja-JP" altLang="en-US" dirty="0"/>
              <a:t>コントローラーの場合では左スティックで移動右スティックで右スティックで視点移動や選択、ボタンで決定</a:t>
            </a:r>
            <a:endParaRPr kumimoji="1" lang="en-US" altLang="ja-JP" dirty="0"/>
          </a:p>
          <a:p>
            <a:r>
              <a:rPr lang="ja-JP" altLang="en-US" dirty="0"/>
              <a:t>キーボードの場合では</a:t>
            </a:r>
            <a:r>
              <a:rPr lang="en-US" altLang="ja-JP" dirty="0"/>
              <a:t>WASD</a:t>
            </a:r>
            <a:r>
              <a:rPr lang="ja-JP" altLang="en-US" dirty="0"/>
              <a:t>で移動し、マウスを動かして視点移動、左クリックで決定</a:t>
            </a:r>
            <a:endParaRPr kumimoji="1" lang="ja-JP" altLang="en-US" dirty="0"/>
          </a:p>
        </p:txBody>
      </p:sp>
    </p:spTree>
    <p:extLst>
      <p:ext uri="{BB962C8B-B14F-4D97-AF65-F5344CB8AC3E}">
        <p14:creationId xmlns:p14="http://schemas.microsoft.com/office/powerpoint/2010/main" val="405980865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276</TotalTime>
  <Words>269</Words>
  <Application>Microsoft Office PowerPoint</Application>
  <PresentationFormat>ワイド画面</PresentationFormat>
  <Paragraphs>29</Paragraphs>
  <Slides>5</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5</vt:i4>
      </vt:variant>
    </vt:vector>
  </HeadingPairs>
  <TitlesOfParts>
    <vt:vector size="9" baseType="lpstr">
      <vt:lpstr>游ゴシック</vt:lpstr>
      <vt:lpstr>游ゴシック Light</vt:lpstr>
      <vt:lpstr>Arial</vt:lpstr>
      <vt:lpstr>Office テーマ</vt:lpstr>
      <vt:lpstr>日本ゲーム大賞の草案</vt:lpstr>
      <vt:lpstr>ゲーム画面</vt:lpstr>
      <vt:lpstr>ゲームルール</vt:lpstr>
      <vt:lpstr>この企画のセールスポイント</vt:lpstr>
      <vt:lpstr>プラットフォーム・操作方法</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日本ゲーム大賞の草案</dc:title>
  <dc:creator>THS23 安田晴人</dc:creator>
  <cp:lastModifiedBy>THS23 安田晴人</cp:lastModifiedBy>
  <cp:revision>2</cp:revision>
  <dcterms:created xsi:type="dcterms:W3CDTF">2023-09-04T13:11:53Z</dcterms:created>
  <dcterms:modified xsi:type="dcterms:W3CDTF">2023-09-08T03:56:07Z</dcterms:modified>
</cp:coreProperties>
</file>