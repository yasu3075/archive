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51" r:id="rId1"/>
  </p:sldMasterIdLst>
  <p:notesMasterIdLst>
    <p:notesMasterId r:id="rId7"/>
  </p:notesMasterIdLst>
  <p:sldIdLst>
    <p:sldId id="256" r:id="rId2"/>
    <p:sldId id="257" r:id="rId3"/>
    <p:sldId id="258" r:id="rId4"/>
    <p:sldId id="259" r:id="rId5"/>
    <p:sldId id="260" r:id="rId6"/>
  </p:sldIdLst>
  <p:sldSz cx="12192000" cy="6858000"/>
  <p:notesSz cx="6858000" cy="9144000"/>
  <p:defaultTex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78" d="100"/>
          <a:sy n="78" d="100"/>
        </p:scale>
        <p:origin x="878" y="6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notesMaster" Target="notesMasters/notesMaster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ableStyles" Target="tableStyles.xml"/><Relationship Id="rId5" Type="http://schemas.openxmlformats.org/officeDocument/2006/relationships/slide" Target="slides/slide4.xml"/><Relationship Id="rId10"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ヘッダー プレースホルダー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kumimoji="1" lang="ja-JP" altLang="en-US"/>
          </a:p>
        </p:txBody>
      </p:sp>
      <p:sp>
        <p:nvSpPr>
          <p:cNvPr id="3" name="日付プレースホルダー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D65D5E0-F9E4-4498-8DC3-BAB475749A91}" type="datetimeFigureOut">
              <a:rPr kumimoji="1" lang="ja-JP" altLang="en-US" smtClean="0"/>
              <a:t>2023/9/22</a:t>
            </a:fld>
            <a:endParaRPr kumimoji="1" lang="ja-JP" altLang="en-US"/>
          </a:p>
        </p:txBody>
      </p:sp>
      <p:sp>
        <p:nvSpPr>
          <p:cNvPr id="4" name="スライド イメージ プレースホルダー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ja-JP" altLang="en-US"/>
          </a:p>
        </p:txBody>
      </p:sp>
      <p:sp>
        <p:nvSpPr>
          <p:cNvPr id="5" name="ノート プレースホルダー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6" name="フッター プレースホルダー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kumimoji="1" lang="ja-JP" altLang="en-US"/>
          </a:p>
        </p:txBody>
      </p:sp>
      <p:sp>
        <p:nvSpPr>
          <p:cNvPr id="7" name="スライド番号プレースホルダー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742E26B-9D61-44CC-9CC7-1AF69B68D4C3}" type="slidenum">
              <a:rPr kumimoji="1" lang="ja-JP" altLang="en-US" smtClean="0"/>
              <a:t>‹#›</a:t>
            </a:fld>
            <a:endParaRPr kumimoji="1" lang="ja-JP" altLang="en-US"/>
          </a:p>
        </p:txBody>
      </p:sp>
    </p:spTree>
    <p:extLst>
      <p:ext uri="{BB962C8B-B14F-4D97-AF65-F5344CB8AC3E}">
        <p14:creationId xmlns:p14="http://schemas.microsoft.com/office/powerpoint/2010/main" val="2997433086"/>
      </p:ext>
    </p:extLst>
  </p:cSld>
  <p:clrMap bg1="lt1" tx1="dk1" bg2="lt2" tx2="dk2" accent1="accent1" accent2="accent2" accent3="accent3" accent4="accent4" accent5="accent5" accent6="accent6" hlink="hlink" folHlink="folHlink"/>
  <p:notesStyle>
    <a:lvl1pPr marL="0" algn="l" defTabSz="914400" rtl="0" eaLnBrk="1" latinLnBrk="0" hangingPunct="1">
      <a:defRPr kumimoji="1" sz="1200" kern="1200">
        <a:solidFill>
          <a:schemeClr val="tx1"/>
        </a:solidFill>
        <a:latin typeface="+mn-lt"/>
        <a:ea typeface="+mn-ea"/>
        <a:cs typeface="+mn-cs"/>
      </a:defRPr>
    </a:lvl1pPr>
    <a:lvl2pPr marL="457200" algn="l" defTabSz="914400" rtl="0" eaLnBrk="1" latinLnBrk="0" hangingPunct="1">
      <a:defRPr kumimoji="1" sz="1200" kern="1200">
        <a:solidFill>
          <a:schemeClr val="tx1"/>
        </a:solidFill>
        <a:latin typeface="+mn-lt"/>
        <a:ea typeface="+mn-ea"/>
        <a:cs typeface="+mn-cs"/>
      </a:defRPr>
    </a:lvl2pPr>
    <a:lvl3pPr marL="914400" algn="l" defTabSz="914400" rtl="0" eaLnBrk="1" latinLnBrk="0" hangingPunct="1">
      <a:defRPr kumimoji="1" sz="1200" kern="1200">
        <a:solidFill>
          <a:schemeClr val="tx1"/>
        </a:solidFill>
        <a:latin typeface="+mn-lt"/>
        <a:ea typeface="+mn-ea"/>
        <a:cs typeface="+mn-cs"/>
      </a:defRPr>
    </a:lvl3pPr>
    <a:lvl4pPr marL="1371600" algn="l" defTabSz="914400" rtl="0" eaLnBrk="1" latinLnBrk="0" hangingPunct="1">
      <a:defRPr kumimoji="1" sz="1200" kern="1200">
        <a:solidFill>
          <a:schemeClr val="tx1"/>
        </a:solidFill>
        <a:latin typeface="+mn-lt"/>
        <a:ea typeface="+mn-ea"/>
        <a:cs typeface="+mn-cs"/>
      </a:defRPr>
    </a:lvl4pPr>
    <a:lvl5pPr marL="1828800" algn="l" defTabSz="914400" rtl="0" eaLnBrk="1" latinLnBrk="0" hangingPunct="1">
      <a:defRPr kumimoji="1" sz="1200" kern="1200">
        <a:solidFill>
          <a:schemeClr val="tx1"/>
        </a:solidFill>
        <a:latin typeface="+mn-lt"/>
        <a:ea typeface="+mn-ea"/>
        <a:cs typeface="+mn-cs"/>
      </a:defRPr>
    </a:lvl5pPr>
    <a:lvl6pPr marL="2286000" algn="l" defTabSz="914400" rtl="0" eaLnBrk="1" latinLnBrk="0" hangingPunct="1">
      <a:defRPr kumimoji="1" sz="1200" kern="1200">
        <a:solidFill>
          <a:schemeClr val="tx1"/>
        </a:solidFill>
        <a:latin typeface="+mn-lt"/>
        <a:ea typeface="+mn-ea"/>
        <a:cs typeface="+mn-cs"/>
      </a:defRPr>
    </a:lvl6pPr>
    <a:lvl7pPr marL="2743200" algn="l" defTabSz="914400" rtl="0" eaLnBrk="1" latinLnBrk="0" hangingPunct="1">
      <a:defRPr kumimoji="1" sz="1200" kern="1200">
        <a:solidFill>
          <a:schemeClr val="tx1"/>
        </a:solidFill>
        <a:latin typeface="+mn-lt"/>
        <a:ea typeface="+mn-ea"/>
        <a:cs typeface="+mn-cs"/>
      </a:defRPr>
    </a:lvl7pPr>
    <a:lvl8pPr marL="3200400" algn="l" defTabSz="914400" rtl="0" eaLnBrk="1" latinLnBrk="0" hangingPunct="1">
      <a:defRPr kumimoji="1" sz="1200" kern="1200">
        <a:solidFill>
          <a:schemeClr val="tx1"/>
        </a:solidFill>
        <a:latin typeface="+mn-lt"/>
        <a:ea typeface="+mn-ea"/>
        <a:cs typeface="+mn-cs"/>
      </a:defRPr>
    </a:lvl8pPr>
    <a:lvl9pPr marL="3657600" algn="l" defTabSz="914400" rtl="0" eaLnBrk="1" latinLnBrk="0" hangingPunct="1">
      <a:defRPr kumimoji="1"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kumimoji="1" lang="ja-JP" altLang="en-US" dirty="0"/>
              <a:t>卵の回収などのアイテムを取る行為は実際に手に取ってバックに入れるまでリアルに再現</a:t>
            </a:r>
          </a:p>
        </p:txBody>
      </p:sp>
      <p:sp>
        <p:nvSpPr>
          <p:cNvPr id="4" name="スライド番号プレースホルダー 3"/>
          <p:cNvSpPr>
            <a:spLocks noGrp="1"/>
          </p:cNvSpPr>
          <p:nvPr>
            <p:ph type="sldNum" sz="quarter" idx="5"/>
          </p:nvPr>
        </p:nvSpPr>
        <p:spPr/>
        <p:txBody>
          <a:bodyPr/>
          <a:lstStyle/>
          <a:p>
            <a:fld id="{0742E26B-9D61-44CC-9CC7-1AF69B68D4C3}" type="slidenum">
              <a:rPr kumimoji="1" lang="ja-JP" altLang="en-US" smtClean="0"/>
              <a:t>4</a:t>
            </a:fld>
            <a:endParaRPr kumimoji="1" lang="ja-JP" altLang="en-US"/>
          </a:p>
        </p:txBody>
      </p:sp>
    </p:spTree>
    <p:extLst>
      <p:ext uri="{BB962C8B-B14F-4D97-AF65-F5344CB8AC3E}">
        <p14:creationId xmlns:p14="http://schemas.microsoft.com/office/powerpoint/2010/main" val="371960086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0EBC55-5864-427B-84CF-6441AA82BD0B}"/>
              </a:ext>
            </a:extLst>
          </p:cNvPr>
          <p:cNvSpPr>
            <a:spLocks noGrp="1"/>
          </p:cNvSpPr>
          <p:nvPr>
            <p:ph type="ctrTitle"/>
          </p:nvPr>
        </p:nvSpPr>
        <p:spPr>
          <a:xfrm>
            <a:off x="966745" y="1205037"/>
            <a:ext cx="7744993" cy="2541336"/>
          </a:xfrm>
        </p:spPr>
        <p:txBody>
          <a:bodyPr anchor="b"/>
          <a:lstStyle>
            <a:lvl1pPr algn="l">
              <a:lnSpc>
                <a:spcPct val="113000"/>
              </a:lnSpc>
              <a:defRPr sz="4400"/>
            </a:lvl1pPr>
          </a:lstStyle>
          <a:p>
            <a:r>
              <a:rPr lang="en-US" dirty="0"/>
              <a:t>Click to edit Master title style</a:t>
            </a:r>
          </a:p>
        </p:txBody>
      </p:sp>
      <p:sp>
        <p:nvSpPr>
          <p:cNvPr id="3" name="Subtitle 2">
            <a:extLst>
              <a:ext uri="{FF2B5EF4-FFF2-40B4-BE49-F238E27FC236}">
                <a16:creationId xmlns:a16="http://schemas.microsoft.com/office/drawing/2014/main" id="{FEB52BDB-18E0-4991-A6F2-7AD5420153F2}"/>
              </a:ext>
            </a:extLst>
          </p:cNvPr>
          <p:cNvSpPr>
            <a:spLocks noGrp="1"/>
          </p:cNvSpPr>
          <p:nvPr>
            <p:ph type="subTitle" idx="1"/>
          </p:nvPr>
        </p:nvSpPr>
        <p:spPr>
          <a:xfrm>
            <a:off x="966745" y="3949332"/>
            <a:ext cx="7744993" cy="2006735"/>
          </a:xfrm>
        </p:spPr>
        <p:txBody>
          <a:bodyPr>
            <a:normAutofit/>
          </a:bodyPr>
          <a:lstStyle>
            <a:lvl1pPr marL="0" indent="0" algn="l">
              <a:buNone/>
              <a:defRPr sz="2000" cap="all" spc="300" baseline="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p>
        </p:txBody>
      </p:sp>
      <p:sp>
        <p:nvSpPr>
          <p:cNvPr id="4" name="Date Placeholder 3">
            <a:extLst>
              <a:ext uri="{FF2B5EF4-FFF2-40B4-BE49-F238E27FC236}">
                <a16:creationId xmlns:a16="http://schemas.microsoft.com/office/drawing/2014/main" id="{D7F0ABC6-907E-47DE-8E40-61F2DD1B408B}"/>
              </a:ext>
            </a:extLst>
          </p:cNvPr>
          <p:cNvSpPr>
            <a:spLocks noGrp="1"/>
          </p:cNvSpPr>
          <p:nvPr>
            <p:ph type="dt" sz="half" idx="10"/>
          </p:nvPr>
        </p:nvSpPr>
        <p:spPr/>
        <p:txBody>
          <a:bodyPr/>
          <a:lstStyle/>
          <a:p>
            <a:fld id="{11008460-8B2F-4AAA-A4E2-10730069204C}" type="datetimeFigureOut">
              <a:rPr lang="en-US" smtClean="0"/>
              <a:t>9/22/2023</a:t>
            </a:fld>
            <a:endParaRPr lang="en-US"/>
          </a:p>
        </p:txBody>
      </p:sp>
      <p:sp>
        <p:nvSpPr>
          <p:cNvPr id="5" name="Footer Placeholder 4">
            <a:extLst>
              <a:ext uri="{FF2B5EF4-FFF2-40B4-BE49-F238E27FC236}">
                <a16:creationId xmlns:a16="http://schemas.microsoft.com/office/drawing/2014/main" id="{158AB158-6097-43A1-90B6-406F9367016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A2EE077-FF20-4DD9-92B5-EE1C4D615C68}"/>
              </a:ext>
            </a:extLst>
          </p:cNvPr>
          <p:cNvSpPr>
            <a:spLocks noGrp="1"/>
          </p:cNvSpPr>
          <p:nvPr>
            <p:ph type="sldNum" sz="quarter" idx="12"/>
          </p:nvPr>
        </p:nvSpPr>
        <p:spPr/>
        <p:txBody>
          <a:bodyPr/>
          <a:lstStyle/>
          <a:p>
            <a:fld id="{0946259B-8396-46CD-AD42-FDEDA89DA278}" type="slidenum">
              <a:rPr lang="en-US" smtClean="0"/>
              <a:t>‹#›</a:t>
            </a:fld>
            <a:endParaRPr lang="en-US"/>
          </a:p>
        </p:txBody>
      </p:sp>
    </p:spTree>
    <p:extLst>
      <p:ext uri="{BB962C8B-B14F-4D97-AF65-F5344CB8AC3E}">
        <p14:creationId xmlns:p14="http://schemas.microsoft.com/office/powerpoint/2010/main" val="220693901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5131C13-CF9D-4E82-A5B4-91008DCD25D6}"/>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85C06FD2-89E8-4415-ADF7-22F4A4C259E1}"/>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520CBBFF-8889-497F-B4CA-A031E8DD3B95}"/>
              </a:ext>
            </a:extLst>
          </p:cNvPr>
          <p:cNvSpPr>
            <a:spLocks noGrp="1"/>
          </p:cNvSpPr>
          <p:nvPr>
            <p:ph type="dt" sz="half" idx="10"/>
          </p:nvPr>
        </p:nvSpPr>
        <p:spPr/>
        <p:txBody>
          <a:bodyPr/>
          <a:lstStyle/>
          <a:p>
            <a:fld id="{11008460-8B2F-4AAA-A4E2-10730069204C}" type="datetimeFigureOut">
              <a:rPr lang="en-US" smtClean="0"/>
              <a:t>9/22/2023</a:t>
            </a:fld>
            <a:endParaRPr lang="en-US"/>
          </a:p>
        </p:txBody>
      </p:sp>
      <p:sp>
        <p:nvSpPr>
          <p:cNvPr id="5" name="Footer Placeholder 4">
            <a:extLst>
              <a:ext uri="{FF2B5EF4-FFF2-40B4-BE49-F238E27FC236}">
                <a16:creationId xmlns:a16="http://schemas.microsoft.com/office/drawing/2014/main" id="{FDE78DAF-985B-4BB4-ADA9-02EA979F1A3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0A10DBC-42B5-46AB-B36A-B39128E69CBF}"/>
              </a:ext>
            </a:extLst>
          </p:cNvPr>
          <p:cNvSpPr>
            <a:spLocks noGrp="1"/>
          </p:cNvSpPr>
          <p:nvPr>
            <p:ph type="sldNum" sz="quarter" idx="12"/>
          </p:nvPr>
        </p:nvSpPr>
        <p:spPr/>
        <p:txBody>
          <a:bodyPr/>
          <a:lstStyle/>
          <a:p>
            <a:fld id="{0946259B-8396-46CD-AD42-FDEDA89DA278}" type="slidenum">
              <a:rPr lang="en-US" smtClean="0"/>
              <a:t>‹#›</a:t>
            </a:fld>
            <a:endParaRPr lang="en-US"/>
          </a:p>
        </p:txBody>
      </p:sp>
    </p:spTree>
    <p:extLst>
      <p:ext uri="{BB962C8B-B14F-4D97-AF65-F5344CB8AC3E}">
        <p14:creationId xmlns:p14="http://schemas.microsoft.com/office/powerpoint/2010/main" val="265543823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A1B6E7-01C8-4375-B7C7-596CD11993F3}"/>
              </a:ext>
            </a:extLst>
          </p:cNvPr>
          <p:cNvSpPr>
            <a:spLocks noGrp="1"/>
          </p:cNvSpPr>
          <p:nvPr>
            <p:ph type="title"/>
          </p:nvPr>
        </p:nvSpPr>
        <p:spPr>
          <a:xfrm>
            <a:off x="831850" y="1883229"/>
            <a:ext cx="8214179" cy="3303133"/>
          </a:xfrm>
        </p:spPr>
        <p:txBody>
          <a:bodyPr anchor="b"/>
          <a:lstStyle>
            <a:lvl1pPr>
              <a:defRPr sz="6000"/>
            </a:lvl1pPr>
          </a:lstStyle>
          <a:p>
            <a:r>
              <a:rPr lang="en-US" dirty="0"/>
              <a:t>Click to edit Master title style</a:t>
            </a:r>
          </a:p>
        </p:txBody>
      </p:sp>
      <p:sp>
        <p:nvSpPr>
          <p:cNvPr id="3" name="Text Placeholder 2">
            <a:extLst>
              <a:ext uri="{FF2B5EF4-FFF2-40B4-BE49-F238E27FC236}">
                <a16:creationId xmlns:a16="http://schemas.microsoft.com/office/drawing/2014/main" id="{9C441675-8F3E-47CC-9573-D853C506D557}"/>
              </a:ext>
            </a:extLst>
          </p:cNvPr>
          <p:cNvSpPr>
            <a:spLocks noGrp="1"/>
          </p:cNvSpPr>
          <p:nvPr>
            <p:ph type="body" idx="1"/>
          </p:nvPr>
        </p:nvSpPr>
        <p:spPr>
          <a:xfrm>
            <a:off x="831850" y="5295900"/>
            <a:ext cx="8214179" cy="793750"/>
          </a:xfrm>
        </p:spPr>
        <p:txBody>
          <a:bodyPr/>
          <a:lstStyle>
            <a:lvl1pPr marL="0" indent="0">
              <a:buNone/>
              <a:defRPr sz="2400">
                <a:solidFill>
                  <a:schemeClr val="tx2"/>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dirty="0"/>
              <a:t>Click to edit Master text styles</a:t>
            </a:r>
          </a:p>
        </p:txBody>
      </p:sp>
      <p:sp>
        <p:nvSpPr>
          <p:cNvPr id="4" name="Date Placeholder 3">
            <a:extLst>
              <a:ext uri="{FF2B5EF4-FFF2-40B4-BE49-F238E27FC236}">
                <a16:creationId xmlns:a16="http://schemas.microsoft.com/office/drawing/2014/main" id="{75419F49-690E-49EC-BD41-75A18C9E37FC}"/>
              </a:ext>
            </a:extLst>
          </p:cNvPr>
          <p:cNvSpPr>
            <a:spLocks noGrp="1"/>
          </p:cNvSpPr>
          <p:nvPr>
            <p:ph type="dt" sz="half" idx="10"/>
          </p:nvPr>
        </p:nvSpPr>
        <p:spPr/>
        <p:txBody>
          <a:bodyPr/>
          <a:lstStyle/>
          <a:p>
            <a:fld id="{11008460-8B2F-4AAA-A4E2-10730069204C}" type="datetimeFigureOut">
              <a:rPr lang="en-US" smtClean="0"/>
              <a:t>9/22/2023</a:t>
            </a:fld>
            <a:endParaRPr lang="en-US"/>
          </a:p>
        </p:txBody>
      </p:sp>
      <p:sp>
        <p:nvSpPr>
          <p:cNvPr id="5" name="Footer Placeholder 4">
            <a:extLst>
              <a:ext uri="{FF2B5EF4-FFF2-40B4-BE49-F238E27FC236}">
                <a16:creationId xmlns:a16="http://schemas.microsoft.com/office/drawing/2014/main" id="{9BBC9E70-1401-468E-97DE-4255CA22212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EABE14C-9127-4582-A006-2AEA93AF76BE}"/>
              </a:ext>
            </a:extLst>
          </p:cNvPr>
          <p:cNvSpPr>
            <a:spLocks noGrp="1"/>
          </p:cNvSpPr>
          <p:nvPr>
            <p:ph type="sldNum" sz="quarter" idx="12"/>
          </p:nvPr>
        </p:nvSpPr>
        <p:spPr/>
        <p:txBody>
          <a:bodyPr/>
          <a:lstStyle/>
          <a:p>
            <a:fld id="{0946259B-8396-46CD-AD42-FDEDA89DA278}" type="slidenum">
              <a:rPr lang="en-US" smtClean="0"/>
              <a:t>‹#›</a:t>
            </a:fld>
            <a:endParaRPr lang="en-US"/>
          </a:p>
        </p:txBody>
      </p:sp>
    </p:spTree>
    <p:extLst>
      <p:ext uri="{BB962C8B-B14F-4D97-AF65-F5344CB8AC3E}">
        <p14:creationId xmlns:p14="http://schemas.microsoft.com/office/powerpoint/2010/main" val="17617772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234DF9-FA60-4E7B-BDE8-C0F9AFE636EB}"/>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7E7F1133-890E-4E96-AEDD-0F921E26F51D}"/>
              </a:ext>
            </a:extLst>
          </p:cNvPr>
          <p:cNvSpPr>
            <a:spLocks noGrp="1"/>
          </p:cNvSpPr>
          <p:nvPr>
            <p:ph sz="half" idx="1"/>
          </p:nvPr>
        </p:nvSpPr>
        <p:spPr>
          <a:xfrm>
            <a:off x="966745" y="2250798"/>
            <a:ext cx="4445899" cy="3752673"/>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a:extLst>
              <a:ext uri="{FF2B5EF4-FFF2-40B4-BE49-F238E27FC236}">
                <a16:creationId xmlns:a16="http://schemas.microsoft.com/office/drawing/2014/main" id="{F14763B4-4987-4303-9640-54B67DD75E46}"/>
              </a:ext>
            </a:extLst>
          </p:cNvPr>
          <p:cNvSpPr>
            <a:spLocks noGrp="1"/>
          </p:cNvSpPr>
          <p:nvPr>
            <p:ph sz="half" idx="2"/>
          </p:nvPr>
        </p:nvSpPr>
        <p:spPr>
          <a:xfrm>
            <a:off x="5597174" y="2250798"/>
            <a:ext cx="4445899" cy="3752673"/>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Date Placeholder 4">
            <a:extLst>
              <a:ext uri="{FF2B5EF4-FFF2-40B4-BE49-F238E27FC236}">
                <a16:creationId xmlns:a16="http://schemas.microsoft.com/office/drawing/2014/main" id="{4C94AAD8-D444-410E-98EC-47076908FA37}"/>
              </a:ext>
            </a:extLst>
          </p:cNvPr>
          <p:cNvSpPr>
            <a:spLocks noGrp="1"/>
          </p:cNvSpPr>
          <p:nvPr>
            <p:ph type="dt" sz="half" idx="10"/>
          </p:nvPr>
        </p:nvSpPr>
        <p:spPr/>
        <p:txBody>
          <a:bodyPr/>
          <a:lstStyle/>
          <a:p>
            <a:fld id="{11008460-8B2F-4AAA-A4E2-10730069204C}" type="datetimeFigureOut">
              <a:rPr lang="en-US" smtClean="0"/>
              <a:t>9/22/2023</a:t>
            </a:fld>
            <a:endParaRPr lang="en-US"/>
          </a:p>
        </p:txBody>
      </p:sp>
      <p:sp>
        <p:nvSpPr>
          <p:cNvPr id="6" name="Footer Placeholder 5">
            <a:extLst>
              <a:ext uri="{FF2B5EF4-FFF2-40B4-BE49-F238E27FC236}">
                <a16:creationId xmlns:a16="http://schemas.microsoft.com/office/drawing/2014/main" id="{E072F01E-6867-4604-8B58-F65BCC820AE7}"/>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C2543D87-0EC8-43C7-9D1B-46DB52129312}"/>
              </a:ext>
            </a:extLst>
          </p:cNvPr>
          <p:cNvSpPr>
            <a:spLocks noGrp="1"/>
          </p:cNvSpPr>
          <p:nvPr>
            <p:ph type="sldNum" sz="quarter" idx="12"/>
          </p:nvPr>
        </p:nvSpPr>
        <p:spPr/>
        <p:txBody>
          <a:bodyPr/>
          <a:lstStyle/>
          <a:p>
            <a:fld id="{0946259B-8396-46CD-AD42-FDEDA89DA278}" type="slidenum">
              <a:rPr lang="en-US" smtClean="0"/>
              <a:t>‹#›</a:t>
            </a:fld>
            <a:endParaRPr lang="en-US"/>
          </a:p>
        </p:txBody>
      </p:sp>
    </p:spTree>
    <p:extLst>
      <p:ext uri="{BB962C8B-B14F-4D97-AF65-F5344CB8AC3E}">
        <p14:creationId xmlns:p14="http://schemas.microsoft.com/office/powerpoint/2010/main" val="22475460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2605AE-70FD-4CEE-BDFB-D5C0A3D3595C}"/>
              </a:ext>
            </a:extLst>
          </p:cNvPr>
          <p:cNvSpPr>
            <a:spLocks noGrp="1"/>
          </p:cNvSpPr>
          <p:nvPr>
            <p:ph type="title"/>
          </p:nvPr>
        </p:nvSpPr>
        <p:spPr>
          <a:xfrm>
            <a:off x="966745" y="960120"/>
            <a:ext cx="9196928" cy="1060704"/>
          </a:xfrm>
        </p:spPr>
        <p:txBody>
          <a:bodyPr/>
          <a:lstStyle/>
          <a:p>
            <a:r>
              <a:rPr lang="en-US" dirty="0"/>
              <a:t>Click to edit Master title style</a:t>
            </a:r>
          </a:p>
        </p:txBody>
      </p:sp>
      <p:sp>
        <p:nvSpPr>
          <p:cNvPr id="3" name="Text Placeholder 2">
            <a:extLst>
              <a:ext uri="{FF2B5EF4-FFF2-40B4-BE49-F238E27FC236}">
                <a16:creationId xmlns:a16="http://schemas.microsoft.com/office/drawing/2014/main" id="{EF9091E2-4532-4D16-827E-4DB0688FD829}"/>
              </a:ext>
            </a:extLst>
          </p:cNvPr>
          <p:cNvSpPr>
            <a:spLocks noGrp="1"/>
          </p:cNvSpPr>
          <p:nvPr>
            <p:ph type="body" idx="1"/>
          </p:nvPr>
        </p:nvSpPr>
        <p:spPr>
          <a:xfrm>
            <a:off x="967153" y="2062842"/>
            <a:ext cx="4445899" cy="781893"/>
          </a:xfrm>
        </p:spPr>
        <p:txBody>
          <a:bodyPr anchor="b">
            <a:normAutofit/>
          </a:bodyPr>
          <a:lstStyle>
            <a:lvl1pPr marL="0" indent="0">
              <a:buNone/>
              <a:defRPr sz="1800" b="1" cap="all" spc="300"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4" name="Content Placeholder 3">
            <a:extLst>
              <a:ext uri="{FF2B5EF4-FFF2-40B4-BE49-F238E27FC236}">
                <a16:creationId xmlns:a16="http://schemas.microsoft.com/office/drawing/2014/main" id="{752B53BE-9EDA-4D07-A042-0D101FAB9A87}"/>
              </a:ext>
            </a:extLst>
          </p:cNvPr>
          <p:cNvSpPr>
            <a:spLocks noGrp="1"/>
          </p:cNvSpPr>
          <p:nvPr>
            <p:ph sz="half" idx="2"/>
          </p:nvPr>
        </p:nvSpPr>
        <p:spPr>
          <a:xfrm>
            <a:off x="966745" y="2882837"/>
            <a:ext cx="4446642" cy="3343793"/>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ext Placeholder 4">
            <a:extLst>
              <a:ext uri="{FF2B5EF4-FFF2-40B4-BE49-F238E27FC236}">
                <a16:creationId xmlns:a16="http://schemas.microsoft.com/office/drawing/2014/main" id="{11DFDFC1-7510-4F8E-A831-ABA33D977ACA}"/>
              </a:ext>
            </a:extLst>
          </p:cNvPr>
          <p:cNvSpPr>
            <a:spLocks noGrp="1"/>
          </p:cNvSpPr>
          <p:nvPr>
            <p:ph type="body" sz="quarter" idx="3"/>
          </p:nvPr>
        </p:nvSpPr>
        <p:spPr>
          <a:xfrm>
            <a:off x="5725280" y="2062842"/>
            <a:ext cx="4467794" cy="781893"/>
          </a:xfrm>
        </p:spPr>
        <p:txBody>
          <a:bodyPr anchor="b">
            <a:normAutofit/>
          </a:bodyPr>
          <a:lstStyle>
            <a:lvl1pPr marL="0" indent="0">
              <a:buNone/>
              <a:defRPr sz="1800" b="1" cap="all" spc="300"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612A42F0-9A48-4946-8BA8-394CBF01A056}"/>
              </a:ext>
            </a:extLst>
          </p:cNvPr>
          <p:cNvSpPr>
            <a:spLocks noGrp="1"/>
          </p:cNvSpPr>
          <p:nvPr>
            <p:ph sz="quarter" idx="4"/>
          </p:nvPr>
        </p:nvSpPr>
        <p:spPr>
          <a:xfrm>
            <a:off x="5724868" y="2882837"/>
            <a:ext cx="4468541" cy="3343793"/>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Date Placeholder 6">
            <a:extLst>
              <a:ext uri="{FF2B5EF4-FFF2-40B4-BE49-F238E27FC236}">
                <a16:creationId xmlns:a16="http://schemas.microsoft.com/office/drawing/2014/main" id="{200FC563-D319-494F-AA63-0BDF1D25E5D4}"/>
              </a:ext>
            </a:extLst>
          </p:cNvPr>
          <p:cNvSpPr>
            <a:spLocks noGrp="1"/>
          </p:cNvSpPr>
          <p:nvPr>
            <p:ph type="dt" sz="half" idx="10"/>
          </p:nvPr>
        </p:nvSpPr>
        <p:spPr/>
        <p:txBody>
          <a:bodyPr/>
          <a:lstStyle/>
          <a:p>
            <a:fld id="{11008460-8B2F-4AAA-A4E2-10730069204C}" type="datetimeFigureOut">
              <a:rPr lang="en-US" smtClean="0"/>
              <a:t>9/22/2023</a:t>
            </a:fld>
            <a:endParaRPr lang="en-US"/>
          </a:p>
        </p:txBody>
      </p:sp>
      <p:sp>
        <p:nvSpPr>
          <p:cNvPr id="8" name="Footer Placeholder 7">
            <a:extLst>
              <a:ext uri="{FF2B5EF4-FFF2-40B4-BE49-F238E27FC236}">
                <a16:creationId xmlns:a16="http://schemas.microsoft.com/office/drawing/2014/main" id="{DD42F4FE-433A-42F6-8A73-AD843352BF95}"/>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5D575352-FC7F-4BA8-940F-2F920C2801B7}"/>
              </a:ext>
            </a:extLst>
          </p:cNvPr>
          <p:cNvSpPr>
            <a:spLocks noGrp="1"/>
          </p:cNvSpPr>
          <p:nvPr>
            <p:ph type="sldNum" sz="quarter" idx="12"/>
          </p:nvPr>
        </p:nvSpPr>
        <p:spPr/>
        <p:txBody>
          <a:bodyPr/>
          <a:lstStyle/>
          <a:p>
            <a:fld id="{0946259B-8396-46CD-AD42-FDEDA89DA278}" type="slidenum">
              <a:rPr lang="en-US" smtClean="0"/>
              <a:t>‹#›</a:t>
            </a:fld>
            <a:endParaRPr lang="en-US"/>
          </a:p>
        </p:txBody>
      </p:sp>
    </p:spTree>
    <p:extLst>
      <p:ext uri="{BB962C8B-B14F-4D97-AF65-F5344CB8AC3E}">
        <p14:creationId xmlns:p14="http://schemas.microsoft.com/office/powerpoint/2010/main" val="398956833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07B3FB5-4B13-4412-9F42-62450D6AA1EC}"/>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60C87ECA-0E5D-4DD2-B664-DF351875FE29}"/>
              </a:ext>
            </a:extLst>
          </p:cNvPr>
          <p:cNvSpPr>
            <a:spLocks noGrp="1"/>
          </p:cNvSpPr>
          <p:nvPr>
            <p:ph type="dt" sz="half" idx="10"/>
          </p:nvPr>
        </p:nvSpPr>
        <p:spPr/>
        <p:txBody>
          <a:bodyPr/>
          <a:lstStyle/>
          <a:p>
            <a:fld id="{11008460-8B2F-4AAA-A4E2-10730069204C}" type="datetimeFigureOut">
              <a:rPr lang="en-US" smtClean="0"/>
              <a:t>9/22/2023</a:t>
            </a:fld>
            <a:endParaRPr lang="en-US"/>
          </a:p>
        </p:txBody>
      </p:sp>
      <p:sp>
        <p:nvSpPr>
          <p:cNvPr id="4" name="Footer Placeholder 3">
            <a:extLst>
              <a:ext uri="{FF2B5EF4-FFF2-40B4-BE49-F238E27FC236}">
                <a16:creationId xmlns:a16="http://schemas.microsoft.com/office/drawing/2014/main" id="{D4E2406B-A925-466A-AF79-D0A4E0EA41F4}"/>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8861B050-D381-4E1A-88DD-361F0EE9DD96}"/>
              </a:ext>
            </a:extLst>
          </p:cNvPr>
          <p:cNvSpPr>
            <a:spLocks noGrp="1"/>
          </p:cNvSpPr>
          <p:nvPr>
            <p:ph type="sldNum" sz="quarter" idx="12"/>
          </p:nvPr>
        </p:nvSpPr>
        <p:spPr/>
        <p:txBody>
          <a:bodyPr/>
          <a:lstStyle/>
          <a:p>
            <a:fld id="{0946259B-8396-46CD-AD42-FDEDA89DA278}" type="slidenum">
              <a:rPr lang="en-US" smtClean="0"/>
              <a:t>‹#›</a:t>
            </a:fld>
            <a:endParaRPr lang="en-US"/>
          </a:p>
        </p:txBody>
      </p:sp>
    </p:spTree>
    <p:extLst>
      <p:ext uri="{BB962C8B-B14F-4D97-AF65-F5344CB8AC3E}">
        <p14:creationId xmlns:p14="http://schemas.microsoft.com/office/powerpoint/2010/main" val="329475512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FC8BF592-6A15-4999-ACFA-A535A113B25D}"/>
              </a:ext>
            </a:extLst>
          </p:cNvPr>
          <p:cNvSpPr>
            <a:spLocks noGrp="1"/>
          </p:cNvSpPr>
          <p:nvPr>
            <p:ph type="dt" sz="half" idx="10"/>
          </p:nvPr>
        </p:nvSpPr>
        <p:spPr/>
        <p:txBody>
          <a:bodyPr/>
          <a:lstStyle/>
          <a:p>
            <a:fld id="{11008460-8B2F-4AAA-A4E2-10730069204C}" type="datetimeFigureOut">
              <a:rPr lang="en-US" smtClean="0"/>
              <a:t>9/22/2023</a:t>
            </a:fld>
            <a:endParaRPr lang="en-US"/>
          </a:p>
        </p:txBody>
      </p:sp>
      <p:sp>
        <p:nvSpPr>
          <p:cNvPr id="3" name="Footer Placeholder 2">
            <a:extLst>
              <a:ext uri="{FF2B5EF4-FFF2-40B4-BE49-F238E27FC236}">
                <a16:creationId xmlns:a16="http://schemas.microsoft.com/office/drawing/2014/main" id="{7819EFC1-AD45-4610-8FC6-2058F55E47E1}"/>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C13DF506-CFF9-4BD2-8D76-3377927798E2}"/>
              </a:ext>
            </a:extLst>
          </p:cNvPr>
          <p:cNvSpPr>
            <a:spLocks noGrp="1"/>
          </p:cNvSpPr>
          <p:nvPr>
            <p:ph type="sldNum" sz="quarter" idx="12"/>
          </p:nvPr>
        </p:nvSpPr>
        <p:spPr/>
        <p:txBody>
          <a:bodyPr/>
          <a:lstStyle/>
          <a:p>
            <a:fld id="{0946259B-8396-46CD-AD42-FDEDA89DA278}" type="slidenum">
              <a:rPr lang="en-US" smtClean="0"/>
              <a:t>‹#›</a:t>
            </a:fld>
            <a:endParaRPr lang="en-US"/>
          </a:p>
        </p:txBody>
      </p:sp>
    </p:spTree>
    <p:extLst>
      <p:ext uri="{BB962C8B-B14F-4D97-AF65-F5344CB8AC3E}">
        <p14:creationId xmlns:p14="http://schemas.microsoft.com/office/powerpoint/2010/main" val="258330400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E77674-EAFF-4CAE-A685-8AEA617D0655}"/>
              </a:ext>
            </a:extLst>
          </p:cNvPr>
          <p:cNvSpPr>
            <a:spLocks noGrp="1"/>
          </p:cNvSpPr>
          <p:nvPr>
            <p:ph type="title"/>
          </p:nvPr>
        </p:nvSpPr>
        <p:spPr>
          <a:xfrm>
            <a:off x="839788" y="1094014"/>
            <a:ext cx="3932237" cy="1436914"/>
          </a:xfrm>
        </p:spPr>
        <p:txBody>
          <a:bodyPr anchor="b"/>
          <a:lstStyle>
            <a:lvl1pPr>
              <a:defRPr sz="3200"/>
            </a:lvl1pPr>
          </a:lstStyle>
          <a:p>
            <a:r>
              <a:rPr lang="en-US" dirty="0"/>
              <a:t>Click to edit Master title style</a:t>
            </a:r>
          </a:p>
        </p:txBody>
      </p:sp>
      <p:sp>
        <p:nvSpPr>
          <p:cNvPr id="3" name="Content Placeholder 2">
            <a:extLst>
              <a:ext uri="{FF2B5EF4-FFF2-40B4-BE49-F238E27FC236}">
                <a16:creationId xmlns:a16="http://schemas.microsoft.com/office/drawing/2014/main" id="{5DB3A185-E15D-46FD-A4FB-709A8B5D0BE3}"/>
              </a:ext>
            </a:extLst>
          </p:cNvPr>
          <p:cNvSpPr>
            <a:spLocks noGrp="1"/>
          </p:cNvSpPr>
          <p:nvPr>
            <p:ph idx="1"/>
          </p:nvPr>
        </p:nvSpPr>
        <p:spPr>
          <a:xfrm>
            <a:off x="5183188" y="1094014"/>
            <a:ext cx="6172200" cy="4767036"/>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Text Placeholder 3">
            <a:extLst>
              <a:ext uri="{FF2B5EF4-FFF2-40B4-BE49-F238E27FC236}">
                <a16:creationId xmlns:a16="http://schemas.microsoft.com/office/drawing/2014/main" id="{E14086F7-5F48-40D6-B4E3-1347EA21B0A8}"/>
              </a:ext>
            </a:extLst>
          </p:cNvPr>
          <p:cNvSpPr>
            <a:spLocks noGrp="1"/>
          </p:cNvSpPr>
          <p:nvPr>
            <p:ph type="body" sz="half" idx="2"/>
          </p:nvPr>
        </p:nvSpPr>
        <p:spPr>
          <a:xfrm>
            <a:off x="839788" y="2618012"/>
            <a:ext cx="3932237" cy="3250975"/>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a:t>
            </a:r>
          </a:p>
        </p:txBody>
      </p:sp>
      <p:sp>
        <p:nvSpPr>
          <p:cNvPr id="5" name="Date Placeholder 4">
            <a:extLst>
              <a:ext uri="{FF2B5EF4-FFF2-40B4-BE49-F238E27FC236}">
                <a16:creationId xmlns:a16="http://schemas.microsoft.com/office/drawing/2014/main" id="{0EF4FC41-0A32-438D-9A47-F932AB492CBA}"/>
              </a:ext>
            </a:extLst>
          </p:cNvPr>
          <p:cNvSpPr>
            <a:spLocks noGrp="1"/>
          </p:cNvSpPr>
          <p:nvPr>
            <p:ph type="dt" sz="half" idx="10"/>
          </p:nvPr>
        </p:nvSpPr>
        <p:spPr/>
        <p:txBody>
          <a:bodyPr/>
          <a:lstStyle/>
          <a:p>
            <a:fld id="{11008460-8B2F-4AAA-A4E2-10730069204C}" type="datetimeFigureOut">
              <a:rPr lang="en-US" smtClean="0"/>
              <a:t>9/22/2023</a:t>
            </a:fld>
            <a:endParaRPr lang="en-US"/>
          </a:p>
        </p:txBody>
      </p:sp>
      <p:sp>
        <p:nvSpPr>
          <p:cNvPr id="6" name="Footer Placeholder 5">
            <a:extLst>
              <a:ext uri="{FF2B5EF4-FFF2-40B4-BE49-F238E27FC236}">
                <a16:creationId xmlns:a16="http://schemas.microsoft.com/office/drawing/2014/main" id="{02F0F85D-CB6B-48E8-B56F-81472CE94F02}"/>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4B6E120E-E239-4B93-AC67-210D23BD2278}"/>
              </a:ext>
            </a:extLst>
          </p:cNvPr>
          <p:cNvSpPr>
            <a:spLocks noGrp="1"/>
          </p:cNvSpPr>
          <p:nvPr>
            <p:ph type="sldNum" sz="quarter" idx="12"/>
          </p:nvPr>
        </p:nvSpPr>
        <p:spPr/>
        <p:txBody>
          <a:bodyPr/>
          <a:lstStyle/>
          <a:p>
            <a:fld id="{0946259B-8396-46CD-AD42-FDEDA89DA278}" type="slidenum">
              <a:rPr lang="en-US" smtClean="0"/>
              <a:t>‹#›</a:t>
            </a:fld>
            <a:endParaRPr lang="en-US"/>
          </a:p>
        </p:txBody>
      </p:sp>
    </p:spTree>
    <p:extLst>
      <p:ext uri="{BB962C8B-B14F-4D97-AF65-F5344CB8AC3E}">
        <p14:creationId xmlns:p14="http://schemas.microsoft.com/office/powerpoint/2010/main" val="143985811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61F02C-5A08-45D4-AFE1-8EF0E6DECE4B}"/>
              </a:ext>
            </a:extLst>
          </p:cNvPr>
          <p:cNvSpPr>
            <a:spLocks noGrp="1"/>
          </p:cNvSpPr>
          <p:nvPr>
            <p:ph type="title"/>
          </p:nvPr>
        </p:nvSpPr>
        <p:spPr>
          <a:xfrm>
            <a:off x="839788" y="1065120"/>
            <a:ext cx="3932237" cy="1465806"/>
          </a:xfrm>
        </p:spPr>
        <p:txBody>
          <a:bodyPr anchor="b"/>
          <a:lstStyle>
            <a:lvl1pPr>
              <a:defRPr sz="3200"/>
            </a:lvl1pPr>
          </a:lstStyle>
          <a:p>
            <a:r>
              <a:rPr lang="en-US" dirty="0"/>
              <a:t>Click to edit Master title style</a:t>
            </a:r>
          </a:p>
        </p:txBody>
      </p:sp>
      <p:sp>
        <p:nvSpPr>
          <p:cNvPr id="3" name="Picture Placeholder 2">
            <a:extLst>
              <a:ext uri="{FF2B5EF4-FFF2-40B4-BE49-F238E27FC236}">
                <a16:creationId xmlns:a16="http://schemas.microsoft.com/office/drawing/2014/main" id="{A22EF863-20E6-4CF9-A179-0A2A52E5F35F}"/>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9CECFB1A-5B7E-45DA-9713-0CD8E3121F4B}"/>
              </a:ext>
            </a:extLst>
          </p:cNvPr>
          <p:cNvSpPr>
            <a:spLocks noGrp="1"/>
          </p:cNvSpPr>
          <p:nvPr>
            <p:ph type="body" sz="half" idx="2"/>
          </p:nvPr>
        </p:nvSpPr>
        <p:spPr>
          <a:xfrm>
            <a:off x="839788" y="2618014"/>
            <a:ext cx="3932237" cy="3250974"/>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a:t>
            </a:r>
          </a:p>
        </p:txBody>
      </p:sp>
      <p:sp>
        <p:nvSpPr>
          <p:cNvPr id="5" name="Date Placeholder 4">
            <a:extLst>
              <a:ext uri="{FF2B5EF4-FFF2-40B4-BE49-F238E27FC236}">
                <a16:creationId xmlns:a16="http://schemas.microsoft.com/office/drawing/2014/main" id="{F6EFD67F-901E-4423-A48F-41F00ECA520B}"/>
              </a:ext>
            </a:extLst>
          </p:cNvPr>
          <p:cNvSpPr>
            <a:spLocks noGrp="1"/>
          </p:cNvSpPr>
          <p:nvPr>
            <p:ph type="dt" sz="half" idx="10"/>
          </p:nvPr>
        </p:nvSpPr>
        <p:spPr/>
        <p:txBody>
          <a:bodyPr/>
          <a:lstStyle/>
          <a:p>
            <a:fld id="{11008460-8B2F-4AAA-A4E2-10730069204C}" type="datetimeFigureOut">
              <a:rPr lang="en-US" smtClean="0"/>
              <a:t>9/22/2023</a:t>
            </a:fld>
            <a:endParaRPr lang="en-US"/>
          </a:p>
        </p:txBody>
      </p:sp>
      <p:sp>
        <p:nvSpPr>
          <p:cNvPr id="6" name="Footer Placeholder 5">
            <a:extLst>
              <a:ext uri="{FF2B5EF4-FFF2-40B4-BE49-F238E27FC236}">
                <a16:creationId xmlns:a16="http://schemas.microsoft.com/office/drawing/2014/main" id="{97B04982-0749-4F34-A4DB-DDC12BD4BE39}"/>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E7B38447-AEAF-40D9-B3D3-94404C144AE9}"/>
              </a:ext>
            </a:extLst>
          </p:cNvPr>
          <p:cNvSpPr>
            <a:spLocks noGrp="1"/>
          </p:cNvSpPr>
          <p:nvPr>
            <p:ph type="sldNum" sz="quarter" idx="12"/>
          </p:nvPr>
        </p:nvSpPr>
        <p:spPr/>
        <p:txBody>
          <a:bodyPr/>
          <a:lstStyle/>
          <a:p>
            <a:fld id="{0946259B-8396-46CD-AD42-FDEDA89DA278}" type="slidenum">
              <a:rPr lang="en-US" smtClean="0"/>
              <a:t>‹#›</a:t>
            </a:fld>
            <a:endParaRPr lang="en-US"/>
          </a:p>
        </p:txBody>
      </p:sp>
    </p:spTree>
    <p:extLst>
      <p:ext uri="{BB962C8B-B14F-4D97-AF65-F5344CB8AC3E}">
        <p14:creationId xmlns:p14="http://schemas.microsoft.com/office/powerpoint/2010/main" val="390732103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type="vertTx" preserve="1">
  <p:cSld name="Title and Vertical Text">
    <p:spTree>
      <p:nvGrpSpPr>
        <p:cNvPr id="1" name=""/>
        <p:cNvGrpSpPr/>
        <p:nvPr/>
      </p:nvGrpSpPr>
      <p:grpSpPr>
        <a:xfrm>
          <a:off x="0" y="0"/>
          <a:ext cx="0" cy="0"/>
          <a:chOff x="0" y="0"/>
          <a:chExt cx="0" cy="0"/>
        </a:xfrm>
      </p:grpSpPr>
      <p:grpSp>
        <p:nvGrpSpPr>
          <p:cNvPr id="7" name="Group 6">
            <a:extLst>
              <a:ext uri="{FF2B5EF4-FFF2-40B4-BE49-F238E27FC236}">
                <a16:creationId xmlns:a16="http://schemas.microsoft.com/office/drawing/2014/main" id="{7071ABCB-C306-49F0-8D5D-0B890583C1CE}"/>
              </a:ext>
            </a:extLst>
          </p:cNvPr>
          <p:cNvGrpSpPr/>
          <p:nvPr/>
        </p:nvGrpSpPr>
        <p:grpSpPr>
          <a:xfrm rot="10800000">
            <a:off x="0" y="1827078"/>
            <a:ext cx="2926300" cy="5030922"/>
            <a:chOff x="9265700" y="2026"/>
            <a:chExt cx="2926300" cy="5030922"/>
          </a:xfrm>
        </p:grpSpPr>
        <p:sp>
          <p:nvSpPr>
            <p:cNvPr id="8" name="Freeform: Shape 7">
              <a:extLst>
                <a:ext uri="{FF2B5EF4-FFF2-40B4-BE49-F238E27FC236}">
                  <a16:creationId xmlns:a16="http://schemas.microsoft.com/office/drawing/2014/main" id="{24A67F94-2250-4B3A-8424-1BC0A0BCB3FF}"/>
                </a:ext>
              </a:extLst>
            </p:cNvPr>
            <p:cNvSpPr/>
            <p:nvPr/>
          </p:nvSpPr>
          <p:spPr>
            <a:xfrm>
              <a:off x="9326904" y="2026"/>
              <a:ext cx="2249810" cy="2294745"/>
            </a:xfrm>
            <a:custGeom>
              <a:avLst/>
              <a:gdLst>
                <a:gd name="connsiteX0" fmla="*/ 49162 w 2249810"/>
                <a:gd name="connsiteY0" fmla="*/ 0 h 2294745"/>
                <a:gd name="connsiteX1" fmla="*/ 2200648 w 2249810"/>
                <a:gd name="connsiteY1" fmla="*/ 0 h 2294745"/>
                <a:gd name="connsiteX2" fmla="*/ 2210105 w 2249810"/>
                <a:gd name="connsiteY2" fmla="*/ 23601 h 2294745"/>
                <a:gd name="connsiteX3" fmla="*/ 2249810 w 2249810"/>
                <a:gd name="connsiteY3" fmla="*/ 326934 h 2294745"/>
                <a:gd name="connsiteX4" fmla="*/ 2249810 w 2249810"/>
                <a:gd name="connsiteY4" fmla="*/ 422824 h 2294745"/>
                <a:gd name="connsiteX5" fmla="*/ 2249810 w 2249810"/>
                <a:gd name="connsiteY5" fmla="*/ 696534 h 2294745"/>
                <a:gd name="connsiteX6" fmla="*/ 2249810 w 2249810"/>
                <a:gd name="connsiteY6" fmla="*/ 848826 h 2294745"/>
                <a:gd name="connsiteX7" fmla="*/ 2249810 w 2249810"/>
                <a:gd name="connsiteY7" fmla="*/ 1058531 h 2294745"/>
                <a:gd name="connsiteX8" fmla="*/ 2249810 w 2249810"/>
                <a:gd name="connsiteY8" fmla="*/ 1218426 h 2294745"/>
                <a:gd name="connsiteX9" fmla="*/ 1955981 w 2249810"/>
                <a:gd name="connsiteY9" fmla="*/ 1845313 h 2294745"/>
                <a:gd name="connsiteX10" fmla="*/ 1225437 w 2249810"/>
                <a:gd name="connsiteY10" fmla="*/ 2208220 h 2294745"/>
                <a:gd name="connsiteX11" fmla="*/ 1123061 w 2249810"/>
                <a:gd name="connsiteY11" fmla="*/ 2294745 h 2294745"/>
                <a:gd name="connsiteX12" fmla="*/ 1024372 w 2249810"/>
                <a:gd name="connsiteY12" fmla="*/ 2208220 h 2294745"/>
                <a:gd name="connsiteX13" fmla="*/ 293828 w 2249810"/>
                <a:gd name="connsiteY13" fmla="*/ 1845313 h 2294745"/>
                <a:gd name="connsiteX14" fmla="*/ 0 w 2249810"/>
                <a:gd name="connsiteY14" fmla="*/ 1218426 h 2294745"/>
                <a:gd name="connsiteX15" fmla="*/ 0 w 2249810"/>
                <a:gd name="connsiteY15" fmla="*/ 1058531 h 2294745"/>
                <a:gd name="connsiteX16" fmla="*/ 0 w 2249810"/>
                <a:gd name="connsiteY16" fmla="*/ 848826 h 2294745"/>
                <a:gd name="connsiteX17" fmla="*/ 0 w 2249810"/>
                <a:gd name="connsiteY17" fmla="*/ 696534 h 2294745"/>
                <a:gd name="connsiteX18" fmla="*/ 0 w 2249810"/>
                <a:gd name="connsiteY18" fmla="*/ 422824 h 2294745"/>
                <a:gd name="connsiteX19" fmla="*/ 0 w 2249810"/>
                <a:gd name="connsiteY19" fmla="*/ 326934 h 2294745"/>
                <a:gd name="connsiteX20" fmla="*/ 39705 w 2249810"/>
                <a:gd name="connsiteY20" fmla="*/ 23601 h 22947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2249810" h="2294745">
                  <a:moveTo>
                    <a:pt x="49162" y="0"/>
                  </a:moveTo>
                  <a:lnTo>
                    <a:pt x="2200648" y="0"/>
                  </a:lnTo>
                  <a:lnTo>
                    <a:pt x="2210105" y="23601"/>
                  </a:lnTo>
                  <a:cubicBezTo>
                    <a:pt x="2236898" y="106934"/>
                    <a:pt x="2249810" y="205568"/>
                    <a:pt x="2249810" y="326934"/>
                  </a:cubicBezTo>
                  <a:lnTo>
                    <a:pt x="2249810" y="422824"/>
                  </a:lnTo>
                  <a:lnTo>
                    <a:pt x="2249810" y="696534"/>
                  </a:lnTo>
                  <a:lnTo>
                    <a:pt x="2249810" y="848826"/>
                  </a:lnTo>
                  <a:lnTo>
                    <a:pt x="2249810" y="1058531"/>
                  </a:lnTo>
                  <a:lnTo>
                    <a:pt x="2249810" y="1218426"/>
                  </a:lnTo>
                  <a:cubicBezTo>
                    <a:pt x="2249810" y="1542068"/>
                    <a:pt x="2157989" y="1704061"/>
                    <a:pt x="1955981" y="1845313"/>
                  </a:cubicBezTo>
                  <a:cubicBezTo>
                    <a:pt x="1745898" y="1967026"/>
                    <a:pt x="1470144" y="2019115"/>
                    <a:pt x="1225437" y="2208220"/>
                  </a:cubicBezTo>
                  <a:lnTo>
                    <a:pt x="1123061" y="2294745"/>
                  </a:lnTo>
                  <a:lnTo>
                    <a:pt x="1024372" y="2208220"/>
                  </a:lnTo>
                  <a:cubicBezTo>
                    <a:pt x="779664" y="2019115"/>
                    <a:pt x="503910" y="1967026"/>
                    <a:pt x="293828" y="1845313"/>
                  </a:cubicBezTo>
                  <a:cubicBezTo>
                    <a:pt x="91820" y="1704061"/>
                    <a:pt x="0" y="1542068"/>
                    <a:pt x="0" y="1218426"/>
                  </a:cubicBezTo>
                  <a:lnTo>
                    <a:pt x="0" y="1058531"/>
                  </a:lnTo>
                  <a:lnTo>
                    <a:pt x="0" y="848826"/>
                  </a:lnTo>
                  <a:lnTo>
                    <a:pt x="0" y="696534"/>
                  </a:lnTo>
                  <a:lnTo>
                    <a:pt x="0" y="422824"/>
                  </a:lnTo>
                  <a:lnTo>
                    <a:pt x="0" y="326934"/>
                  </a:lnTo>
                  <a:cubicBezTo>
                    <a:pt x="0" y="205568"/>
                    <a:pt x="12912" y="106934"/>
                    <a:pt x="39705" y="23601"/>
                  </a:cubicBezTo>
                  <a:close/>
                </a:path>
              </a:pathLst>
            </a:custGeom>
            <a:solidFill>
              <a:schemeClr val="bg2">
                <a:lumMod val="75000"/>
                <a:alpha val="15000"/>
              </a:scheme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Freeform: Shape 8">
              <a:extLst>
                <a:ext uri="{FF2B5EF4-FFF2-40B4-BE49-F238E27FC236}">
                  <a16:creationId xmlns:a16="http://schemas.microsoft.com/office/drawing/2014/main" id="{5FB942D8-95BE-4CFD-BFCC-26209EC192CE}"/>
                </a:ext>
              </a:extLst>
            </p:cNvPr>
            <p:cNvSpPr/>
            <p:nvPr/>
          </p:nvSpPr>
          <p:spPr>
            <a:xfrm>
              <a:off x="10597154" y="1907348"/>
              <a:ext cx="1594846" cy="3044131"/>
            </a:xfrm>
            <a:custGeom>
              <a:avLst/>
              <a:gdLst>
                <a:gd name="connsiteX0" fmla="*/ 1126749 w 1594846"/>
                <a:gd name="connsiteY0" fmla="*/ 0 h 3044131"/>
                <a:gd name="connsiteX1" fmla="*/ 1225438 w 1594846"/>
                <a:gd name="connsiteY1" fmla="*/ 86525 h 3044131"/>
                <a:gd name="connsiteX2" fmla="*/ 1413279 w 1594846"/>
                <a:gd name="connsiteY2" fmla="*/ 205892 h 3044131"/>
                <a:gd name="connsiteX3" fmla="*/ 1594846 w 1594846"/>
                <a:gd name="connsiteY3" fmla="*/ 289191 h 3044131"/>
                <a:gd name="connsiteX4" fmla="*/ 1594846 w 1594846"/>
                <a:gd name="connsiteY4" fmla="*/ 2754939 h 3044131"/>
                <a:gd name="connsiteX5" fmla="*/ 1413277 w 1594846"/>
                <a:gd name="connsiteY5" fmla="*/ 2838239 h 3044131"/>
                <a:gd name="connsiteX6" fmla="*/ 1225436 w 1594846"/>
                <a:gd name="connsiteY6" fmla="*/ 2957606 h 3044131"/>
                <a:gd name="connsiteX7" fmla="*/ 1123061 w 1594846"/>
                <a:gd name="connsiteY7" fmla="*/ 3044131 h 3044131"/>
                <a:gd name="connsiteX8" fmla="*/ 1024372 w 1594846"/>
                <a:gd name="connsiteY8" fmla="*/ 2957606 h 3044131"/>
                <a:gd name="connsiteX9" fmla="*/ 293828 w 1594846"/>
                <a:gd name="connsiteY9" fmla="*/ 2594699 h 3044131"/>
                <a:gd name="connsiteX10" fmla="*/ 0 w 1594846"/>
                <a:gd name="connsiteY10" fmla="*/ 1967812 h 3044131"/>
                <a:gd name="connsiteX11" fmla="*/ 0 w 1594846"/>
                <a:gd name="connsiteY11" fmla="*/ 1807917 h 3044131"/>
                <a:gd name="connsiteX12" fmla="*/ 0 w 1594846"/>
                <a:gd name="connsiteY12" fmla="*/ 1598212 h 3044131"/>
                <a:gd name="connsiteX13" fmla="*/ 0 w 1594846"/>
                <a:gd name="connsiteY13" fmla="*/ 1445920 h 3044131"/>
                <a:gd name="connsiteX14" fmla="*/ 0 w 1594846"/>
                <a:gd name="connsiteY14" fmla="*/ 1172210 h 3044131"/>
                <a:gd name="connsiteX15" fmla="*/ 0 w 1594846"/>
                <a:gd name="connsiteY15" fmla="*/ 1076320 h 3044131"/>
                <a:gd name="connsiteX16" fmla="*/ 293829 w 1594846"/>
                <a:gd name="connsiteY16" fmla="*/ 449433 h 3044131"/>
                <a:gd name="connsiteX17" fmla="*/ 1024374 w 1594846"/>
                <a:gd name="connsiteY17" fmla="*/ 86525 h 30441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594846" h="3044131">
                  <a:moveTo>
                    <a:pt x="1126749" y="0"/>
                  </a:moveTo>
                  <a:lnTo>
                    <a:pt x="1225438" y="86525"/>
                  </a:lnTo>
                  <a:cubicBezTo>
                    <a:pt x="1286615" y="133801"/>
                    <a:pt x="1349732" y="172514"/>
                    <a:pt x="1413279" y="205892"/>
                  </a:cubicBezTo>
                  <a:lnTo>
                    <a:pt x="1594846" y="289191"/>
                  </a:lnTo>
                  <a:lnTo>
                    <a:pt x="1594846" y="2754939"/>
                  </a:lnTo>
                  <a:lnTo>
                    <a:pt x="1413277" y="2838239"/>
                  </a:lnTo>
                  <a:cubicBezTo>
                    <a:pt x="1349730" y="2871617"/>
                    <a:pt x="1286613" y="2910330"/>
                    <a:pt x="1225436" y="2957606"/>
                  </a:cubicBezTo>
                  <a:lnTo>
                    <a:pt x="1123061" y="3044131"/>
                  </a:lnTo>
                  <a:lnTo>
                    <a:pt x="1024372" y="2957606"/>
                  </a:lnTo>
                  <a:cubicBezTo>
                    <a:pt x="779664" y="2768501"/>
                    <a:pt x="503910" y="2716412"/>
                    <a:pt x="293828" y="2594699"/>
                  </a:cubicBezTo>
                  <a:cubicBezTo>
                    <a:pt x="91820" y="2453447"/>
                    <a:pt x="0" y="2291454"/>
                    <a:pt x="0" y="1967812"/>
                  </a:cubicBezTo>
                  <a:lnTo>
                    <a:pt x="0" y="1807917"/>
                  </a:lnTo>
                  <a:lnTo>
                    <a:pt x="0" y="1598212"/>
                  </a:lnTo>
                  <a:lnTo>
                    <a:pt x="0" y="1445920"/>
                  </a:lnTo>
                  <a:lnTo>
                    <a:pt x="0" y="1172210"/>
                  </a:lnTo>
                  <a:lnTo>
                    <a:pt x="0" y="1076320"/>
                  </a:lnTo>
                  <a:cubicBezTo>
                    <a:pt x="0" y="752678"/>
                    <a:pt x="91821" y="590684"/>
                    <a:pt x="293829" y="449433"/>
                  </a:cubicBezTo>
                  <a:cubicBezTo>
                    <a:pt x="503912" y="327719"/>
                    <a:pt x="779665" y="275630"/>
                    <a:pt x="1024374" y="86525"/>
                  </a:cubicBezTo>
                  <a:close/>
                </a:path>
              </a:pathLst>
            </a:custGeom>
            <a:solidFill>
              <a:schemeClr val="bg2">
                <a:lumMod val="75000"/>
                <a:alpha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0" name="Freeform: Shape 9">
              <a:extLst>
                <a:ext uri="{FF2B5EF4-FFF2-40B4-BE49-F238E27FC236}">
                  <a16:creationId xmlns:a16="http://schemas.microsoft.com/office/drawing/2014/main" id="{9DF6499A-D398-4CBC-AA22-4277539430FC}"/>
                </a:ext>
              </a:extLst>
            </p:cNvPr>
            <p:cNvSpPr/>
            <p:nvPr/>
          </p:nvSpPr>
          <p:spPr>
            <a:xfrm>
              <a:off x="9265700" y="7622"/>
              <a:ext cx="2372219" cy="2371961"/>
            </a:xfrm>
            <a:custGeom>
              <a:avLst/>
              <a:gdLst>
                <a:gd name="connsiteX0" fmla="*/ 2144960 w 4282900"/>
                <a:gd name="connsiteY0" fmla="*/ 0 h 5795027"/>
                <a:gd name="connsiteX1" fmla="*/ 2332832 w 4282900"/>
                <a:gd name="connsiteY1" fmla="*/ 164715 h 5795027"/>
                <a:gd name="connsiteX2" fmla="*/ 3723546 w 4282900"/>
                <a:gd name="connsiteY2" fmla="*/ 855573 h 5795027"/>
                <a:gd name="connsiteX3" fmla="*/ 4282900 w 4282900"/>
                <a:gd name="connsiteY3" fmla="*/ 2048959 h 5795027"/>
                <a:gd name="connsiteX4" fmla="*/ 4282900 w 4282900"/>
                <a:gd name="connsiteY4" fmla="*/ 2231503 h 5795027"/>
                <a:gd name="connsiteX5" fmla="*/ 4282900 w 4282900"/>
                <a:gd name="connsiteY5" fmla="*/ 2752557 h 5795027"/>
                <a:gd name="connsiteX6" fmla="*/ 4282900 w 4282900"/>
                <a:gd name="connsiteY6" fmla="*/ 3042471 h 5795027"/>
                <a:gd name="connsiteX7" fmla="*/ 4282900 w 4282900"/>
                <a:gd name="connsiteY7" fmla="*/ 3441681 h 5795027"/>
                <a:gd name="connsiteX8" fmla="*/ 4282900 w 4282900"/>
                <a:gd name="connsiteY8" fmla="*/ 3746068 h 5795027"/>
                <a:gd name="connsiteX9" fmla="*/ 3723546 w 4282900"/>
                <a:gd name="connsiteY9" fmla="*/ 4939455 h 5795027"/>
                <a:gd name="connsiteX10" fmla="*/ 2332829 w 4282900"/>
                <a:gd name="connsiteY10" fmla="*/ 5630311 h 5795027"/>
                <a:gd name="connsiteX11" fmla="*/ 2137940 w 4282900"/>
                <a:gd name="connsiteY11" fmla="*/ 5795027 h 5795027"/>
                <a:gd name="connsiteX12" fmla="*/ 1950069 w 4282900"/>
                <a:gd name="connsiteY12" fmla="*/ 5630311 h 5795027"/>
                <a:gd name="connsiteX13" fmla="*/ 559353 w 4282900"/>
                <a:gd name="connsiteY13" fmla="*/ 4939455 h 5795027"/>
                <a:gd name="connsiteX14" fmla="*/ 0 w 4282900"/>
                <a:gd name="connsiteY14" fmla="*/ 3746068 h 5795027"/>
                <a:gd name="connsiteX15" fmla="*/ 0 w 4282900"/>
                <a:gd name="connsiteY15" fmla="*/ 3441681 h 5795027"/>
                <a:gd name="connsiteX16" fmla="*/ 0 w 4282900"/>
                <a:gd name="connsiteY16" fmla="*/ 3042471 h 5795027"/>
                <a:gd name="connsiteX17" fmla="*/ 0 w 4282900"/>
                <a:gd name="connsiteY17" fmla="*/ 2752557 h 5795027"/>
                <a:gd name="connsiteX18" fmla="*/ 0 w 4282900"/>
                <a:gd name="connsiteY18" fmla="*/ 2231503 h 5795027"/>
                <a:gd name="connsiteX19" fmla="*/ 0 w 4282900"/>
                <a:gd name="connsiteY19" fmla="*/ 2048959 h 5795027"/>
                <a:gd name="connsiteX20" fmla="*/ 559354 w 4282900"/>
                <a:gd name="connsiteY20" fmla="*/ 855573 h 5795027"/>
                <a:gd name="connsiteX21" fmla="*/ 1950071 w 4282900"/>
                <a:gd name="connsiteY21" fmla="*/ 164715 h 5795027"/>
                <a:gd name="connsiteX0" fmla="*/ 4282900 w 4447989"/>
                <a:gd name="connsiteY0" fmla="*/ 2048959 h 5795027"/>
                <a:gd name="connsiteX1" fmla="*/ 4282900 w 4447989"/>
                <a:gd name="connsiteY1" fmla="*/ 2231503 h 5795027"/>
                <a:gd name="connsiteX2" fmla="*/ 4282900 w 4447989"/>
                <a:gd name="connsiteY2" fmla="*/ 2752557 h 5795027"/>
                <a:gd name="connsiteX3" fmla="*/ 4282900 w 4447989"/>
                <a:gd name="connsiteY3" fmla="*/ 3042471 h 5795027"/>
                <a:gd name="connsiteX4" fmla="*/ 4282900 w 4447989"/>
                <a:gd name="connsiteY4" fmla="*/ 3441681 h 5795027"/>
                <a:gd name="connsiteX5" fmla="*/ 4282900 w 4447989"/>
                <a:gd name="connsiteY5" fmla="*/ 3746068 h 5795027"/>
                <a:gd name="connsiteX6" fmla="*/ 3723546 w 4447989"/>
                <a:gd name="connsiteY6" fmla="*/ 4939455 h 5795027"/>
                <a:gd name="connsiteX7" fmla="*/ 2332829 w 4447989"/>
                <a:gd name="connsiteY7" fmla="*/ 5630311 h 5795027"/>
                <a:gd name="connsiteX8" fmla="*/ 2137940 w 4447989"/>
                <a:gd name="connsiteY8" fmla="*/ 5795027 h 5795027"/>
                <a:gd name="connsiteX9" fmla="*/ 1950069 w 4447989"/>
                <a:gd name="connsiteY9" fmla="*/ 5630311 h 5795027"/>
                <a:gd name="connsiteX10" fmla="*/ 559353 w 4447989"/>
                <a:gd name="connsiteY10" fmla="*/ 4939455 h 5795027"/>
                <a:gd name="connsiteX11" fmla="*/ 0 w 4447989"/>
                <a:gd name="connsiteY11" fmla="*/ 3746068 h 5795027"/>
                <a:gd name="connsiteX12" fmla="*/ 0 w 4447989"/>
                <a:gd name="connsiteY12" fmla="*/ 3441681 h 5795027"/>
                <a:gd name="connsiteX13" fmla="*/ 0 w 4447989"/>
                <a:gd name="connsiteY13" fmla="*/ 3042471 h 5795027"/>
                <a:gd name="connsiteX14" fmla="*/ 0 w 4447989"/>
                <a:gd name="connsiteY14" fmla="*/ 2752557 h 5795027"/>
                <a:gd name="connsiteX15" fmla="*/ 0 w 4447989"/>
                <a:gd name="connsiteY15" fmla="*/ 2231503 h 5795027"/>
                <a:gd name="connsiteX16" fmla="*/ 0 w 4447989"/>
                <a:gd name="connsiteY16" fmla="*/ 2048959 h 5795027"/>
                <a:gd name="connsiteX17" fmla="*/ 559354 w 4447989"/>
                <a:gd name="connsiteY17" fmla="*/ 855573 h 5795027"/>
                <a:gd name="connsiteX18" fmla="*/ 1950071 w 4447989"/>
                <a:gd name="connsiteY18" fmla="*/ 164715 h 5795027"/>
                <a:gd name="connsiteX19" fmla="*/ 2144960 w 4447989"/>
                <a:gd name="connsiteY19" fmla="*/ 0 h 5795027"/>
                <a:gd name="connsiteX20" fmla="*/ 2332832 w 4447989"/>
                <a:gd name="connsiteY20" fmla="*/ 164715 h 5795027"/>
                <a:gd name="connsiteX21" fmla="*/ 3723546 w 4447989"/>
                <a:gd name="connsiteY21" fmla="*/ 855573 h 5795027"/>
                <a:gd name="connsiteX22" fmla="*/ 4447989 w 4447989"/>
                <a:gd name="connsiteY22" fmla="*/ 2214048 h 5795027"/>
                <a:gd name="connsiteX0" fmla="*/ 4282900 w 4282900"/>
                <a:gd name="connsiteY0" fmla="*/ 2048959 h 5795027"/>
                <a:gd name="connsiteX1" fmla="*/ 4282900 w 4282900"/>
                <a:gd name="connsiteY1" fmla="*/ 2231503 h 5795027"/>
                <a:gd name="connsiteX2" fmla="*/ 4282900 w 4282900"/>
                <a:gd name="connsiteY2" fmla="*/ 2752557 h 5795027"/>
                <a:gd name="connsiteX3" fmla="*/ 4282900 w 4282900"/>
                <a:gd name="connsiteY3" fmla="*/ 3042471 h 5795027"/>
                <a:gd name="connsiteX4" fmla="*/ 4282900 w 4282900"/>
                <a:gd name="connsiteY4" fmla="*/ 3441681 h 5795027"/>
                <a:gd name="connsiteX5" fmla="*/ 4282900 w 4282900"/>
                <a:gd name="connsiteY5" fmla="*/ 3746068 h 5795027"/>
                <a:gd name="connsiteX6" fmla="*/ 3723546 w 4282900"/>
                <a:gd name="connsiteY6" fmla="*/ 4939455 h 5795027"/>
                <a:gd name="connsiteX7" fmla="*/ 2332829 w 4282900"/>
                <a:gd name="connsiteY7" fmla="*/ 5630311 h 5795027"/>
                <a:gd name="connsiteX8" fmla="*/ 2137940 w 4282900"/>
                <a:gd name="connsiteY8" fmla="*/ 5795027 h 5795027"/>
                <a:gd name="connsiteX9" fmla="*/ 1950069 w 4282900"/>
                <a:gd name="connsiteY9" fmla="*/ 5630311 h 5795027"/>
                <a:gd name="connsiteX10" fmla="*/ 559353 w 4282900"/>
                <a:gd name="connsiteY10" fmla="*/ 4939455 h 5795027"/>
                <a:gd name="connsiteX11" fmla="*/ 0 w 4282900"/>
                <a:gd name="connsiteY11" fmla="*/ 3746068 h 5795027"/>
                <a:gd name="connsiteX12" fmla="*/ 0 w 4282900"/>
                <a:gd name="connsiteY12" fmla="*/ 3441681 h 5795027"/>
                <a:gd name="connsiteX13" fmla="*/ 0 w 4282900"/>
                <a:gd name="connsiteY13" fmla="*/ 3042471 h 5795027"/>
                <a:gd name="connsiteX14" fmla="*/ 0 w 4282900"/>
                <a:gd name="connsiteY14" fmla="*/ 2752557 h 5795027"/>
                <a:gd name="connsiteX15" fmla="*/ 0 w 4282900"/>
                <a:gd name="connsiteY15" fmla="*/ 2231503 h 5795027"/>
                <a:gd name="connsiteX16" fmla="*/ 0 w 4282900"/>
                <a:gd name="connsiteY16" fmla="*/ 2048959 h 5795027"/>
                <a:gd name="connsiteX17" fmla="*/ 559354 w 4282900"/>
                <a:gd name="connsiteY17" fmla="*/ 855573 h 5795027"/>
                <a:gd name="connsiteX18" fmla="*/ 1950071 w 4282900"/>
                <a:gd name="connsiteY18" fmla="*/ 164715 h 5795027"/>
                <a:gd name="connsiteX19" fmla="*/ 2144960 w 4282900"/>
                <a:gd name="connsiteY19" fmla="*/ 0 h 5795027"/>
                <a:gd name="connsiteX20" fmla="*/ 2332832 w 4282900"/>
                <a:gd name="connsiteY20" fmla="*/ 164715 h 5795027"/>
                <a:gd name="connsiteX21" fmla="*/ 3723546 w 4282900"/>
                <a:gd name="connsiteY21" fmla="*/ 855573 h 5795027"/>
                <a:gd name="connsiteX0" fmla="*/ 4248071 w 4282900"/>
                <a:gd name="connsiteY0" fmla="*/ 1519558 h 5795027"/>
                <a:gd name="connsiteX1" fmla="*/ 4282900 w 4282900"/>
                <a:gd name="connsiteY1" fmla="*/ 2231503 h 5795027"/>
                <a:gd name="connsiteX2" fmla="*/ 4282900 w 4282900"/>
                <a:gd name="connsiteY2" fmla="*/ 2752557 h 5795027"/>
                <a:gd name="connsiteX3" fmla="*/ 4282900 w 4282900"/>
                <a:gd name="connsiteY3" fmla="*/ 3042471 h 5795027"/>
                <a:gd name="connsiteX4" fmla="*/ 4282900 w 4282900"/>
                <a:gd name="connsiteY4" fmla="*/ 3441681 h 5795027"/>
                <a:gd name="connsiteX5" fmla="*/ 4282900 w 4282900"/>
                <a:gd name="connsiteY5" fmla="*/ 3746068 h 5795027"/>
                <a:gd name="connsiteX6" fmla="*/ 3723546 w 4282900"/>
                <a:gd name="connsiteY6" fmla="*/ 4939455 h 5795027"/>
                <a:gd name="connsiteX7" fmla="*/ 2332829 w 4282900"/>
                <a:gd name="connsiteY7" fmla="*/ 5630311 h 5795027"/>
                <a:gd name="connsiteX8" fmla="*/ 2137940 w 4282900"/>
                <a:gd name="connsiteY8" fmla="*/ 5795027 h 5795027"/>
                <a:gd name="connsiteX9" fmla="*/ 1950069 w 4282900"/>
                <a:gd name="connsiteY9" fmla="*/ 5630311 h 5795027"/>
                <a:gd name="connsiteX10" fmla="*/ 559353 w 4282900"/>
                <a:gd name="connsiteY10" fmla="*/ 4939455 h 5795027"/>
                <a:gd name="connsiteX11" fmla="*/ 0 w 4282900"/>
                <a:gd name="connsiteY11" fmla="*/ 3746068 h 5795027"/>
                <a:gd name="connsiteX12" fmla="*/ 0 w 4282900"/>
                <a:gd name="connsiteY12" fmla="*/ 3441681 h 5795027"/>
                <a:gd name="connsiteX13" fmla="*/ 0 w 4282900"/>
                <a:gd name="connsiteY13" fmla="*/ 3042471 h 5795027"/>
                <a:gd name="connsiteX14" fmla="*/ 0 w 4282900"/>
                <a:gd name="connsiteY14" fmla="*/ 2752557 h 5795027"/>
                <a:gd name="connsiteX15" fmla="*/ 0 w 4282900"/>
                <a:gd name="connsiteY15" fmla="*/ 2231503 h 5795027"/>
                <a:gd name="connsiteX16" fmla="*/ 0 w 4282900"/>
                <a:gd name="connsiteY16" fmla="*/ 2048959 h 5795027"/>
                <a:gd name="connsiteX17" fmla="*/ 559354 w 4282900"/>
                <a:gd name="connsiteY17" fmla="*/ 855573 h 5795027"/>
                <a:gd name="connsiteX18" fmla="*/ 1950071 w 4282900"/>
                <a:gd name="connsiteY18" fmla="*/ 164715 h 5795027"/>
                <a:gd name="connsiteX19" fmla="*/ 2144960 w 4282900"/>
                <a:gd name="connsiteY19" fmla="*/ 0 h 5795027"/>
                <a:gd name="connsiteX20" fmla="*/ 2332832 w 4282900"/>
                <a:gd name="connsiteY20" fmla="*/ 164715 h 5795027"/>
                <a:gd name="connsiteX21" fmla="*/ 3723546 w 4282900"/>
                <a:gd name="connsiteY21" fmla="*/ 855573 h 5795027"/>
                <a:gd name="connsiteX0" fmla="*/ 4248071 w 4292243"/>
                <a:gd name="connsiteY0" fmla="*/ 1519558 h 5795027"/>
                <a:gd name="connsiteX1" fmla="*/ 4282900 w 4292243"/>
                <a:gd name="connsiteY1" fmla="*/ 2231503 h 5795027"/>
                <a:gd name="connsiteX2" fmla="*/ 4282900 w 4292243"/>
                <a:gd name="connsiteY2" fmla="*/ 2752557 h 5795027"/>
                <a:gd name="connsiteX3" fmla="*/ 4282900 w 4292243"/>
                <a:gd name="connsiteY3" fmla="*/ 3042471 h 5795027"/>
                <a:gd name="connsiteX4" fmla="*/ 4282900 w 4292243"/>
                <a:gd name="connsiteY4" fmla="*/ 3441681 h 5795027"/>
                <a:gd name="connsiteX5" fmla="*/ 4282900 w 4292243"/>
                <a:gd name="connsiteY5" fmla="*/ 3746068 h 5795027"/>
                <a:gd name="connsiteX6" fmla="*/ 3723546 w 4292243"/>
                <a:gd name="connsiteY6" fmla="*/ 4939455 h 5795027"/>
                <a:gd name="connsiteX7" fmla="*/ 2332829 w 4292243"/>
                <a:gd name="connsiteY7" fmla="*/ 5630311 h 5795027"/>
                <a:gd name="connsiteX8" fmla="*/ 2137940 w 4292243"/>
                <a:gd name="connsiteY8" fmla="*/ 5795027 h 5795027"/>
                <a:gd name="connsiteX9" fmla="*/ 1950069 w 4292243"/>
                <a:gd name="connsiteY9" fmla="*/ 5630311 h 5795027"/>
                <a:gd name="connsiteX10" fmla="*/ 559353 w 4292243"/>
                <a:gd name="connsiteY10" fmla="*/ 4939455 h 5795027"/>
                <a:gd name="connsiteX11" fmla="*/ 0 w 4292243"/>
                <a:gd name="connsiteY11" fmla="*/ 3746068 h 5795027"/>
                <a:gd name="connsiteX12" fmla="*/ 0 w 4292243"/>
                <a:gd name="connsiteY12" fmla="*/ 3441681 h 5795027"/>
                <a:gd name="connsiteX13" fmla="*/ 0 w 4292243"/>
                <a:gd name="connsiteY13" fmla="*/ 3042471 h 5795027"/>
                <a:gd name="connsiteX14" fmla="*/ 0 w 4292243"/>
                <a:gd name="connsiteY14" fmla="*/ 2752557 h 5795027"/>
                <a:gd name="connsiteX15" fmla="*/ 0 w 4292243"/>
                <a:gd name="connsiteY15" fmla="*/ 2231503 h 5795027"/>
                <a:gd name="connsiteX16" fmla="*/ 0 w 4292243"/>
                <a:gd name="connsiteY16" fmla="*/ 2048959 h 5795027"/>
                <a:gd name="connsiteX17" fmla="*/ 559354 w 4292243"/>
                <a:gd name="connsiteY17" fmla="*/ 855573 h 5795027"/>
                <a:gd name="connsiteX18" fmla="*/ 1950071 w 4292243"/>
                <a:gd name="connsiteY18" fmla="*/ 164715 h 5795027"/>
                <a:gd name="connsiteX19" fmla="*/ 2144960 w 4292243"/>
                <a:gd name="connsiteY19" fmla="*/ 0 h 5795027"/>
                <a:gd name="connsiteX20" fmla="*/ 2332832 w 4292243"/>
                <a:gd name="connsiteY20" fmla="*/ 164715 h 5795027"/>
                <a:gd name="connsiteX21" fmla="*/ 3723546 w 4292243"/>
                <a:gd name="connsiteY21" fmla="*/ 855573 h 5795027"/>
                <a:gd name="connsiteX0" fmla="*/ 4213242 w 4282900"/>
                <a:gd name="connsiteY0" fmla="*/ 1512593 h 5795027"/>
                <a:gd name="connsiteX1" fmla="*/ 4282900 w 4282900"/>
                <a:gd name="connsiteY1" fmla="*/ 2231503 h 5795027"/>
                <a:gd name="connsiteX2" fmla="*/ 4282900 w 4282900"/>
                <a:gd name="connsiteY2" fmla="*/ 2752557 h 5795027"/>
                <a:gd name="connsiteX3" fmla="*/ 4282900 w 4282900"/>
                <a:gd name="connsiteY3" fmla="*/ 3042471 h 5795027"/>
                <a:gd name="connsiteX4" fmla="*/ 4282900 w 4282900"/>
                <a:gd name="connsiteY4" fmla="*/ 3441681 h 5795027"/>
                <a:gd name="connsiteX5" fmla="*/ 4282900 w 4282900"/>
                <a:gd name="connsiteY5" fmla="*/ 3746068 h 5795027"/>
                <a:gd name="connsiteX6" fmla="*/ 3723546 w 4282900"/>
                <a:gd name="connsiteY6" fmla="*/ 4939455 h 5795027"/>
                <a:gd name="connsiteX7" fmla="*/ 2332829 w 4282900"/>
                <a:gd name="connsiteY7" fmla="*/ 5630311 h 5795027"/>
                <a:gd name="connsiteX8" fmla="*/ 2137940 w 4282900"/>
                <a:gd name="connsiteY8" fmla="*/ 5795027 h 5795027"/>
                <a:gd name="connsiteX9" fmla="*/ 1950069 w 4282900"/>
                <a:gd name="connsiteY9" fmla="*/ 5630311 h 5795027"/>
                <a:gd name="connsiteX10" fmla="*/ 559353 w 4282900"/>
                <a:gd name="connsiteY10" fmla="*/ 4939455 h 5795027"/>
                <a:gd name="connsiteX11" fmla="*/ 0 w 4282900"/>
                <a:gd name="connsiteY11" fmla="*/ 3746068 h 5795027"/>
                <a:gd name="connsiteX12" fmla="*/ 0 w 4282900"/>
                <a:gd name="connsiteY12" fmla="*/ 3441681 h 5795027"/>
                <a:gd name="connsiteX13" fmla="*/ 0 w 4282900"/>
                <a:gd name="connsiteY13" fmla="*/ 3042471 h 5795027"/>
                <a:gd name="connsiteX14" fmla="*/ 0 w 4282900"/>
                <a:gd name="connsiteY14" fmla="*/ 2752557 h 5795027"/>
                <a:gd name="connsiteX15" fmla="*/ 0 w 4282900"/>
                <a:gd name="connsiteY15" fmla="*/ 2231503 h 5795027"/>
                <a:gd name="connsiteX16" fmla="*/ 0 w 4282900"/>
                <a:gd name="connsiteY16" fmla="*/ 2048959 h 5795027"/>
                <a:gd name="connsiteX17" fmla="*/ 559354 w 4282900"/>
                <a:gd name="connsiteY17" fmla="*/ 855573 h 5795027"/>
                <a:gd name="connsiteX18" fmla="*/ 1950071 w 4282900"/>
                <a:gd name="connsiteY18" fmla="*/ 164715 h 5795027"/>
                <a:gd name="connsiteX19" fmla="*/ 2144960 w 4282900"/>
                <a:gd name="connsiteY19" fmla="*/ 0 h 5795027"/>
                <a:gd name="connsiteX20" fmla="*/ 2332832 w 4282900"/>
                <a:gd name="connsiteY20" fmla="*/ 164715 h 5795027"/>
                <a:gd name="connsiteX21" fmla="*/ 3723546 w 4282900"/>
                <a:gd name="connsiteY21" fmla="*/ 855573 h 5795027"/>
                <a:gd name="connsiteX0" fmla="*/ 4213242 w 4282900"/>
                <a:gd name="connsiteY0" fmla="*/ 1512593 h 5795027"/>
                <a:gd name="connsiteX1" fmla="*/ 4282900 w 4282900"/>
                <a:gd name="connsiteY1" fmla="*/ 2231503 h 5795027"/>
                <a:gd name="connsiteX2" fmla="*/ 4282900 w 4282900"/>
                <a:gd name="connsiteY2" fmla="*/ 2752557 h 5795027"/>
                <a:gd name="connsiteX3" fmla="*/ 4282900 w 4282900"/>
                <a:gd name="connsiteY3" fmla="*/ 3042471 h 5795027"/>
                <a:gd name="connsiteX4" fmla="*/ 4282900 w 4282900"/>
                <a:gd name="connsiteY4" fmla="*/ 3441681 h 5795027"/>
                <a:gd name="connsiteX5" fmla="*/ 4282900 w 4282900"/>
                <a:gd name="connsiteY5" fmla="*/ 3746068 h 5795027"/>
                <a:gd name="connsiteX6" fmla="*/ 3723546 w 4282900"/>
                <a:gd name="connsiteY6" fmla="*/ 4939455 h 5795027"/>
                <a:gd name="connsiteX7" fmla="*/ 2332829 w 4282900"/>
                <a:gd name="connsiteY7" fmla="*/ 5630311 h 5795027"/>
                <a:gd name="connsiteX8" fmla="*/ 2137940 w 4282900"/>
                <a:gd name="connsiteY8" fmla="*/ 5795027 h 5795027"/>
                <a:gd name="connsiteX9" fmla="*/ 1950069 w 4282900"/>
                <a:gd name="connsiteY9" fmla="*/ 5630311 h 5795027"/>
                <a:gd name="connsiteX10" fmla="*/ 559353 w 4282900"/>
                <a:gd name="connsiteY10" fmla="*/ 4939455 h 5795027"/>
                <a:gd name="connsiteX11" fmla="*/ 0 w 4282900"/>
                <a:gd name="connsiteY11" fmla="*/ 3746068 h 5795027"/>
                <a:gd name="connsiteX12" fmla="*/ 0 w 4282900"/>
                <a:gd name="connsiteY12" fmla="*/ 3441681 h 5795027"/>
                <a:gd name="connsiteX13" fmla="*/ 0 w 4282900"/>
                <a:gd name="connsiteY13" fmla="*/ 3042471 h 5795027"/>
                <a:gd name="connsiteX14" fmla="*/ 0 w 4282900"/>
                <a:gd name="connsiteY14" fmla="*/ 2752557 h 5795027"/>
                <a:gd name="connsiteX15" fmla="*/ 0 w 4282900"/>
                <a:gd name="connsiteY15" fmla="*/ 2231503 h 5795027"/>
                <a:gd name="connsiteX16" fmla="*/ 0 w 4282900"/>
                <a:gd name="connsiteY16" fmla="*/ 2048959 h 5795027"/>
                <a:gd name="connsiteX17" fmla="*/ 559354 w 4282900"/>
                <a:gd name="connsiteY17" fmla="*/ 855573 h 5795027"/>
                <a:gd name="connsiteX18" fmla="*/ 1950071 w 4282900"/>
                <a:gd name="connsiteY18" fmla="*/ 164715 h 5795027"/>
                <a:gd name="connsiteX19" fmla="*/ 2144960 w 4282900"/>
                <a:gd name="connsiteY19" fmla="*/ 0 h 5795027"/>
                <a:gd name="connsiteX20" fmla="*/ 2332832 w 4282900"/>
                <a:gd name="connsiteY20" fmla="*/ 164715 h 5795027"/>
                <a:gd name="connsiteX0" fmla="*/ 4213242 w 4282900"/>
                <a:gd name="connsiteY0" fmla="*/ 1512593 h 5795027"/>
                <a:gd name="connsiteX1" fmla="*/ 4282900 w 4282900"/>
                <a:gd name="connsiteY1" fmla="*/ 2231503 h 5795027"/>
                <a:gd name="connsiteX2" fmla="*/ 4282900 w 4282900"/>
                <a:gd name="connsiteY2" fmla="*/ 2752557 h 5795027"/>
                <a:gd name="connsiteX3" fmla="*/ 4282900 w 4282900"/>
                <a:gd name="connsiteY3" fmla="*/ 3042471 h 5795027"/>
                <a:gd name="connsiteX4" fmla="*/ 4282900 w 4282900"/>
                <a:gd name="connsiteY4" fmla="*/ 3441681 h 5795027"/>
                <a:gd name="connsiteX5" fmla="*/ 4282900 w 4282900"/>
                <a:gd name="connsiteY5" fmla="*/ 3746068 h 5795027"/>
                <a:gd name="connsiteX6" fmla="*/ 3723546 w 4282900"/>
                <a:gd name="connsiteY6" fmla="*/ 4939455 h 5795027"/>
                <a:gd name="connsiteX7" fmla="*/ 2332829 w 4282900"/>
                <a:gd name="connsiteY7" fmla="*/ 5630311 h 5795027"/>
                <a:gd name="connsiteX8" fmla="*/ 2137940 w 4282900"/>
                <a:gd name="connsiteY8" fmla="*/ 5795027 h 5795027"/>
                <a:gd name="connsiteX9" fmla="*/ 1950069 w 4282900"/>
                <a:gd name="connsiteY9" fmla="*/ 5630311 h 5795027"/>
                <a:gd name="connsiteX10" fmla="*/ 559353 w 4282900"/>
                <a:gd name="connsiteY10" fmla="*/ 4939455 h 5795027"/>
                <a:gd name="connsiteX11" fmla="*/ 0 w 4282900"/>
                <a:gd name="connsiteY11" fmla="*/ 3746068 h 5795027"/>
                <a:gd name="connsiteX12" fmla="*/ 0 w 4282900"/>
                <a:gd name="connsiteY12" fmla="*/ 3441681 h 5795027"/>
                <a:gd name="connsiteX13" fmla="*/ 0 w 4282900"/>
                <a:gd name="connsiteY13" fmla="*/ 3042471 h 5795027"/>
                <a:gd name="connsiteX14" fmla="*/ 0 w 4282900"/>
                <a:gd name="connsiteY14" fmla="*/ 2752557 h 5795027"/>
                <a:gd name="connsiteX15" fmla="*/ 0 w 4282900"/>
                <a:gd name="connsiteY15" fmla="*/ 2231503 h 5795027"/>
                <a:gd name="connsiteX16" fmla="*/ 0 w 4282900"/>
                <a:gd name="connsiteY16" fmla="*/ 2048959 h 5795027"/>
                <a:gd name="connsiteX17" fmla="*/ 559354 w 4282900"/>
                <a:gd name="connsiteY17" fmla="*/ 855573 h 5795027"/>
                <a:gd name="connsiteX18" fmla="*/ 1950071 w 4282900"/>
                <a:gd name="connsiteY18" fmla="*/ 164715 h 5795027"/>
                <a:gd name="connsiteX19" fmla="*/ 2144960 w 4282900"/>
                <a:gd name="connsiteY19" fmla="*/ 0 h 5795027"/>
                <a:gd name="connsiteX0" fmla="*/ 4213242 w 4282900"/>
                <a:gd name="connsiteY0" fmla="*/ 1512593 h 5795027"/>
                <a:gd name="connsiteX1" fmla="*/ 4282900 w 4282900"/>
                <a:gd name="connsiteY1" fmla="*/ 2231503 h 5795027"/>
                <a:gd name="connsiteX2" fmla="*/ 4282900 w 4282900"/>
                <a:gd name="connsiteY2" fmla="*/ 2752557 h 5795027"/>
                <a:gd name="connsiteX3" fmla="*/ 4282900 w 4282900"/>
                <a:gd name="connsiteY3" fmla="*/ 3042471 h 5795027"/>
                <a:gd name="connsiteX4" fmla="*/ 4282900 w 4282900"/>
                <a:gd name="connsiteY4" fmla="*/ 3441681 h 5795027"/>
                <a:gd name="connsiteX5" fmla="*/ 4282900 w 4282900"/>
                <a:gd name="connsiteY5" fmla="*/ 3746068 h 5795027"/>
                <a:gd name="connsiteX6" fmla="*/ 3723546 w 4282900"/>
                <a:gd name="connsiteY6" fmla="*/ 4939455 h 5795027"/>
                <a:gd name="connsiteX7" fmla="*/ 2332829 w 4282900"/>
                <a:gd name="connsiteY7" fmla="*/ 5630311 h 5795027"/>
                <a:gd name="connsiteX8" fmla="*/ 2137940 w 4282900"/>
                <a:gd name="connsiteY8" fmla="*/ 5795027 h 5795027"/>
                <a:gd name="connsiteX9" fmla="*/ 1950069 w 4282900"/>
                <a:gd name="connsiteY9" fmla="*/ 5630311 h 5795027"/>
                <a:gd name="connsiteX10" fmla="*/ 559353 w 4282900"/>
                <a:gd name="connsiteY10" fmla="*/ 4939455 h 5795027"/>
                <a:gd name="connsiteX11" fmla="*/ 0 w 4282900"/>
                <a:gd name="connsiteY11" fmla="*/ 3746068 h 5795027"/>
                <a:gd name="connsiteX12" fmla="*/ 0 w 4282900"/>
                <a:gd name="connsiteY12" fmla="*/ 3441681 h 5795027"/>
                <a:gd name="connsiteX13" fmla="*/ 0 w 4282900"/>
                <a:gd name="connsiteY13" fmla="*/ 3042471 h 5795027"/>
                <a:gd name="connsiteX14" fmla="*/ 0 w 4282900"/>
                <a:gd name="connsiteY14" fmla="*/ 2752557 h 5795027"/>
                <a:gd name="connsiteX15" fmla="*/ 0 w 4282900"/>
                <a:gd name="connsiteY15" fmla="*/ 2231503 h 5795027"/>
                <a:gd name="connsiteX16" fmla="*/ 0 w 4282900"/>
                <a:gd name="connsiteY16" fmla="*/ 2048959 h 5795027"/>
                <a:gd name="connsiteX17" fmla="*/ 559354 w 4282900"/>
                <a:gd name="connsiteY17" fmla="*/ 855573 h 5795027"/>
                <a:gd name="connsiteX18" fmla="*/ 2144960 w 4282900"/>
                <a:gd name="connsiteY18" fmla="*/ 0 h 5795027"/>
                <a:gd name="connsiteX0" fmla="*/ 4213242 w 4282900"/>
                <a:gd name="connsiteY0" fmla="*/ 1512593 h 5795027"/>
                <a:gd name="connsiteX1" fmla="*/ 4282900 w 4282900"/>
                <a:gd name="connsiteY1" fmla="*/ 2231503 h 5795027"/>
                <a:gd name="connsiteX2" fmla="*/ 4282900 w 4282900"/>
                <a:gd name="connsiteY2" fmla="*/ 2752557 h 5795027"/>
                <a:gd name="connsiteX3" fmla="*/ 4282900 w 4282900"/>
                <a:gd name="connsiteY3" fmla="*/ 3042471 h 5795027"/>
                <a:gd name="connsiteX4" fmla="*/ 4282900 w 4282900"/>
                <a:gd name="connsiteY4" fmla="*/ 3441681 h 5795027"/>
                <a:gd name="connsiteX5" fmla="*/ 4282900 w 4282900"/>
                <a:gd name="connsiteY5" fmla="*/ 3746068 h 5795027"/>
                <a:gd name="connsiteX6" fmla="*/ 3723546 w 4282900"/>
                <a:gd name="connsiteY6" fmla="*/ 4939455 h 5795027"/>
                <a:gd name="connsiteX7" fmla="*/ 2332829 w 4282900"/>
                <a:gd name="connsiteY7" fmla="*/ 5630311 h 5795027"/>
                <a:gd name="connsiteX8" fmla="*/ 2137940 w 4282900"/>
                <a:gd name="connsiteY8" fmla="*/ 5795027 h 5795027"/>
                <a:gd name="connsiteX9" fmla="*/ 1950069 w 4282900"/>
                <a:gd name="connsiteY9" fmla="*/ 5630311 h 5795027"/>
                <a:gd name="connsiteX10" fmla="*/ 559353 w 4282900"/>
                <a:gd name="connsiteY10" fmla="*/ 4939455 h 5795027"/>
                <a:gd name="connsiteX11" fmla="*/ 0 w 4282900"/>
                <a:gd name="connsiteY11" fmla="*/ 3746068 h 5795027"/>
                <a:gd name="connsiteX12" fmla="*/ 0 w 4282900"/>
                <a:gd name="connsiteY12" fmla="*/ 3441681 h 5795027"/>
                <a:gd name="connsiteX13" fmla="*/ 0 w 4282900"/>
                <a:gd name="connsiteY13" fmla="*/ 3042471 h 5795027"/>
                <a:gd name="connsiteX14" fmla="*/ 0 w 4282900"/>
                <a:gd name="connsiteY14" fmla="*/ 2752557 h 5795027"/>
                <a:gd name="connsiteX15" fmla="*/ 0 w 4282900"/>
                <a:gd name="connsiteY15" fmla="*/ 2231503 h 5795027"/>
                <a:gd name="connsiteX16" fmla="*/ 0 w 4282900"/>
                <a:gd name="connsiteY16" fmla="*/ 2048959 h 5795027"/>
                <a:gd name="connsiteX17" fmla="*/ 64279 w 4282900"/>
                <a:gd name="connsiteY17" fmla="*/ 1516418 h 5795027"/>
                <a:gd name="connsiteX18" fmla="*/ 559354 w 4282900"/>
                <a:gd name="connsiteY18" fmla="*/ 855573 h 5795027"/>
                <a:gd name="connsiteX19" fmla="*/ 2144960 w 4282900"/>
                <a:gd name="connsiteY19" fmla="*/ 0 h 5795027"/>
                <a:gd name="connsiteX0" fmla="*/ 4213242 w 4282900"/>
                <a:gd name="connsiteY0" fmla="*/ 657020 h 4939454"/>
                <a:gd name="connsiteX1" fmla="*/ 4282900 w 4282900"/>
                <a:gd name="connsiteY1" fmla="*/ 1375930 h 4939454"/>
                <a:gd name="connsiteX2" fmla="*/ 4282900 w 4282900"/>
                <a:gd name="connsiteY2" fmla="*/ 1896984 h 4939454"/>
                <a:gd name="connsiteX3" fmla="*/ 4282900 w 4282900"/>
                <a:gd name="connsiteY3" fmla="*/ 2186898 h 4939454"/>
                <a:gd name="connsiteX4" fmla="*/ 4282900 w 4282900"/>
                <a:gd name="connsiteY4" fmla="*/ 2586108 h 4939454"/>
                <a:gd name="connsiteX5" fmla="*/ 4282900 w 4282900"/>
                <a:gd name="connsiteY5" fmla="*/ 2890495 h 4939454"/>
                <a:gd name="connsiteX6" fmla="*/ 3723546 w 4282900"/>
                <a:gd name="connsiteY6" fmla="*/ 4083882 h 4939454"/>
                <a:gd name="connsiteX7" fmla="*/ 2332829 w 4282900"/>
                <a:gd name="connsiteY7" fmla="*/ 4774738 h 4939454"/>
                <a:gd name="connsiteX8" fmla="*/ 2137940 w 4282900"/>
                <a:gd name="connsiteY8" fmla="*/ 4939454 h 4939454"/>
                <a:gd name="connsiteX9" fmla="*/ 1950069 w 4282900"/>
                <a:gd name="connsiteY9" fmla="*/ 4774738 h 4939454"/>
                <a:gd name="connsiteX10" fmla="*/ 559353 w 4282900"/>
                <a:gd name="connsiteY10" fmla="*/ 4083882 h 4939454"/>
                <a:gd name="connsiteX11" fmla="*/ 0 w 4282900"/>
                <a:gd name="connsiteY11" fmla="*/ 2890495 h 4939454"/>
                <a:gd name="connsiteX12" fmla="*/ 0 w 4282900"/>
                <a:gd name="connsiteY12" fmla="*/ 2586108 h 4939454"/>
                <a:gd name="connsiteX13" fmla="*/ 0 w 4282900"/>
                <a:gd name="connsiteY13" fmla="*/ 2186898 h 4939454"/>
                <a:gd name="connsiteX14" fmla="*/ 0 w 4282900"/>
                <a:gd name="connsiteY14" fmla="*/ 1896984 h 4939454"/>
                <a:gd name="connsiteX15" fmla="*/ 0 w 4282900"/>
                <a:gd name="connsiteY15" fmla="*/ 1375930 h 4939454"/>
                <a:gd name="connsiteX16" fmla="*/ 0 w 4282900"/>
                <a:gd name="connsiteY16" fmla="*/ 1193386 h 4939454"/>
                <a:gd name="connsiteX17" fmla="*/ 64279 w 4282900"/>
                <a:gd name="connsiteY17" fmla="*/ 660845 h 4939454"/>
                <a:gd name="connsiteX18" fmla="*/ 559354 w 4282900"/>
                <a:gd name="connsiteY18" fmla="*/ 0 h 4939454"/>
                <a:gd name="connsiteX0" fmla="*/ 4213242 w 4282900"/>
                <a:gd name="connsiteY0" fmla="*/ 0 h 4282434"/>
                <a:gd name="connsiteX1" fmla="*/ 4282900 w 4282900"/>
                <a:gd name="connsiteY1" fmla="*/ 718910 h 4282434"/>
                <a:gd name="connsiteX2" fmla="*/ 4282900 w 4282900"/>
                <a:gd name="connsiteY2" fmla="*/ 1239964 h 4282434"/>
                <a:gd name="connsiteX3" fmla="*/ 4282900 w 4282900"/>
                <a:gd name="connsiteY3" fmla="*/ 1529878 h 4282434"/>
                <a:gd name="connsiteX4" fmla="*/ 4282900 w 4282900"/>
                <a:gd name="connsiteY4" fmla="*/ 1929088 h 4282434"/>
                <a:gd name="connsiteX5" fmla="*/ 4282900 w 4282900"/>
                <a:gd name="connsiteY5" fmla="*/ 2233475 h 4282434"/>
                <a:gd name="connsiteX6" fmla="*/ 3723546 w 4282900"/>
                <a:gd name="connsiteY6" fmla="*/ 3426862 h 4282434"/>
                <a:gd name="connsiteX7" fmla="*/ 2332829 w 4282900"/>
                <a:gd name="connsiteY7" fmla="*/ 4117718 h 4282434"/>
                <a:gd name="connsiteX8" fmla="*/ 2137940 w 4282900"/>
                <a:gd name="connsiteY8" fmla="*/ 4282434 h 4282434"/>
                <a:gd name="connsiteX9" fmla="*/ 1950069 w 4282900"/>
                <a:gd name="connsiteY9" fmla="*/ 4117718 h 4282434"/>
                <a:gd name="connsiteX10" fmla="*/ 559353 w 4282900"/>
                <a:gd name="connsiteY10" fmla="*/ 3426862 h 4282434"/>
                <a:gd name="connsiteX11" fmla="*/ 0 w 4282900"/>
                <a:gd name="connsiteY11" fmla="*/ 2233475 h 4282434"/>
                <a:gd name="connsiteX12" fmla="*/ 0 w 4282900"/>
                <a:gd name="connsiteY12" fmla="*/ 1929088 h 4282434"/>
                <a:gd name="connsiteX13" fmla="*/ 0 w 4282900"/>
                <a:gd name="connsiteY13" fmla="*/ 1529878 h 4282434"/>
                <a:gd name="connsiteX14" fmla="*/ 0 w 4282900"/>
                <a:gd name="connsiteY14" fmla="*/ 1239964 h 4282434"/>
                <a:gd name="connsiteX15" fmla="*/ 0 w 4282900"/>
                <a:gd name="connsiteY15" fmla="*/ 718910 h 4282434"/>
                <a:gd name="connsiteX16" fmla="*/ 0 w 4282900"/>
                <a:gd name="connsiteY16" fmla="*/ 536366 h 4282434"/>
                <a:gd name="connsiteX17" fmla="*/ 64279 w 4282900"/>
                <a:gd name="connsiteY17" fmla="*/ 3825 h 4282434"/>
                <a:gd name="connsiteX0" fmla="*/ 4213242 w 4282900"/>
                <a:gd name="connsiteY0" fmla="*/ 0 h 4282434"/>
                <a:gd name="connsiteX1" fmla="*/ 4282900 w 4282900"/>
                <a:gd name="connsiteY1" fmla="*/ 718910 h 4282434"/>
                <a:gd name="connsiteX2" fmla="*/ 4282900 w 4282900"/>
                <a:gd name="connsiteY2" fmla="*/ 1239964 h 4282434"/>
                <a:gd name="connsiteX3" fmla="*/ 4282900 w 4282900"/>
                <a:gd name="connsiteY3" fmla="*/ 1529878 h 4282434"/>
                <a:gd name="connsiteX4" fmla="*/ 4282900 w 4282900"/>
                <a:gd name="connsiteY4" fmla="*/ 1929088 h 4282434"/>
                <a:gd name="connsiteX5" fmla="*/ 4282900 w 4282900"/>
                <a:gd name="connsiteY5" fmla="*/ 2233475 h 4282434"/>
                <a:gd name="connsiteX6" fmla="*/ 3723546 w 4282900"/>
                <a:gd name="connsiteY6" fmla="*/ 3426862 h 4282434"/>
                <a:gd name="connsiteX7" fmla="*/ 2332829 w 4282900"/>
                <a:gd name="connsiteY7" fmla="*/ 4117718 h 4282434"/>
                <a:gd name="connsiteX8" fmla="*/ 2137940 w 4282900"/>
                <a:gd name="connsiteY8" fmla="*/ 4282434 h 4282434"/>
                <a:gd name="connsiteX9" fmla="*/ 1950069 w 4282900"/>
                <a:gd name="connsiteY9" fmla="*/ 4117718 h 4282434"/>
                <a:gd name="connsiteX10" fmla="*/ 559353 w 4282900"/>
                <a:gd name="connsiteY10" fmla="*/ 3426862 h 4282434"/>
                <a:gd name="connsiteX11" fmla="*/ 0 w 4282900"/>
                <a:gd name="connsiteY11" fmla="*/ 2233475 h 4282434"/>
                <a:gd name="connsiteX12" fmla="*/ 0 w 4282900"/>
                <a:gd name="connsiteY12" fmla="*/ 1929088 h 4282434"/>
                <a:gd name="connsiteX13" fmla="*/ 0 w 4282900"/>
                <a:gd name="connsiteY13" fmla="*/ 1529878 h 4282434"/>
                <a:gd name="connsiteX14" fmla="*/ 0 w 4282900"/>
                <a:gd name="connsiteY14" fmla="*/ 1239964 h 4282434"/>
                <a:gd name="connsiteX15" fmla="*/ 0 w 4282900"/>
                <a:gd name="connsiteY15" fmla="*/ 718910 h 4282434"/>
                <a:gd name="connsiteX16" fmla="*/ 0 w 4282900"/>
                <a:gd name="connsiteY16" fmla="*/ 536366 h 4282434"/>
                <a:gd name="connsiteX17" fmla="*/ 64279 w 4282900"/>
                <a:gd name="connsiteY17" fmla="*/ 3825 h 42824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4282900" h="4282434">
                  <a:moveTo>
                    <a:pt x="4213242" y="0"/>
                  </a:moveTo>
                  <a:cubicBezTo>
                    <a:pt x="4294511" y="306972"/>
                    <a:pt x="4271290" y="481595"/>
                    <a:pt x="4282900" y="718910"/>
                  </a:cubicBezTo>
                  <a:lnTo>
                    <a:pt x="4282900" y="1239964"/>
                  </a:lnTo>
                  <a:lnTo>
                    <a:pt x="4282900" y="1529878"/>
                  </a:lnTo>
                  <a:lnTo>
                    <a:pt x="4282900" y="1929088"/>
                  </a:lnTo>
                  <a:lnTo>
                    <a:pt x="4282900" y="2233475"/>
                  </a:lnTo>
                  <a:cubicBezTo>
                    <a:pt x="4282900" y="2849584"/>
                    <a:pt x="4108103" y="3157966"/>
                    <a:pt x="3723546" y="3426862"/>
                  </a:cubicBezTo>
                  <a:cubicBezTo>
                    <a:pt x="3323617" y="3658565"/>
                    <a:pt x="2798672" y="3757725"/>
                    <a:pt x="2332829" y="4117718"/>
                  </a:cubicBezTo>
                  <a:lnTo>
                    <a:pt x="2137940" y="4282434"/>
                  </a:lnTo>
                  <a:lnTo>
                    <a:pt x="1950069" y="4117718"/>
                  </a:lnTo>
                  <a:cubicBezTo>
                    <a:pt x="1484225" y="3757725"/>
                    <a:pt x="959280" y="3658565"/>
                    <a:pt x="559353" y="3426862"/>
                  </a:cubicBezTo>
                  <a:cubicBezTo>
                    <a:pt x="174796" y="3157966"/>
                    <a:pt x="0" y="2849584"/>
                    <a:pt x="0" y="2233475"/>
                  </a:cubicBezTo>
                  <a:lnTo>
                    <a:pt x="0" y="1929088"/>
                  </a:lnTo>
                  <a:lnTo>
                    <a:pt x="0" y="1529878"/>
                  </a:lnTo>
                  <a:lnTo>
                    <a:pt x="0" y="1239964"/>
                  </a:lnTo>
                  <a:lnTo>
                    <a:pt x="0" y="718910"/>
                  </a:lnTo>
                  <a:lnTo>
                    <a:pt x="0" y="536366"/>
                  </a:lnTo>
                  <a:cubicBezTo>
                    <a:pt x="10713" y="417185"/>
                    <a:pt x="19813" y="133066"/>
                    <a:pt x="64279" y="3825"/>
                  </a:cubicBezTo>
                </a:path>
              </a:pathLst>
            </a:custGeom>
            <a:noFill/>
            <a:ln w="25400" cap="rnd">
              <a:solidFill>
                <a:schemeClr val="bg2">
                  <a:lumMod val="75000"/>
                  <a:alpha val="65000"/>
                </a:schemeClr>
              </a:solidFill>
              <a:prstDash val="sysDot"/>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1" name="Freeform: Shape 10">
              <a:extLst>
                <a:ext uri="{FF2B5EF4-FFF2-40B4-BE49-F238E27FC236}">
                  <a16:creationId xmlns:a16="http://schemas.microsoft.com/office/drawing/2014/main" id="{0D91493C-6480-4A3F-8836-1727CBA3C849}"/>
                </a:ext>
              </a:extLst>
            </p:cNvPr>
            <p:cNvSpPr/>
            <p:nvPr/>
          </p:nvSpPr>
          <p:spPr>
            <a:xfrm>
              <a:off x="10536649" y="1823190"/>
              <a:ext cx="1654608" cy="3209758"/>
            </a:xfrm>
            <a:custGeom>
              <a:avLst/>
              <a:gdLst>
                <a:gd name="connsiteX0" fmla="*/ 2144960 w 4282900"/>
                <a:gd name="connsiteY0" fmla="*/ 0 h 5795027"/>
                <a:gd name="connsiteX1" fmla="*/ 2332832 w 4282900"/>
                <a:gd name="connsiteY1" fmla="*/ 164715 h 5795027"/>
                <a:gd name="connsiteX2" fmla="*/ 3723546 w 4282900"/>
                <a:gd name="connsiteY2" fmla="*/ 855573 h 5795027"/>
                <a:gd name="connsiteX3" fmla="*/ 4282900 w 4282900"/>
                <a:gd name="connsiteY3" fmla="*/ 2048959 h 5795027"/>
                <a:gd name="connsiteX4" fmla="*/ 4282900 w 4282900"/>
                <a:gd name="connsiteY4" fmla="*/ 2231503 h 5795027"/>
                <a:gd name="connsiteX5" fmla="*/ 4282900 w 4282900"/>
                <a:gd name="connsiteY5" fmla="*/ 2752557 h 5795027"/>
                <a:gd name="connsiteX6" fmla="*/ 4282900 w 4282900"/>
                <a:gd name="connsiteY6" fmla="*/ 3042471 h 5795027"/>
                <a:gd name="connsiteX7" fmla="*/ 4282900 w 4282900"/>
                <a:gd name="connsiteY7" fmla="*/ 3441681 h 5795027"/>
                <a:gd name="connsiteX8" fmla="*/ 4282900 w 4282900"/>
                <a:gd name="connsiteY8" fmla="*/ 3746068 h 5795027"/>
                <a:gd name="connsiteX9" fmla="*/ 3723546 w 4282900"/>
                <a:gd name="connsiteY9" fmla="*/ 4939455 h 5795027"/>
                <a:gd name="connsiteX10" fmla="*/ 2332829 w 4282900"/>
                <a:gd name="connsiteY10" fmla="*/ 5630311 h 5795027"/>
                <a:gd name="connsiteX11" fmla="*/ 2137940 w 4282900"/>
                <a:gd name="connsiteY11" fmla="*/ 5795027 h 5795027"/>
                <a:gd name="connsiteX12" fmla="*/ 1950069 w 4282900"/>
                <a:gd name="connsiteY12" fmla="*/ 5630311 h 5795027"/>
                <a:gd name="connsiteX13" fmla="*/ 559353 w 4282900"/>
                <a:gd name="connsiteY13" fmla="*/ 4939455 h 5795027"/>
                <a:gd name="connsiteX14" fmla="*/ 0 w 4282900"/>
                <a:gd name="connsiteY14" fmla="*/ 3746068 h 5795027"/>
                <a:gd name="connsiteX15" fmla="*/ 0 w 4282900"/>
                <a:gd name="connsiteY15" fmla="*/ 3441681 h 5795027"/>
                <a:gd name="connsiteX16" fmla="*/ 0 w 4282900"/>
                <a:gd name="connsiteY16" fmla="*/ 3042471 h 5795027"/>
                <a:gd name="connsiteX17" fmla="*/ 0 w 4282900"/>
                <a:gd name="connsiteY17" fmla="*/ 2752557 h 5795027"/>
                <a:gd name="connsiteX18" fmla="*/ 0 w 4282900"/>
                <a:gd name="connsiteY18" fmla="*/ 2231503 h 5795027"/>
                <a:gd name="connsiteX19" fmla="*/ 0 w 4282900"/>
                <a:gd name="connsiteY19" fmla="*/ 2048959 h 5795027"/>
                <a:gd name="connsiteX20" fmla="*/ 559354 w 4282900"/>
                <a:gd name="connsiteY20" fmla="*/ 855573 h 5795027"/>
                <a:gd name="connsiteX21" fmla="*/ 1950071 w 4282900"/>
                <a:gd name="connsiteY21" fmla="*/ 164715 h 5795027"/>
                <a:gd name="connsiteX0" fmla="*/ 2144960 w 4282900"/>
                <a:gd name="connsiteY0" fmla="*/ 0 h 5795027"/>
                <a:gd name="connsiteX1" fmla="*/ 2332832 w 4282900"/>
                <a:gd name="connsiteY1" fmla="*/ 164715 h 5795027"/>
                <a:gd name="connsiteX2" fmla="*/ 2976290 w 4282900"/>
                <a:gd name="connsiteY2" fmla="*/ 524033 h 5795027"/>
                <a:gd name="connsiteX3" fmla="*/ 3723546 w 4282900"/>
                <a:gd name="connsiteY3" fmla="*/ 855573 h 5795027"/>
                <a:gd name="connsiteX4" fmla="*/ 4282900 w 4282900"/>
                <a:gd name="connsiteY4" fmla="*/ 2048959 h 5795027"/>
                <a:gd name="connsiteX5" fmla="*/ 4282900 w 4282900"/>
                <a:gd name="connsiteY5" fmla="*/ 2231503 h 5795027"/>
                <a:gd name="connsiteX6" fmla="*/ 4282900 w 4282900"/>
                <a:gd name="connsiteY6" fmla="*/ 2752557 h 5795027"/>
                <a:gd name="connsiteX7" fmla="*/ 4282900 w 4282900"/>
                <a:gd name="connsiteY7" fmla="*/ 3042471 h 5795027"/>
                <a:gd name="connsiteX8" fmla="*/ 4282900 w 4282900"/>
                <a:gd name="connsiteY8" fmla="*/ 3441681 h 5795027"/>
                <a:gd name="connsiteX9" fmla="*/ 4282900 w 4282900"/>
                <a:gd name="connsiteY9" fmla="*/ 3746068 h 5795027"/>
                <a:gd name="connsiteX10" fmla="*/ 3723546 w 4282900"/>
                <a:gd name="connsiteY10" fmla="*/ 4939455 h 5795027"/>
                <a:gd name="connsiteX11" fmla="*/ 2332829 w 4282900"/>
                <a:gd name="connsiteY11" fmla="*/ 5630311 h 5795027"/>
                <a:gd name="connsiteX12" fmla="*/ 2137940 w 4282900"/>
                <a:gd name="connsiteY12" fmla="*/ 5795027 h 5795027"/>
                <a:gd name="connsiteX13" fmla="*/ 1950069 w 4282900"/>
                <a:gd name="connsiteY13" fmla="*/ 5630311 h 5795027"/>
                <a:gd name="connsiteX14" fmla="*/ 559353 w 4282900"/>
                <a:gd name="connsiteY14" fmla="*/ 4939455 h 5795027"/>
                <a:gd name="connsiteX15" fmla="*/ 0 w 4282900"/>
                <a:gd name="connsiteY15" fmla="*/ 3746068 h 5795027"/>
                <a:gd name="connsiteX16" fmla="*/ 0 w 4282900"/>
                <a:gd name="connsiteY16" fmla="*/ 3441681 h 5795027"/>
                <a:gd name="connsiteX17" fmla="*/ 0 w 4282900"/>
                <a:gd name="connsiteY17" fmla="*/ 3042471 h 5795027"/>
                <a:gd name="connsiteX18" fmla="*/ 0 w 4282900"/>
                <a:gd name="connsiteY18" fmla="*/ 2752557 h 5795027"/>
                <a:gd name="connsiteX19" fmla="*/ 0 w 4282900"/>
                <a:gd name="connsiteY19" fmla="*/ 2231503 h 5795027"/>
                <a:gd name="connsiteX20" fmla="*/ 0 w 4282900"/>
                <a:gd name="connsiteY20" fmla="*/ 2048959 h 5795027"/>
                <a:gd name="connsiteX21" fmla="*/ 559354 w 4282900"/>
                <a:gd name="connsiteY21" fmla="*/ 855573 h 5795027"/>
                <a:gd name="connsiteX22" fmla="*/ 1950071 w 4282900"/>
                <a:gd name="connsiteY22" fmla="*/ 164715 h 5795027"/>
                <a:gd name="connsiteX23" fmla="*/ 2144960 w 4282900"/>
                <a:gd name="connsiteY23" fmla="*/ 0 h 5795027"/>
                <a:gd name="connsiteX0" fmla="*/ 3723546 w 4282900"/>
                <a:gd name="connsiteY0" fmla="*/ 855573 h 5795027"/>
                <a:gd name="connsiteX1" fmla="*/ 4282900 w 4282900"/>
                <a:gd name="connsiteY1" fmla="*/ 2048959 h 5795027"/>
                <a:gd name="connsiteX2" fmla="*/ 4282900 w 4282900"/>
                <a:gd name="connsiteY2" fmla="*/ 2231503 h 5795027"/>
                <a:gd name="connsiteX3" fmla="*/ 4282900 w 4282900"/>
                <a:gd name="connsiteY3" fmla="*/ 2752557 h 5795027"/>
                <a:gd name="connsiteX4" fmla="*/ 4282900 w 4282900"/>
                <a:gd name="connsiteY4" fmla="*/ 3042471 h 5795027"/>
                <a:gd name="connsiteX5" fmla="*/ 4282900 w 4282900"/>
                <a:gd name="connsiteY5" fmla="*/ 3441681 h 5795027"/>
                <a:gd name="connsiteX6" fmla="*/ 4282900 w 4282900"/>
                <a:gd name="connsiteY6" fmla="*/ 3746068 h 5795027"/>
                <a:gd name="connsiteX7" fmla="*/ 3723546 w 4282900"/>
                <a:gd name="connsiteY7" fmla="*/ 4939455 h 5795027"/>
                <a:gd name="connsiteX8" fmla="*/ 2332829 w 4282900"/>
                <a:gd name="connsiteY8" fmla="*/ 5630311 h 5795027"/>
                <a:gd name="connsiteX9" fmla="*/ 2137940 w 4282900"/>
                <a:gd name="connsiteY9" fmla="*/ 5795027 h 5795027"/>
                <a:gd name="connsiteX10" fmla="*/ 1950069 w 4282900"/>
                <a:gd name="connsiteY10" fmla="*/ 5630311 h 5795027"/>
                <a:gd name="connsiteX11" fmla="*/ 559353 w 4282900"/>
                <a:gd name="connsiteY11" fmla="*/ 4939455 h 5795027"/>
                <a:gd name="connsiteX12" fmla="*/ 0 w 4282900"/>
                <a:gd name="connsiteY12" fmla="*/ 3746068 h 5795027"/>
                <a:gd name="connsiteX13" fmla="*/ 0 w 4282900"/>
                <a:gd name="connsiteY13" fmla="*/ 3441681 h 5795027"/>
                <a:gd name="connsiteX14" fmla="*/ 0 w 4282900"/>
                <a:gd name="connsiteY14" fmla="*/ 3042471 h 5795027"/>
                <a:gd name="connsiteX15" fmla="*/ 0 w 4282900"/>
                <a:gd name="connsiteY15" fmla="*/ 2752557 h 5795027"/>
                <a:gd name="connsiteX16" fmla="*/ 0 w 4282900"/>
                <a:gd name="connsiteY16" fmla="*/ 2231503 h 5795027"/>
                <a:gd name="connsiteX17" fmla="*/ 0 w 4282900"/>
                <a:gd name="connsiteY17" fmla="*/ 2048959 h 5795027"/>
                <a:gd name="connsiteX18" fmla="*/ 559354 w 4282900"/>
                <a:gd name="connsiteY18" fmla="*/ 855573 h 5795027"/>
                <a:gd name="connsiteX19" fmla="*/ 1950071 w 4282900"/>
                <a:gd name="connsiteY19" fmla="*/ 164715 h 5795027"/>
                <a:gd name="connsiteX20" fmla="*/ 2144960 w 4282900"/>
                <a:gd name="connsiteY20" fmla="*/ 0 h 5795027"/>
                <a:gd name="connsiteX21" fmla="*/ 2332832 w 4282900"/>
                <a:gd name="connsiteY21" fmla="*/ 164715 h 5795027"/>
                <a:gd name="connsiteX22" fmla="*/ 2976290 w 4282900"/>
                <a:gd name="connsiteY22" fmla="*/ 524033 h 5795027"/>
                <a:gd name="connsiteX23" fmla="*/ 3888635 w 4282900"/>
                <a:gd name="connsiteY23" fmla="*/ 1020662 h 5795027"/>
                <a:gd name="connsiteX0" fmla="*/ 4282900 w 4282900"/>
                <a:gd name="connsiteY0" fmla="*/ 2048959 h 5795027"/>
                <a:gd name="connsiteX1" fmla="*/ 4282900 w 4282900"/>
                <a:gd name="connsiteY1" fmla="*/ 2231503 h 5795027"/>
                <a:gd name="connsiteX2" fmla="*/ 4282900 w 4282900"/>
                <a:gd name="connsiteY2" fmla="*/ 2752557 h 5795027"/>
                <a:gd name="connsiteX3" fmla="*/ 4282900 w 4282900"/>
                <a:gd name="connsiteY3" fmla="*/ 3042471 h 5795027"/>
                <a:gd name="connsiteX4" fmla="*/ 4282900 w 4282900"/>
                <a:gd name="connsiteY4" fmla="*/ 3441681 h 5795027"/>
                <a:gd name="connsiteX5" fmla="*/ 4282900 w 4282900"/>
                <a:gd name="connsiteY5" fmla="*/ 3746068 h 5795027"/>
                <a:gd name="connsiteX6" fmla="*/ 3723546 w 4282900"/>
                <a:gd name="connsiteY6" fmla="*/ 4939455 h 5795027"/>
                <a:gd name="connsiteX7" fmla="*/ 2332829 w 4282900"/>
                <a:gd name="connsiteY7" fmla="*/ 5630311 h 5795027"/>
                <a:gd name="connsiteX8" fmla="*/ 2137940 w 4282900"/>
                <a:gd name="connsiteY8" fmla="*/ 5795027 h 5795027"/>
                <a:gd name="connsiteX9" fmla="*/ 1950069 w 4282900"/>
                <a:gd name="connsiteY9" fmla="*/ 5630311 h 5795027"/>
                <a:gd name="connsiteX10" fmla="*/ 559353 w 4282900"/>
                <a:gd name="connsiteY10" fmla="*/ 4939455 h 5795027"/>
                <a:gd name="connsiteX11" fmla="*/ 0 w 4282900"/>
                <a:gd name="connsiteY11" fmla="*/ 3746068 h 5795027"/>
                <a:gd name="connsiteX12" fmla="*/ 0 w 4282900"/>
                <a:gd name="connsiteY12" fmla="*/ 3441681 h 5795027"/>
                <a:gd name="connsiteX13" fmla="*/ 0 w 4282900"/>
                <a:gd name="connsiteY13" fmla="*/ 3042471 h 5795027"/>
                <a:gd name="connsiteX14" fmla="*/ 0 w 4282900"/>
                <a:gd name="connsiteY14" fmla="*/ 2752557 h 5795027"/>
                <a:gd name="connsiteX15" fmla="*/ 0 w 4282900"/>
                <a:gd name="connsiteY15" fmla="*/ 2231503 h 5795027"/>
                <a:gd name="connsiteX16" fmla="*/ 0 w 4282900"/>
                <a:gd name="connsiteY16" fmla="*/ 2048959 h 5795027"/>
                <a:gd name="connsiteX17" fmla="*/ 559354 w 4282900"/>
                <a:gd name="connsiteY17" fmla="*/ 855573 h 5795027"/>
                <a:gd name="connsiteX18" fmla="*/ 1950071 w 4282900"/>
                <a:gd name="connsiteY18" fmla="*/ 164715 h 5795027"/>
                <a:gd name="connsiteX19" fmla="*/ 2144960 w 4282900"/>
                <a:gd name="connsiteY19" fmla="*/ 0 h 5795027"/>
                <a:gd name="connsiteX20" fmla="*/ 2332832 w 4282900"/>
                <a:gd name="connsiteY20" fmla="*/ 164715 h 5795027"/>
                <a:gd name="connsiteX21" fmla="*/ 2976290 w 4282900"/>
                <a:gd name="connsiteY21" fmla="*/ 524033 h 5795027"/>
                <a:gd name="connsiteX22" fmla="*/ 3888635 w 4282900"/>
                <a:gd name="connsiteY22" fmla="*/ 1020662 h 5795027"/>
                <a:gd name="connsiteX0" fmla="*/ 4282900 w 4282900"/>
                <a:gd name="connsiteY0" fmla="*/ 2048959 h 5795027"/>
                <a:gd name="connsiteX1" fmla="*/ 4282900 w 4282900"/>
                <a:gd name="connsiteY1" fmla="*/ 2231503 h 5795027"/>
                <a:gd name="connsiteX2" fmla="*/ 4282900 w 4282900"/>
                <a:gd name="connsiteY2" fmla="*/ 2752557 h 5795027"/>
                <a:gd name="connsiteX3" fmla="*/ 4282900 w 4282900"/>
                <a:gd name="connsiteY3" fmla="*/ 3042471 h 5795027"/>
                <a:gd name="connsiteX4" fmla="*/ 4282900 w 4282900"/>
                <a:gd name="connsiteY4" fmla="*/ 3441681 h 5795027"/>
                <a:gd name="connsiteX5" fmla="*/ 4282900 w 4282900"/>
                <a:gd name="connsiteY5" fmla="*/ 3746068 h 5795027"/>
                <a:gd name="connsiteX6" fmla="*/ 3723546 w 4282900"/>
                <a:gd name="connsiteY6" fmla="*/ 4939455 h 5795027"/>
                <a:gd name="connsiteX7" fmla="*/ 2332829 w 4282900"/>
                <a:gd name="connsiteY7" fmla="*/ 5630311 h 5795027"/>
                <a:gd name="connsiteX8" fmla="*/ 2137940 w 4282900"/>
                <a:gd name="connsiteY8" fmla="*/ 5795027 h 5795027"/>
                <a:gd name="connsiteX9" fmla="*/ 1950069 w 4282900"/>
                <a:gd name="connsiteY9" fmla="*/ 5630311 h 5795027"/>
                <a:gd name="connsiteX10" fmla="*/ 559353 w 4282900"/>
                <a:gd name="connsiteY10" fmla="*/ 4939455 h 5795027"/>
                <a:gd name="connsiteX11" fmla="*/ 0 w 4282900"/>
                <a:gd name="connsiteY11" fmla="*/ 3746068 h 5795027"/>
                <a:gd name="connsiteX12" fmla="*/ 0 w 4282900"/>
                <a:gd name="connsiteY12" fmla="*/ 3441681 h 5795027"/>
                <a:gd name="connsiteX13" fmla="*/ 0 w 4282900"/>
                <a:gd name="connsiteY13" fmla="*/ 3042471 h 5795027"/>
                <a:gd name="connsiteX14" fmla="*/ 0 w 4282900"/>
                <a:gd name="connsiteY14" fmla="*/ 2752557 h 5795027"/>
                <a:gd name="connsiteX15" fmla="*/ 0 w 4282900"/>
                <a:gd name="connsiteY15" fmla="*/ 2231503 h 5795027"/>
                <a:gd name="connsiteX16" fmla="*/ 0 w 4282900"/>
                <a:gd name="connsiteY16" fmla="*/ 2048959 h 5795027"/>
                <a:gd name="connsiteX17" fmla="*/ 559354 w 4282900"/>
                <a:gd name="connsiteY17" fmla="*/ 855573 h 5795027"/>
                <a:gd name="connsiteX18" fmla="*/ 1950071 w 4282900"/>
                <a:gd name="connsiteY18" fmla="*/ 164715 h 5795027"/>
                <a:gd name="connsiteX19" fmla="*/ 2144960 w 4282900"/>
                <a:gd name="connsiteY19" fmla="*/ 0 h 5795027"/>
                <a:gd name="connsiteX20" fmla="*/ 2332832 w 4282900"/>
                <a:gd name="connsiteY20" fmla="*/ 164715 h 5795027"/>
                <a:gd name="connsiteX21" fmla="*/ 2976290 w 4282900"/>
                <a:gd name="connsiteY21" fmla="*/ 524033 h 5795027"/>
                <a:gd name="connsiteX0" fmla="*/ 4282900 w 4282900"/>
                <a:gd name="connsiteY0" fmla="*/ 2231503 h 5795027"/>
                <a:gd name="connsiteX1" fmla="*/ 4282900 w 4282900"/>
                <a:gd name="connsiteY1" fmla="*/ 2752557 h 5795027"/>
                <a:gd name="connsiteX2" fmla="*/ 4282900 w 4282900"/>
                <a:gd name="connsiteY2" fmla="*/ 3042471 h 5795027"/>
                <a:gd name="connsiteX3" fmla="*/ 4282900 w 4282900"/>
                <a:gd name="connsiteY3" fmla="*/ 3441681 h 5795027"/>
                <a:gd name="connsiteX4" fmla="*/ 4282900 w 4282900"/>
                <a:gd name="connsiteY4" fmla="*/ 3746068 h 5795027"/>
                <a:gd name="connsiteX5" fmla="*/ 3723546 w 4282900"/>
                <a:gd name="connsiteY5" fmla="*/ 4939455 h 5795027"/>
                <a:gd name="connsiteX6" fmla="*/ 2332829 w 4282900"/>
                <a:gd name="connsiteY6" fmla="*/ 5630311 h 5795027"/>
                <a:gd name="connsiteX7" fmla="*/ 2137940 w 4282900"/>
                <a:gd name="connsiteY7" fmla="*/ 5795027 h 5795027"/>
                <a:gd name="connsiteX8" fmla="*/ 1950069 w 4282900"/>
                <a:gd name="connsiteY8" fmla="*/ 5630311 h 5795027"/>
                <a:gd name="connsiteX9" fmla="*/ 559353 w 4282900"/>
                <a:gd name="connsiteY9" fmla="*/ 4939455 h 5795027"/>
                <a:gd name="connsiteX10" fmla="*/ 0 w 4282900"/>
                <a:gd name="connsiteY10" fmla="*/ 3746068 h 5795027"/>
                <a:gd name="connsiteX11" fmla="*/ 0 w 4282900"/>
                <a:gd name="connsiteY11" fmla="*/ 3441681 h 5795027"/>
                <a:gd name="connsiteX12" fmla="*/ 0 w 4282900"/>
                <a:gd name="connsiteY12" fmla="*/ 3042471 h 5795027"/>
                <a:gd name="connsiteX13" fmla="*/ 0 w 4282900"/>
                <a:gd name="connsiteY13" fmla="*/ 2752557 h 5795027"/>
                <a:gd name="connsiteX14" fmla="*/ 0 w 4282900"/>
                <a:gd name="connsiteY14" fmla="*/ 2231503 h 5795027"/>
                <a:gd name="connsiteX15" fmla="*/ 0 w 4282900"/>
                <a:gd name="connsiteY15" fmla="*/ 2048959 h 5795027"/>
                <a:gd name="connsiteX16" fmla="*/ 559354 w 4282900"/>
                <a:gd name="connsiteY16" fmla="*/ 855573 h 5795027"/>
                <a:gd name="connsiteX17" fmla="*/ 1950071 w 4282900"/>
                <a:gd name="connsiteY17" fmla="*/ 164715 h 5795027"/>
                <a:gd name="connsiteX18" fmla="*/ 2144960 w 4282900"/>
                <a:gd name="connsiteY18" fmla="*/ 0 h 5795027"/>
                <a:gd name="connsiteX19" fmla="*/ 2332832 w 4282900"/>
                <a:gd name="connsiteY19" fmla="*/ 164715 h 5795027"/>
                <a:gd name="connsiteX20" fmla="*/ 2976290 w 4282900"/>
                <a:gd name="connsiteY20" fmla="*/ 524033 h 5795027"/>
                <a:gd name="connsiteX0" fmla="*/ 4282900 w 4282900"/>
                <a:gd name="connsiteY0" fmla="*/ 2752557 h 5795027"/>
                <a:gd name="connsiteX1" fmla="*/ 4282900 w 4282900"/>
                <a:gd name="connsiteY1" fmla="*/ 3042471 h 5795027"/>
                <a:gd name="connsiteX2" fmla="*/ 4282900 w 4282900"/>
                <a:gd name="connsiteY2" fmla="*/ 3441681 h 5795027"/>
                <a:gd name="connsiteX3" fmla="*/ 4282900 w 4282900"/>
                <a:gd name="connsiteY3" fmla="*/ 3746068 h 5795027"/>
                <a:gd name="connsiteX4" fmla="*/ 3723546 w 4282900"/>
                <a:gd name="connsiteY4" fmla="*/ 4939455 h 5795027"/>
                <a:gd name="connsiteX5" fmla="*/ 2332829 w 4282900"/>
                <a:gd name="connsiteY5" fmla="*/ 5630311 h 5795027"/>
                <a:gd name="connsiteX6" fmla="*/ 2137940 w 4282900"/>
                <a:gd name="connsiteY6" fmla="*/ 5795027 h 5795027"/>
                <a:gd name="connsiteX7" fmla="*/ 1950069 w 4282900"/>
                <a:gd name="connsiteY7" fmla="*/ 5630311 h 5795027"/>
                <a:gd name="connsiteX8" fmla="*/ 559353 w 4282900"/>
                <a:gd name="connsiteY8" fmla="*/ 4939455 h 5795027"/>
                <a:gd name="connsiteX9" fmla="*/ 0 w 4282900"/>
                <a:gd name="connsiteY9" fmla="*/ 3746068 h 5795027"/>
                <a:gd name="connsiteX10" fmla="*/ 0 w 4282900"/>
                <a:gd name="connsiteY10" fmla="*/ 3441681 h 5795027"/>
                <a:gd name="connsiteX11" fmla="*/ 0 w 4282900"/>
                <a:gd name="connsiteY11" fmla="*/ 3042471 h 5795027"/>
                <a:gd name="connsiteX12" fmla="*/ 0 w 4282900"/>
                <a:gd name="connsiteY12" fmla="*/ 2752557 h 5795027"/>
                <a:gd name="connsiteX13" fmla="*/ 0 w 4282900"/>
                <a:gd name="connsiteY13" fmla="*/ 2231503 h 5795027"/>
                <a:gd name="connsiteX14" fmla="*/ 0 w 4282900"/>
                <a:gd name="connsiteY14" fmla="*/ 2048959 h 5795027"/>
                <a:gd name="connsiteX15" fmla="*/ 559354 w 4282900"/>
                <a:gd name="connsiteY15" fmla="*/ 855573 h 5795027"/>
                <a:gd name="connsiteX16" fmla="*/ 1950071 w 4282900"/>
                <a:gd name="connsiteY16" fmla="*/ 164715 h 5795027"/>
                <a:gd name="connsiteX17" fmla="*/ 2144960 w 4282900"/>
                <a:gd name="connsiteY17" fmla="*/ 0 h 5795027"/>
                <a:gd name="connsiteX18" fmla="*/ 2332832 w 4282900"/>
                <a:gd name="connsiteY18" fmla="*/ 164715 h 5795027"/>
                <a:gd name="connsiteX19" fmla="*/ 2976290 w 4282900"/>
                <a:gd name="connsiteY19" fmla="*/ 524033 h 5795027"/>
                <a:gd name="connsiteX0" fmla="*/ 4282900 w 4282900"/>
                <a:gd name="connsiteY0" fmla="*/ 3042471 h 5795027"/>
                <a:gd name="connsiteX1" fmla="*/ 4282900 w 4282900"/>
                <a:gd name="connsiteY1" fmla="*/ 3441681 h 5795027"/>
                <a:gd name="connsiteX2" fmla="*/ 4282900 w 4282900"/>
                <a:gd name="connsiteY2" fmla="*/ 3746068 h 5795027"/>
                <a:gd name="connsiteX3" fmla="*/ 3723546 w 4282900"/>
                <a:gd name="connsiteY3" fmla="*/ 4939455 h 5795027"/>
                <a:gd name="connsiteX4" fmla="*/ 2332829 w 4282900"/>
                <a:gd name="connsiteY4" fmla="*/ 5630311 h 5795027"/>
                <a:gd name="connsiteX5" fmla="*/ 2137940 w 4282900"/>
                <a:gd name="connsiteY5" fmla="*/ 5795027 h 5795027"/>
                <a:gd name="connsiteX6" fmla="*/ 1950069 w 4282900"/>
                <a:gd name="connsiteY6" fmla="*/ 5630311 h 5795027"/>
                <a:gd name="connsiteX7" fmla="*/ 559353 w 4282900"/>
                <a:gd name="connsiteY7" fmla="*/ 4939455 h 5795027"/>
                <a:gd name="connsiteX8" fmla="*/ 0 w 4282900"/>
                <a:gd name="connsiteY8" fmla="*/ 3746068 h 5795027"/>
                <a:gd name="connsiteX9" fmla="*/ 0 w 4282900"/>
                <a:gd name="connsiteY9" fmla="*/ 3441681 h 5795027"/>
                <a:gd name="connsiteX10" fmla="*/ 0 w 4282900"/>
                <a:gd name="connsiteY10" fmla="*/ 3042471 h 5795027"/>
                <a:gd name="connsiteX11" fmla="*/ 0 w 4282900"/>
                <a:gd name="connsiteY11" fmla="*/ 2752557 h 5795027"/>
                <a:gd name="connsiteX12" fmla="*/ 0 w 4282900"/>
                <a:gd name="connsiteY12" fmla="*/ 2231503 h 5795027"/>
                <a:gd name="connsiteX13" fmla="*/ 0 w 4282900"/>
                <a:gd name="connsiteY13" fmla="*/ 2048959 h 5795027"/>
                <a:gd name="connsiteX14" fmla="*/ 559354 w 4282900"/>
                <a:gd name="connsiteY14" fmla="*/ 855573 h 5795027"/>
                <a:gd name="connsiteX15" fmla="*/ 1950071 w 4282900"/>
                <a:gd name="connsiteY15" fmla="*/ 164715 h 5795027"/>
                <a:gd name="connsiteX16" fmla="*/ 2144960 w 4282900"/>
                <a:gd name="connsiteY16" fmla="*/ 0 h 5795027"/>
                <a:gd name="connsiteX17" fmla="*/ 2332832 w 4282900"/>
                <a:gd name="connsiteY17" fmla="*/ 164715 h 5795027"/>
                <a:gd name="connsiteX18" fmla="*/ 2976290 w 4282900"/>
                <a:gd name="connsiteY18" fmla="*/ 524033 h 5795027"/>
                <a:gd name="connsiteX0" fmla="*/ 4282900 w 4282900"/>
                <a:gd name="connsiteY0" fmla="*/ 3441681 h 5795027"/>
                <a:gd name="connsiteX1" fmla="*/ 4282900 w 4282900"/>
                <a:gd name="connsiteY1" fmla="*/ 3746068 h 5795027"/>
                <a:gd name="connsiteX2" fmla="*/ 3723546 w 4282900"/>
                <a:gd name="connsiteY2" fmla="*/ 4939455 h 5795027"/>
                <a:gd name="connsiteX3" fmla="*/ 2332829 w 4282900"/>
                <a:gd name="connsiteY3" fmla="*/ 5630311 h 5795027"/>
                <a:gd name="connsiteX4" fmla="*/ 2137940 w 4282900"/>
                <a:gd name="connsiteY4" fmla="*/ 5795027 h 5795027"/>
                <a:gd name="connsiteX5" fmla="*/ 1950069 w 4282900"/>
                <a:gd name="connsiteY5" fmla="*/ 5630311 h 5795027"/>
                <a:gd name="connsiteX6" fmla="*/ 559353 w 4282900"/>
                <a:gd name="connsiteY6" fmla="*/ 4939455 h 5795027"/>
                <a:gd name="connsiteX7" fmla="*/ 0 w 4282900"/>
                <a:gd name="connsiteY7" fmla="*/ 3746068 h 5795027"/>
                <a:gd name="connsiteX8" fmla="*/ 0 w 4282900"/>
                <a:gd name="connsiteY8" fmla="*/ 3441681 h 5795027"/>
                <a:gd name="connsiteX9" fmla="*/ 0 w 4282900"/>
                <a:gd name="connsiteY9" fmla="*/ 3042471 h 5795027"/>
                <a:gd name="connsiteX10" fmla="*/ 0 w 4282900"/>
                <a:gd name="connsiteY10" fmla="*/ 2752557 h 5795027"/>
                <a:gd name="connsiteX11" fmla="*/ 0 w 4282900"/>
                <a:gd name="connsiteY11" fmla="*/ 2231503 h 5795027"/>
                <a:gd name="connsiteX12" fmla="*/ 0 w 4282900"/>
                <a:gd name="connsiteY12" fmla="*/ 2048959 h 5795027"/>
                <a:gd name="connsiteX13" fmla="*/ 559354 w 4282900"/>
                <a:gd name="connsiteY13" fmla="*/ 855573 h 5795027"/>
                <a:gd name="connsiteX14" fmla="*/ 1950071 w 4282900"/>
                <a:gd name="connsiteY14" fmla="*/ 164715 h 5795027"/>
                <a:gd name="connsiteX15" fmla="*/ 2144960 w 4282900"/>
                <a:gd name="connsiteY15" fmla="*/ 0 h 5795027"/>
                <a:gd name="connsiteX16" fmla="*/ 2332832 w 4282900"/>
                <a:gd name="connsiteY16" fmla="*/ 164715 h 5795027"/>
                <a:gd name="connsiteX17" fmla="*/ 2976290 w 4282900"/>
                <a:gd name="connsiteY17" fmla="*/ 524033 h 5795027"/>
                <a:gd name="connsiteX0" fmla="*/ 4282900 w 4282900"/>
                <a:gd name="connsiteY0" fmla="*/ 3441681 h 5795027"/>
                <a:gd name="connsiteX1" fmla="*/ 3723546 w 4282900"/>
                <a:gd name="connsiteY1" fmla="*/ 4939455 h 5795027"/>
                <a:gd name="connsiteX2" fmla="*/ 2332829 w 4282900"/>
                <a:gd name="connsiteY2" fmla="*/ 5630311 h 5795027"/>
                <a:gd name="connsiteX3" fmla="*/ 2137940 w 4282900"/>
                <a:gd name="connsiteY3" fmla="*/ 5795027 h 5795027"/>
                <a:gd name="connsiteX4" fmla="*/ 1950069 w 4282900"/>
                <a:gd name="connsiteY4" fmla="*/ 5630311 h 5795027"/>
                <a:gd name="connsiteX5" fmla="*/ 559353 w 4282900"/>
                <a:gd name="connsiteY5" fmla="*/ 4939455 h 5795027"/>
                <a:gd name="connsiteX6" fmla="*/ 0 w 4282900"/>
                <a:gd name="connsiteY6" fmla="*/ 3746068 h 5795027"/>
                <a:gd name="connsiteX7" fmla="*/ 0 w 4282900"/>
                <a:gd name="connsiteY7" fmla="*/ 3441681 h 5795027"/>
                <a:gd name="connsiteX8" fmla="*/ 0 w 4282900"/>
                <a:gd name="connsiteY8" fmla="*/ 3042471 h 5795027"/>
                <a:gd name="connsiteX9" fmla="*/ 0 w 4282900"/>
                <a:gd name="connsiteY9" fmla="*/ 2752557 h 5795027"/>
                <a:gd name="connsiteX10" fmla="*/ 0 w 4282900"/>
                <a:gd name="connsiteY10" fmla="*/ 2231503 h 5795027"/>
                <a:gd name="connsiteX11" fmla="*/ 0 w 4282900"/>
                <a:gd name="connsiteY11" fmla="*/ 2048959 h 5795027"/>
                <a:gd name="connsiteX12" fmla="*/ 559354 w 4282900"/>
                <a:gd name="connsiteY12" fmla="*/ 855573 h 5795027"/>
                <a:gd name="connsiteX13" fmla="*/ 1950071 w 4282900"/>
                <a:gd name="connsiteY13" fmla="*/ 164715 h 5795027"/>
                <a:gd name="connsiteX14" fmla="*/ 2144960 w 4282900"/>
                <a:gd name="connsiteY14" fmla="*/ 0 h 5795027"/>
                <a:gd name="connsiteX15" fmla="*/ 2332832 w 4282900"/>
                <a:gd name="connsiteY15" fmla="*/ 164715 h 5795027"/>
                <a:gd name="connsiteX16" fmla="*/ 2976290 w 4282900"/>
                <a:gd name="connsiteY16" fmla="*/ 524033 h 5795027"/>
                <a:gd name="connsiteX0" fmla="*/ 3723546 w 3723546"/>
                <a:gd name="connsiteY0" fmla="*/ 4939455 h 5795027"/>
                <a:gd name="connsiteX1" fmla="*/ 2332829 w 3723546"/>
                <a:gd name="connsiteY1" fmla="*/ 5630311 h 5795027"/>
                <a:gd name="connsiteX2" fmla="*/ 2137940 w 3723546"/>
                <a:gd name="connsiteY2" fmla="*/ 5795027 h 5795027"/>
                <a:gd name="connsiteX3" fmla="*/ 1950069 w 3723546"/>
                <a:gd name="connsiteY3" fmla="*/ 5630311 h 5795027"/>
                <a:gd name="connsiteX4" fmla="*/ 559353 w 3723546"/>
                <a:gd name="connsiteY4" fmla="*/ 4939455 h 5795027"/>
                <a:gd name="connsiteX5" fmla="*/ 0 w 3723546"/>
                <a:gd name="connsiteY5" fmla="*/ 3746068 h 5795027"/>
                <a:gd name="connsiteX6" fmla="*/ 0 w 3723546"/>
                <a:gd name="connsiteY6" fmla="*/ 3441681 h 5795027"/>
                <a:gd name="connsiteX7" fmla="*/ 0 w 3723546"/>
                <a:gd name="connsiteY7" fmla="*/ 3042471 h 5795027"/>
                <a:gd name="connsiteX8" fmla="*/ 0 w 3723546"/>
                <a:gd name="connsiteY8" fmla="*/ 2752557 h 5795027"/>
                <a:gd name="connsiteX9" fmla="*/ 0 w 3723546"/>
                <a:gd name="connsiteY9" fmla="*/ 2231503 h 5795027"/>
                <a:gd name="connsiteX10" fmla="*/ 0 w 3723546"/>
                <a:gd name="connsiteY10" fmla="*/ 2048959 h 5795027"/>
                <a:gd name="connsiteX11" fmla="*/ 559354 w 3723546"/>
                <a:gd name="connsiteY11" fmla="*/ 855573 h 5795027"/>
                <a:gd name="connsiteX12" fmla="*/ 1950071 w 3723546"/>
                <a:gd name="connsiteY12" fmla="*/ 164715 h 5795027"/>
                <a:gd name="connsiteX13" fmla="*/ 2144960 w 3723546"/>
                <a:gd name="connsiteY13" fmla="*/ 0 h 5795027"/>
                <a:gd name="connsiteX14" fmla="*/ 2332832 w 3723546"/>
                <a:gd name="connsiteY14" fmla="*/ 164715 h 5795027"/>
                <a:gd name="connsiteX15" fmla="*/ 2976290 w 3723546"/>
                <a:gd name="connsiteY15" fmla="*/ 524033 h 5795027"/>
                <a:gd name="connsiteX0" fmla="*/ 3723546 w 3723546"/>
                <a:gd name="connsiteY0" fmla="*/ 4939455 h 5795027"/>
                <a:gd name="connsiteX1" fmla="*/ 2989878 w 3723546"/>
                <a:gd name="connsiteY1" fmla="*/ 5266109 h 5795027"/>
                <a:gd name="connsiteX2" fmla="*/ 2332829 w 3723546"/>
                <a:gd name="connsiteY2" fmla="*/ 5630311 h 5795027"/>
                <a:gd name="connsiteX3" fmla="*/ 2137940 w 3723546"/>
                <a:gd name="connsiteY3" fmla="*/ 5795027 h 5795027"/>
                <a:gd name="connsiteX4" fmla="*/ 1950069 w 3723546"/>
                <a:gd name="connsiteY4" fmla="*/ 5630311 h 5795027"/>
                <a:gd name="connsiteX5" fmla="*/ 559353 w 3723546"/>
                <a:gd name="connsiteY5" fmla="*/ 4939455 h 5795027"/>
                <a:gd name="connsiteX6" fmla="*/ 0 w 3723546"/>
                <a:gd name="connsiteY6" fmla="*/ 3746068 h 5795027"/>
                <a:gd name="connsiteX7" fmla="*/ 0 w 3723546"/>
                <a:gd name="connsiteY7" fmla="*/ 3441681 h 5795027"/>
                <a:gd name="connsiteX8" fmla="*/ 0 w 3723546"/>
                <a:gd name="connsiteY8" fmla="*/ 3042471 h 5795027"/>
                <a:gd name="connsiteX9" fmla="*/ 0 w 3723546"/>
                <a:gd name="connsiteY9" fmla="*/ 2752557 h 5795027"/>
                <a:gd name="connsiteX10" fmla="*/ 0 w 3723546"/>
                <a:gd name="connsiteY10" fmla="*/ 2231503 h 5795027"/>
                <a:gd name="connsiteX11" fmla="*/ 0 w 3723546"/>
                <a:gd name="connsiteY11" fmla="*/ 2048959 h 5795027"/>
                <a:gd name="connsiteX12" fmla="*/ 559354 w 3723546"/>
                <a:gd name="connsiteY12" fmla="*/ 855573 h 5795027"/>
                <a:gd name="connsiteX13" fmla="*/ 1950071 w 3723546"/>
                <a:gd name="connsiteY13" fmla="*/ 164715 h 5795027"/>
                <a:gd name="connsiteX14" fmla="*/ 2144960 w 3723546"/>
                <a:gd name="connsiteY14" fmla="*/ 0 h 5795027"/>
                <a:gd name="connsiteX15" fmla="*/ 2332832 w 3723546"/>
                <a:gd name="connsiteY15" fmla="*/ 164715 h 5795027"/>
                <a:gd name="connsiteX16" fmla="*/ 2976290 w 3723546"/>
                <a:gd name="connsiteY16" fmla="*/ 524033 h 5795027"/>
                <a:gd name="connsiteX0" fmla="*/ 2989878 w 2989878"/>
                <a:gd name="connsiteY0" fmla="*/ 5266109 h 5795027"/>
                <a:gd name="connsiteX1" fmla="*/ 2332829 w 2989878"/>
                <a:gd name="connsiteY1" fmla="*/ 5630311 h 5795027"/>
                <a:gd name="connsiteX2" fmla="*/ 2137940 w 2989878"/>
                <a:gd name="connsiteY2" fmla="*/ 5795027 h 5795027"/>
                <a:gd name="connsiteX3" fmla="*/ 1950069 w 2989878"/>
                <a:gd name="connsiteY3" fmla="*/ 5630311 h 5795027"/>
                <a:gd name="connsiteX4" fmla="*/ 559353 w 2989878"/>
                <a:gd name="connsiteY4" fmla="*/ 4939455 h 5795027"/>
                <a:gd name="connsiteX5" fmla="*/ 0 w 2989878"/>
                <a:gd name="connsiteY5" fmla="*/ 3746068 h 5795027"/>
                <a:gd name="connsiteX6" fmla="*/ 0 w 2989878"/>
                <a:gd name="connsiteY6" fmla="*/ 3441681 h 5795027"/>
                <a:gd name="connsiteX7" fmla="*/ 0 w 2989878"/>
                <a:gd name="connsiteY7" fmla="*/ 3042471 h 5795027"/>
                <a:gd name="connsiteX8" fmla="*/ 0 w 2989878"/>
                <a:gd name="connsiteY8" fmla="*/ 2752557 h 5795027"/>
                <a:gd name="connsiteX9" fmla="*/ 0 w 2989878"/>
                <a:gd name="connsiteY9" fmla="*/ 2231503 h 5795027"/>
                <a:gd name="connsiteX10" fmla="*/ 0 w 2989878"/>
                <a:gd name="connsiteY10" fmla="*/ 2048959 h 5795027"/>
                <a:gd name="connsiteX11" fmla="*/ 559354 w 2989878"/>
                <a:gd name="connsiteY11" fmla="*/ 855573 h 5795027"/>
                <a:gd name="connsiteX12" fmla="*/ 1950071 w 2989878"/>
                <a:gd name="connsiteY12" fmla="*/ 164715 h 5795027"/>
                <a:gd name="connsiteX13" fmla="*/ 2144960 w 2989878"/>
                <a:gd name="connsiteY13" fmla="*/ 0 h 5795027"/>
                <a:gd name="connsiteX14" fmla="*/ 2332832 w 2989878"/>
                <a:gd name="connsiteY14" fmla="*/ 164715 h 5795027"/>
                <a:gd name="connsiteX15" fmla="*/ 2976290 w 2989878"/>
                <a:gd name="connsiteY15" fmla="*/ 524033 h 5795027"/>
                <a:gd name="connsiteX0" fmla="*/ 2989878 w 2989878"/>
                <a:gd name="connsiteY0" fmla="*/ 5266109 h 5795027"/>
                <a:gd name="connsiteX1" fmla="*/ 2332829 w 2989878"/>
                <a:gd name="connsiteY1" fmla="*/ 5630311 h 5795027"/>
                <a:gd name="connsiteX2" fmla="*/ 2137940 w 2989878"/>
                <a:gd name="connsiteY2" fmla="*/ 5795027 h 5795027"/>
                <a:gd name="connsiteX3" fmla="*/ 1950069 w 2989878"/>
                <a:gd name="connsiteY3" fmla="*/ 5630311 h 5795027"/>
                <a:gd name="connsiteX4" fmla="*/ 559353 w 2989878"/>
                <a:gd name="connsiteY4" fmla="*/ 4939455 h 5795027"/>
                <a:gd name="connsiteX5" fmla="*/ 0 w 2989878"/>
                <a:gd name="connsiteY5" fmla="*/ 3746068 h 5795027"/>
                <a:gd name="connsiteX6" fmla="*/ 0 w 2989878"/>
                <a:gd name="connsiteY6" fmla="*/ 3441681 h 5795027"/>
                <a:gd name="connsiteX7" fmla="*/ 0 w 2989878"/>
                <a:gd name="connsiteY7" fmla="*/ 3042471 h 5795027"/>
                <a:gd name="connsiteX8" fmla="*/ 0 w 2989878"/>
                <a:gd name="connsiteY8" fmla="*/ 2752557 h 5795027"/>
                <a:gd name="connsiteX9" fmla="*/ 0 w 2989878"/>
                <a:gd name="connsiteY9" fmla="*/ 2231503 h 5795027"/>
                <a:gd name="connsiteX10" fmla="*/ 0 w 2989878"/>
                <a:gd name="connsiteY10" fmla="*/ 2048959 h 5795027"/>
                <a:gd name="connsiteX11" fmla="*/ 559354 w 2989878"/>
                <a:gd name="connsiteY11" fmla="*/ 855573 h 5795027"/>
                <a:gd name="connsiteX12" fmla="*/ 1950071 w 2989878"/>
                <a:gd name="connsiteY12" fmla="*/ 164715 h 5795027"/>
                <a:gd name="connsiteX13" fmla="*/ 2144960 w 2989878"/>
                <a:gd name="connsiteY13" fmla="*/ 0 h 5795027"/>
                <a:gd name="connsiteX14" fmla="*/ 2332832 w 2989878"/>
                <a:gd name="connsiteY14" fmla="*/ 164715 h 5795027"/>
                <a:gd name="connsiteX15" fmla="*/ 2976290 w 2989878"/>
                <a:gd name="connsiteY15" fmla="*/ 524033 h 5795027"/>
                <a:gd name="connsiteX0" fmla="*/ 2955049 w 2976290"/>
                <a:gd name="connsiteY0" fmla="*/ 5266109 h 5795027"/>
                <a:gd name="connsiteX1" fmla="*/ 2332829 w 2976290"/>
                <a:gd name="connsiteY1" fmla="*/ 5630311 h 5795027"/>
                <a:gd name="connsiteX2" fmla="*/ 2137940 w 2976290"/>
                <a:gd name="connsiteY2" fmla="*/ 5795027 h 5795027"/>
                <a:gd name="connsiteX3" fmla="*/ 1950069 w 2976290"/>
                <a:gd name="connsiteY3" fmla="*/ 5630311 h 5795027"/>
                <a:gd name="connsiteX4" fmla="*/ 559353 w 2976290"/>
                <a:gd name="connsiteY4" fmla="*/ 4939455 h 5795027"/>
                <a:gd name="connsiteX5" fmla="*/ 0 w 2976290"/>
                <a:gd name="connsiteY5" fmla="*/ 3746068 h 5795027"/>
                <a:gd name="connsiteX6" fmla="*/ 0 w 2976290"/>
                <a:gd name="connsiteY6" fmla="*/ 3441681 h 5795027"/>
                <a:gd name="connsiteX7" fmla="*/ 0 w 2976290"/>
                <a:gd name="connsiteY7" fmla="*/ 3042471 h 5795027"/>
                <a:gd name="connsiteX8" fmla="*/ 0 w 2976290"/>
                <a:gd name="connsiteY8" fmla="*/ 2752557 h 5795027"/>
                <a:gd name="connsiteX9" fmla="*/ 0 w 2976290"/>
                <a:gd name="connsiteY9" fmla="*/ 2231503 h 5795027"/>
                <a:gd name="connsiteX10" fmla="*/ 0 w 2976290"/>
                <a:gd name="connsiteY10" fmla="*/ 2048959 h 5795027"/>
                <a:gd name="connsiteX11" fmla="*/ 559354 w 2976290"/>
                <a:gd name="connsiteY11" fmla="*/ 855573 h 5795027"/>
                <a:gd name="connsiteX12" fmla="*/ 1950071 w 2976290"/>
                <a:gd name="connsiteY12" fmla="*/ 164715 h 5795027"/>
                <a:gd name="connsiteX13" fmla="*/ 2144960 w 2976290"/>
                <a:gd name="connsiteY13" fmla="*/ 0 h 5795027"/>
                <a:gd name="connsiteX14" fmla="*/ 2332832 w 2976290"/>
                <a:gd name="connsiteY14" fmla="*/ 164715 h 5795027"/>
                <a:gd name="connsiteX15" fmla="*/ 2976290 w 2976290"/>
                <a:gd name="connsiteY15" fmla="*/ 524033 h 5795027"/>
                <a:gd name="connsiteX0" fmla="*/ 2955049 w 2976290"/>
                <a:gd name="connsiteY0" fmla="*/ 5266109 h 5795027"/>
                <a:gd name="connsiteX1" fmla="*/ 2332829 w 2976290"/>
                <a:gd name="connsiteY1" fmla="*/ 5630311 h 5795027"/>
                <a:gd name="connsiteX2" fmla="*/ 2137940 w 2976290"/>
                <a:gd name="connsiteY2" fmla="*/ 5795027 h 5795027"/>
                <a:gd name="connsiteX3" fmla="*/ 1950069 w 2976290"/>
                <a:gd name="connsiteY3" fmla="*/ 5630311 h 5795027"/>
                <a:gd name="connsiteX4" fmla="*/ 559353 w 2976290"/>
                <a:gd name="connsiteY4" fmla="*/ 4939455 h 5795027"/>
                <a:gd name="connsiteX5" fmla="*/ 0 w 2976290"/>
                <a:gd name="connsiteY5" fmla="*/ 3746068 h 5795027"/>
                <a:gd name="connsiteX6" fmla="*/ 0 w 2976290"/>
                <a:gd name="connsiteY6" fmla="*/ 3441681 h 5795027"/>
                <a:gd name="connsiteX7" fmla="*/ 0 w 2976290"/>
                <a:gd name="connsiteY7" fmla="*/ 3042471 h 5795027"/>
                <a:gd name="connsiteX8" fmla="*/ 0 w 2976290"/>
                <a:gd name="connsiteY8" fmla="*/ 2752557 h 5795027"/>
                <a:gd name="connsiteX9" fmla="*/ 0 w 2976290"/>
                <a:gd name="connsiteY9" fmla="*/ 2231503 h 5795027"/>
                <a:gd name="connsiteX10" fmla="*/ 0 w 2976290"/>
                <a:gd name="connsiteY10" fmla="*/ 2048959 h 5795027"/>
                <a:gd name="connsiteX11" fmla="*/ 559354 w 2976290"/>
                <a:gd name="connsiteY11" fmla="*/ 855573 h 5795027"/>
                <a:gd name="connsiteX12" fmla="*/ 1950071 w 2976290"/>
                <a:gd name="connsiteY12" fmla="*/ 164715 h 5795027"/>
                <a:gd name="connsiteX13" fmla="*/ 2144960 w 2976290"/>
                <a:gd name="connsiteY13" fmla="*/ 0 h 5795027"/>
                <a:gd name="connsiteX14" fmla="*/ 2332832 w 2976290"/>
                <a:gd name="connsiteY14" fmla="*/ 164715 h 5795027"/>
                <a:gd name="connsiteX15" fmla="*/ 2976290 w 2976290"/>
                <a:gd name="connsiteY15" fmla="*/ 524033 h 5795027"/>
                <a:gd name="connsiteX0" fmla="*/ 2955049 w 2976290"/>
                <a:gd name="connsiteY0" fmla="*/ 5266109 h 5795027"/>
                <a:gd name="connsiteX1" fmla="*/ 2332829 w 2976290"/>
                <a:gd name="connsiteY1" fmla="*/ 5630311 h 5795027"/>
                <a:gd name="connsiteX2" fmla="*/ 2137940 w 2976290"/>
                <a:gd name="connsiteY2" fmla="*/ 5795027 h 5795027"/>
                <a:gd name="connsiteX3" fmla="*/ 1950069 w 2976290"/>
                <a:gd name="connsiteY3" fmla="*/ 5630311 h 5795027"/>
                <a:gd name="connsiteX4" fmla="*/ 559353 w 2976290"/>
                <a:gd name="connsiteY4" fmla="*/ 4939455 h 5795027"/>
                <a:gd name="connsiteX5" fmla="*/ 0 w 2976290"/>
                <a:gd name="connsiteY5" fmla="*/ 3746068 h 5795027"/>
                <a:gd name="connsiteX6" fmla="*/ 0 w 2976290"/>
                <a:gd name="connsiteY6" fmla="*/ 3441681 h 5795027"/>
                <a:gd name="connsiteX7" fmla="*/ 0 w 2976290"/>
                <a:gd name="connsiteY7" fmla="*/ 3042471 h 5795027"/>
                <a:gd name="connsiteX8" fmla="*/ 0 w 2976290"/>
                <a:gd name="connsiteY8" fmla="*/ 2752557 h 5795027"/>
                <a:gd name="connsiteX9" fmla="*/ 0 w 2976290"/>
                <a:gd name="connsiteY9" fmla="*/ 2231503 h 5795027"/>
                <a:gd name="connsiteX10" fmla="*/ 0 w 2976290"/>
                <a:gd name="connsiteY10" fmla="*/ 2048959 h 5795027"/>
                <a:gd name="connsiteX11" fmla="*/ 559354 w 2976290"/>
                <a:gd name="connsiteY11" fmla="*/ 855573 h 5795027"/>
                <a:gd name="connsiteX12" fmla="*/ 1950071 w 2976290"/>
                <a:gd name="connsiteY12" fmla="*/ 164715 h 5795027"/>
                <a:gd name="connsiteX13" fmla="*/ 2144960 w 2976290"/>
                <a:gd name="connsiteY13" fmla="*/ 0 h 5795027"/>
                <a:gd name="connsiteX14" fmla="*/ 2332832 w 2976290"/>
                <a:gd name="connsiteY14" fmla="*/ 164715 h 5795027"/>
                <a:gd name="connsiteX15" fmla="*/ 2976290 w 2976290"/>
                <a:gd name="connsiteY15" fmla="*/ 524033 h 5795027"/>
                <a:gd name="connsiteX0" fmla="*/ 2955049 w 2976290"/>
                <a:gd name="connsiteY0" fmla="*/ 5266109 h 5795027"/>
                <a:gd name="connsiteX1" fmla="*/ 2332829 w 2976290"/>
                <a:gd name="connsiteY1" fmla="*/ 5630311 h 5795027"/>
                <a:gd name="connsiteX2" fmla="*/ 2137940 w 2976290"/>
                <a:gd name="connsiteY2" fmla="*/ 5795027 h 5795027"/>
                <a:gd name="connsiteX3" fmla="*/ 1950069 w 2976290"/>
                <a:gd name="connsiteY3" fmla="*/ 5630311 h 5795027"/>
                <a:gd name="connsiteX4" fmla="*/ 559353 w 2976290"/>
                <a:gd name="connsiteY4" fmla="*/ 4939455 h 5795027"/>
                <a:gd name="connsiteX5" fmla="*/ 0 w 2976290"/>
                <a:gd name="connsiteY5" fmla="*/ 3746068 h 5795027"/>
                <a:gd name="connsiteX6" fmla="*/ 0 w 2976290"/>
                <a:gd name="connsiteY6" fmla="*/ 3441681 h 5795027"/>
                <a:gd name="connsiteX7" fmla="*/ 0 w 2976290"/>
                <a:gd name="connsiteY7" fmla="*/ 3042471 h 5795027"/>
                <a:gd name="connsiteX8" fmla="*/ 0 w 2976290"/>
                <a:gd name="connsiteY8" fmla="*/ 2752557 h 5795027"/>
                <a:gd name="connsiteX9" fmla="*/ 0 w 2976290"/>
                <a:gd name="connsiteY9" fmla="*/ 2231503 h 5795027"/>
                <a:gd name="connsiteX10" fmla="*/ 0 w 2976290"/>
                <a:gd name="connsiteY10" fmla="*/ 2048959 h 5795027"/>
                <a:gd name="connsiteX11" fmla="*/ 559354 w 2976290"/>
                <a:gd name="connsiteY11" fmla="*/ 855573 h 5795027"/>
                <a:gd name="connsiteX12" fmla="*/ 1950071 w 2976290"/>
                <a:gd name="connsiteY12" fmla="*/ 164715 h 5795027"/>
                <a:gd name="connsiteX13" fmla="*/ 2144960 w 2976290"/>
                <a:gd name="connsiteY13" fmla="*/ 0 h 5795027"/>
                <a:gd name="connsiteX14" fmla="*/ 2332832 w 2976290"/>
                <a:gd name="connsiteY14" fmla="*/ 164715 h 5795027"/>
                <a:gd name="connsiteX15" fmla="*/ 2976290 w 2976290"/>
                <a:gd name="connsiteY15" fmla="*/ 524033 h 5795027"/>
                <a:gd name="connsiteX0" fmla="*/ 2955049 w 2976290"/>
                <a:gd name="connsiteY0" fmla="*/ 5266109 h 5795027"/>
                <a:gd name="connsiteX1" fmla="*/ 2332829 w 2976290"/>
                <a:gd name="connsiteY1" fmla="*/ 5630311 h 5795027"/>
                <a:gd name="connsiteX2" fmla="*/ 2137940 w 2976290"/>
                <a:gd name="connsiteY2" fmla="*/ 5795027 h 5795027"/>
                <a:gd name="connsiteX3" fmla="*/ 1950069 w 2976290"/>
                <a:gd name="connsiteY3" fmla="*/ 5630311 h 5795027"/>
                <a:gd name="connsiteX4" fmla="*/ 559353 w 2976290"/>
                <a:gd name="connsiteY4" fmla="*/ 4939455 h 5795027"/>
                <a:gd name="connsiteX5" fmla="*/ 0 w 2976290"/>
                <a:gd name="connsiteY5" fmla="*/ 3746068 h 5795027"/>
                <a:gd name="connsiteX6" fmla="*/ 0 w 2976290"/>
                <a:gd name="connsiteY6" fmla="*/ 3441681 h 5795027"/>
                <a:gd name="connsiteX7" fmla="*/ 0 w 2976290"/>
                <a:gd name="connsiteY7" fmla="*/ 3042471 h 5795027"/>
                <a:gd name="connsiteX8" fmla="*/ 0 w 2976290"/>
                <a:gd name="connsiteY8" fmla="*/ 2752557 h 5795027"/>
                <a:gd name="connsiteX9" fmla="*/ 0 w 2976290"/>
                <a:gd name="connsiteY9" fmla="*/ 2231503 h 5795027"/>
                <a:gd name="connsiteX10" fmla="*/ 0 w 2976290"/>
                <a:gd name="connsiteY10" fmla="*/ 2048959 h 5795027"/>
                <a:gd name="connsiteX11" fmla="*/ 559354 w 2976290"/>
                <a:gd name="connsiteY11" fmla="*/ 855573 h 5795027"/>
                <a:gd name="connsiteX12" fmla="*/ 1950071 w 2976290"/>
                <a:gd name="connsiteY12" fmla="*/ 164715 h 5795027"/>
                <a:gd name="connsiteX13" fmla="*/ 2144960 w 2976290"/>
                <a:gd name="connsiteY13" fmla="*/ 0 h 5795027"/>
                <a:gd name="connsiteX14" fmla="*/ 2332832 w 2976290"/>
                <a:gd name="connsiteY14" fmla="*/ 164715 h 5795027"/>
                <a:gd name="connsiteX15" fmla="*/ 2976290 w 2976290"/>
                <a:gd name="connsiteY15" fmla="*/ 524033 h 5795027"/>
                <a:gd name="connsiteX0" fmla="*/ 2955049 w 2987296"/>
                <a:gd name="connsiteY0" fmla="*/ 5266109 h 5795027"/>
                <a:gd name="connsiteX1" fmla="*/ 2332829 w 2987296"/>
                <a:gd name="connsiteY1" fmla="*/ 5630311 h 5795027"/>
                <a:gd name="connsiteX2" fmla="*/ 2137940 w 2987296"/>
                <a:gd name="connsiteY2" fmla="*/ 5795027 h 5795027"/>
                <a:gd name="connsiteX3" fmla="*/ 1950069 w 2987296"/>
                <a:gd name="connsiteY3" fmla="*/ 5630311 h 5795027"/>
                <a:gd name="connsiteX4" fmla="*/ 559353 w 2987296"/>
                <a:gd name="connsiteY4" fmla="*/ 4939455 h 5795027"/>
                <a:gd name="connsiteX5" fmla="*/ 0 w 2987296"/>
                <a:gd name="connsiteY5" fmla="*/ 3746068 h 5795027"/>
                <a:gd name="connsiteX6" fmla="*/ 0 w 2987296"/>
                <a:gd name="connsiteY6" fmla="*/ 3441681 h 5795027"/>
                <a:gd name="connsiteX7" fmla="*/ 0 w 2987296"/>
                <a:gd name="connsiteY7" fmla="*/ 3042471 h 5795027"/>
                <a:gd name="connsiteX8" fmla="*/ 0 w 2987296"/>
                <a:gd name="connsiteY8" fmla="*/ 2752557 h 5795027"/>
                <a:gd name="connsiteX9" fmla="*/ 0 w 2987296"/>
                <a:gd name="connsiteY9" fmla="*/ 2231503 h 5795027"/>
                <a:gd name="connsiteX10" fmla="*/ 0 w 2987296"/>
                <a:gd name="connsiteY10" fmla="*/ 2048959 h 5795027"/>
                <a:gd name="connsiteX11" fmla="*/ 559354 w 2987296"/>
                <a:gd name="connsiteY11" fmla="*/ 855573 h 5795027"/>
                <a:gd name="connsiteX12" fmla="*/ 1950071 w 2987296"/>
                <a:gd name="connsiteY12" fmla="*/ 164715 h 5795027"/>
                <a:gd name="connsiteX13" fmla="*/ 2144960 w 2987296"/>
                <a:gd name="connsiteY13" fmla="*/ 0 h 5795027"/>
                <a:gd name="connsiteX14" fmla="*/ 2332832 w 2987296"/>
                <a:gd name="connsiteY14" fmla="*/ 164715 h 5795027"/>
                <a:gd name="connsiteX15" fmla="*/ 2987296 w 2987296"/>
                <a:gd name="connsiteY15" fmla="*/ 557051 h 57950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2987296" h="5795027">
                  <a:moveTo>
                    <a:pt x="2955049" y="5266109"/>
                  </a:moveTo>
                  <a:cubicBezTo>
                    <a:pt x="2737194" y="5332489"/>
                    <a:pt x="2474819" y="5542158"/>
                    <a:pt x="2332829" y="5630311"/>
                  </a:cubicBezTo>
                  <a:lnTo>
                    <a:pt x="2137940" y="5795027"/>
                  </a:lnTo>
                  <a:lnTo>
                    <a:pt x="1950069" y="5630311"/>
                  </a:lnTo>
                  <a:cubicBezTo>
                    <a:pt x="1484225" y="5270318"/>
                    <a:pt x="959280" y="5171158"/>
                    <a:pt x="559353" y="4939455"/>
                  </a:cubicBezTo>
                  <a:cubicBezTo>
                    <a:pt x="174796" y="4670559"/>
                    <a:pt x="0" y="4362177"/>
                    <a:pt x="0" y="3746068"/>
                  </a:cubicBezTo>
                  <a:lnTo>
                    <a:pt x="0" y="3441681"/>
                  </a:lnTo>
                  <a:lnTo>
                    <a:pt x="0" y="3042471"/>
                  </a:lnTo>
                  <a:lnTo>
                    <a:pt x="0" y="2752557"/>
                  </a:lnTo>
                  <a:lnTo>
                    <a:pt x="0" y="2231503"/>
                  </a:lnTo>
                  <a:lnTo>
                    <a:pt x="0" y="2048959"/>
                  </a:lnTo>
                  <a:cubicBezTo>
                    <a:pt x="0" y="1432851"/>
                    <a:pt x="174797" y="1124469"/>
                    <a:pt x="559354" y="855573"/>
                  </a:cubicBezTo>
                  <a:cubicBezTo>
                    <a:pt x="959283" y="623869"/>
                    <a:pt x="1484227" y="524709"/>
                    <a:pt x="1950071" y="164715"/>
                  </a:cubicBezTo>
                  <a:lnTo>
                    <a:pt x="2144960" y="0"/>
                  </a:lnTo>
                  <a:lnTo>
                    <a:pt x="2332832" y="164715"/>
                  </a:lnTo>
                  <a:cubicBezTo>
                    <a:pt x="2471387" y="252054"/>
                    <a:pt x="2755510" y="441908"/>
                    <a:pt x="2987296" y="557051"/>
                  </a:cubicBezTo>
                </a:path>
              </a:pathLst>
            </a:custGeom>
            <a:noFill/>
            <a:ln w="25400" cap="rnd">
              <a:solidFill>
                <a:schemeClr val="bg2">
                  <a:lumMod val="75000"/>
                  <a:alpha val="65000"/>
                </a:schemeClr>
              </a:solidFill>
              <a:prstDash val="sysDot"/>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sp>
        <p:nvSpPr>
          <p:cNvPr id="2" name="Title 1">
            <a:extLst>
              <a:ext uri="{FF2B5EF4-FFF2-40B4-BE49-F238E27FC236}">
                <a16:creationId xmlns:a16="http://schemas.microsoft.com/office/drawing/2014/main" id="{A546BFEE-D3D9-4B18-BA88-49F7C7D266E7}"/>
              </a:ext>
            </a:extLst>
          </p:cNvPr>
          <p:cNvSpPr>
            <a:spLocks noGrp="1"/>
          </p:cNvSpPr>
          <p:nvPr>
            <p:ph type="title"/>
          </p:nvPr>
        </p:nvSpPr>
        <p:spPr>
          <a:xfrm>
            <a:off x="2148186" y="959587"/>
            <a:ext cx="9076329" cy="1064277"/>
          </a:xfrm>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6DEA5BD3-1A63-4F94-ADFA-5CA2A414DE16}"/>
              </a:ext>
            </a:extLst>
          </p:cNvPr>
          <p:cNvSpPr>
            <a:spLocks noGrp="1"/>
          </p:cNvSpPr>
          <p:nvPr>
            <p:ph type="body" orient="vert" idx="1"/>
          </p:nvPr>
        </p:nvSpPr>
        <p:spPr>
          <a:xfrm>
            <a:off x="2148186" y="2248257"/>
            <a:ext cx="9076329" cy="3650155"/>
          </a:xfrm>
        </p:spPr>
        <p:txBody>
          <a:bodyPr vert="eaVert"/>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F421888E-6FA1-446E-A77C-7D26923F6BAA}"/>
              </a:ext>
            </a:extLst>
          </p:cNvPr>
          <p:cNvSpPr>
            <a:spLocks noGrp="1"/>
          </p:cNvSpPr>
          <p:nvPr>
            <p:ph type="dt" sz="half" idx="10"/>
          </p:nvPr>
        </p:nvSpPr>
        <p:spPr/>
        <p:txBody>
          <a:bodyPr/>
          <a:lstStyle/>
          <a:p>
            <a:fld id="{11008460-8B2F-4AAA-A4E2-10730069204C}" type="datetimeFigureOut">
              <a:rPr lang="en-US" smtClean="0"/>
              <a:t>9/22/2023</a:t>
            </a:fld>
            <a:endParaRPr lang="en-US"/>
          </a:p>
        </p:txBody>
      </p:sp>
      <p:sp>
        <p:nvSpPr>
          <p:cNvPr id="5" name="Footer Placeholder 4">
            <a:extLst>
              <a:ext uri="{FF2B5EF4-FFF2-40B4-BE49-F238E27FC236}">
                <a16:creationId xmlns:a16="http://schemas.microsoft.com/office/drawing/2014/main" id="{5A33313F-58CA-4397-A3B4-71B068D1E22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ACC6AB3-89E2-4B6A-A5F3-3FB781C1AA8C}"/>
              </a:ext>
            </a:extLst>
          </p:cNvPr>
          <p:cNvSpPr>
            <a:spLocks noGrp="1"/>
          </p:cNvSpPr>
          <p:nvPr>
            <p:ph type="sldNum" sz="quarter" idx="12"/>
          </p:nvPr>
        </p:nvSpPr>
        <p:spPr/>
        <p:txBody>
          <a:bodyPr/>
          <a:lstStyle/>
          <a:p>
            <a:fld id="{0946259B-8396-46CD-AD42-FDEDA89DA278}" type="slidenum">
              <a:rPr lang="en-US" smtClean="0"/>
              <a:t>‹#›</a:t>
            </a:fld>
            <a:endParaRPr lang="en-US"/>
          </a:p>
        </p:txBody>
      </p:sp>
    </p:spTree>
    <p:extLst>
      <p:ext uri="{BB962C8B-B14F-4D97-AF65-F5344CB8AC3E}">
        <p14:creationId xmlns:p14="http://schemas.microsoft.com/office/powerpoint/2010/main" val="214566714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grpSp>
        <p:nvGrpSpPr>
          <p:cNvPr id="7" name="Group 6">
            <a:extLst>
              <a:ext uri="{FF2B5EF4-FFF2-40B4-BE49-F238E27FC236}">
                <a16:creationId xmlns:a16="http://schemas.microsoft.com/office/drawing/2014/main" id="{87BC2869-B8E0-44C7-801E-BA0C2C1B5E82}"/>
              </a:ext>
            </a:extLst>
          </p:cNvPr>
          <p:cNvGrpSpPr/>
          <p:nvPr/>
        </p:nvGrpSpPr>
        <p:grpSpPr>
          <a:xfrm rot="10800000">
            <a:off x="0" y="1827078"/>
            <a:ext cx="2926300" cy="5030922"/>
            <a:chOff x="9265700" y="2026"/>
            <a:chExt cx="2926300" cy="5030922"/>
          </a:xfrm>
        </p:grpSpPr>
        <p:sp>
          <p:nvSpPr>
            <p:cNvPr id="8" name="Freeform: Shape 7">
              <a:extLst>
                <a:ext uri="{FF2B5EF4-FFF2-40B4-BE49-F238E27FC236}">
                  <a16:creationId xmlns:a16="http://schemas.microsoft.com/office/drawing/2014/main" id="{BA7CEB8F-94FA-4A87-AA80-066173AA5C57}"/>
                </a:ext>
              </a:extLst>
            </p:cNvPr>
            <p:cNvSpPr/>
            <p:nvPr/>
          </p:nvSpPr>
          <p:spPr>
            <a:xfrm>
              <a:off x="9326904" y="2026"/>
              <a:ext cx="2249810" cy="2294745"/>
            </a:xfrm>
            <a:custGeom>
              <a:avLst/>
              <a:gdLst>
                <a:gd name="connsiteX0" fmla="*/ 49162 w 2249810"/>
                <a:gd name="connsiteY0" fmla="*/ 0 h 2294745"/>
                <a:gd name="connsiteX1" fmla="*/ 2200648 w 2249810"/>
                <a:gd name="connsiteY1" fmla="*/ 0 h 2294745"/>
                <a:gd name="connsiteX2" fmla="*/ 2210105 w 2249810"/>
                <a:gd name="connsiteY2" fmla="*/ 23601 h 2294745"/>
                <a:gd name="connsiteX3" fmla="*/ 2249810 w 2249810"/>
                <a:gd name="connsiteY3" fmla="*/ 326934 h 2294745"/>
                <a:gd name="connsiteX4" fmla="*/ 2249810 w 2249810"/>
                <a:gd name="connsiteY4" fmla="*/ 422824 h 2294745"/>
                <a:gd name="connsiteX5" fmla="*/ 2249810 w 2249810"/>
                <a:gd name="connsiteY5" fmla="*/ 696534 h 2294745"/>
                <a:gd name="connsiteX6" fmla="*/ 2249810 w 2249810"/>
                <a:gd name="connsiteY6" fmla="*/ 848826 h 2294745"/>
                <a:gd name="connsiteX7" fmla="*/ 2249810 w 2249810"/>
                <a:gd name="connsiteY7" fmla="*/ 1058531 h 2294745"/>
                <a:gd name="connsiteX8" fmla="*/ 2249810 w 2249810"/>
                <a:gd name="connsiteY8" fmla="*/ 1218426 h 2294745"/>
                <a:gd name="connsiteX9" fmla="*/ 1955981 w 2249810"/>
                <a:gd name="connsiteY9" fmla="*/ 1845313 h 2294745"/>
                <a:gd name="connsiteX10" fmla="*/ 1225437 w 2249810"/>
                <a:gd name="connsiteY10" fmla="*/ 2208220 h 2294745"/>
                <a:gd name="connsiteX11" fmla="*/ 1123061 w 2249810"/>
                <a:gd name="connsiteY11" fmla="*/ 2294745 h 2294745"/>
                <a:gd name="connsiteX12" fmla="*/ 1024372 w 2249810"/>
                <a:gd name="connsiteY12" fmla="*/ 2208220 h 2294745"/>
                <a:gd name="connsiteX13" fmla="*/ 293828 w 2249810"/>
                <a:gd name="connsiteY13" fmla="*/ 1845313 h 2294745"/>
                <a:gd name="connsiteX14" fmla="*/ 0 w 2249810"/>
                <a:gd name="connsiteY14" fmla="*/ 1218426 h 2294745"/>
                <a:gd name="connsiteX15" fmla="*/ 0 w 2249810"/>
                <a:gd name="connsiteY15" fmla="*/ 1058531 h 2294745"/>
                <a:gd name="connsiteX16" fmla="*/ 0 w 2249810"/>
                <a:gd name="connsiteY16" fmla="*/ 848826 h 2294745"/>
                <a:gd name="connsiteX17" fmla="*/ 0 w 2249810"/>
                <a:gd name="connsiteY17" fmla="*/ 696534 h 2294745"/>
                <a:gd name="connsiteX18" fmla="*/ 0 w 2249810"/>
                <a:gd name="connsiteY18" fmla="*/ 422824 h 2294745"/>
                <a:gd name="connsiteX19" fmla="*/ 0 w 2249810"/>
                <a:gd name="connsiteY19" fmla="*/ 326934 h 2294745"/>
                <a:gd name="connsiteX20" fmla="*/ 39705 w 2249810"/>
                <a:gd name="connsiteY20" fmla="*/ 23601 h 22947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2249810" h="2294745">
                  <a:moveTo>
                    <a:pt x="49162" y="0"/>
                  </a:moveTo>
                  <a:lnTo>
                    <a:pt x="2200648" y="0"/>
                  </a:lnTo>
                  <a:lnTo>
                    <a:pt x="2210105" y="23601"/>
                  </a:lnTo>
                  <a:cubicBezTo>
                    <a:pt x="2236898" y="106934"/>
                    <a:pt x="2249810" y="205568"/>
                    <a:pt x="2249810" y="326934"/>
                  </a:cubicBezTo>
                  <a:lnTo>
                    <a:pt x="2249810" y="422824"/>
                  </a:lnTo>
                  <a:lnTo>
                    <a:pt x="2249810" y="696534"/>
                  </a:lnTo>
                  <a:lnTo>
                    <a:pt x="2249810" y="848826"/>
                  </a:lnTo>
                  <a:lnTo>
                    <a:pt x="2249810" y="1058531"/>
                  </a:lnTo>
                  <a:lnTo>
                    <a:pt x="2249810" y="1218426"/>
                  </a:lnTo>
                  <a:cubicBezTo>
                    <a:pt x="2249810" y="1542068"/>
                    <a:pt x="2157989" y="1704061"/>
                    <a:pt x="1955981" y="1845313"/>
                  </a:cubicBezTo>
                  <a:cubicBezTo>
                    <a:pt x="1745898" y="1967026"/>
                    <a:pt x="1470144" y="2019115"/>
                    <a:pt x="1225437" y="2208220"/>
                  </a:cubicBezTo>
                  <a:lnTo>
                    <a:pt x="1123061" y="2294745"/>
                  </a:lnTo>
                  <a:lnTo>
                    <a:pt x="1024372" y="2208220"/>
                  </a:lnTo>
                  <a:cubicBezTo>
                    <a:pt x="779664" y="2019115"/>
                    <a:pt x="503910" y="1967026"/>
                    <a:pt x="293828" y="1845313"/>
                  </a:cubicBezTo>
                  <a:cubicBezTo>
                    <a:pt x="91820" y="1704061"/>
                    <a:pt x="0" y="1542068"/>
                    <a:pt x="0" y="1218426"/>
                  </a:cubicBezTo>
                  <a:lnTo>
                    <a:pt x="0" y="1058531"/>
                  </a:lnTo>
                  <a:lnTo>
                    <a:pt x="0" y="848826"/>
                  </a:lnTo>
                  <a:lnTo>
                    <a:pt x="0" y="696534"/>
                  </a:lnTo>
                  <a:lnTo>
                    <a:pt x="0" y="422824"/>
                  </a:lnTo>
                  <a:lnTo>
                    <a:pt x="0" y="326934"/>
                  </a:lnTo>
                  <a:cubicBezTo>
                    <a:pt x="0" y="205568"/>
                    <a:pt x="12912" y="106934"/>
                    <a:pt x="39705" y="23601"/>
                  </a:cubicBezTo>
                  <a:close/>
                </a:path>
              </a:pathLst>
            </a:custGeom>
            <a:solidFill>
              <a:schemeClr val="bg2">
                <a:lumMod val="75000"/>
                <a:alpha val="15000"/>
              </a:scheme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Freeform: Shape 8">
              <a:extLst>
                <a:ext uri="{FF2B5EF4-FFF2-40B4-BE49-F238E27FC236}">
                  <a16:creationId xmlns:a16="http://schemas.microsoft.com/office/drawing/2014/main" id="{74F9817E-A26F-4D7B-82A1-FA647EE4C86F}"/>
                </a:ext>
              </a:extLst>
            </p:cNvPr>
            <p:cNvSpPr/>
            <p:nvPr/>
          </p:nvSpPr>
          <p:spPr>
            <a:xfrm>
              <a:off x="10597154" y="1907348"/>
              <a:ext cx="1594846" cy="3044131"/>
            </a:xfrm>
            <a:custGeom>
              <a:avLst/>
              <a:gdLst>
                <a:gd name="connsiteX0" fmla="*/ 1126749 w 1594846"/>
                <a:gd name="connsiteY0" fmla="*/ 0 h 3044131"/>
                <a:gd name="connsiteX1" fmla="*/ 1225438 w 1594846"/>
                <a:gd name="connsiteY1" fmla="*/ 86525 h 3044131"/>
                <a:gd name="connsiteX2" fmla="*/ 1413279 w 1594846"/>
                <a:gd name="connsiteY2" fmla="*/ 205892 h 3044131"/>
                <a:gd name="connsiteX3" fmla="*/ 1594846 w 1594846"/>
                <a:gd name="connsiteY3" fmla="*/ 289191 h 3044131"/>
                <a:gd name="connsiteX4" fmla="*/ 1594846 w 1594846"/>
                <a:gd name="connsiteY4" fmla="*/ 2754939 h 3044131"/>
                <a:gd name="connsiteX5" fmla="*/ 1413277 w 1594846"/>
                <a:gd name="connsiteY5" fmla="*/ 2838239 h 3044131"/>
                <a:gd name="connsiteX6" fmla="*/ 1225436 w 1594846"/>
                <a:gd name="connsiteY6" fmla="*/ 2957606 h 3044131"/>
                <a:gd name="connsiteX7" fmla="*/ 1123061 w 1594846"/>
                <a:gd name="connsiteY7" fmla="*/ 3044131 h 3044131"/>
                <a:gd name="connsiteX8" fmla="*/ 1024372 w 1594846"/>
                <a:gd name="connsiteY8" fmla="*/ 2957606 h 3044131"/>
                <a:gd name="connsiteX9" fmla="*/ 293828 w 1594846"/>
                <a:gd name="connsiteY9" fmla="*/ 2594699 h 3044131"/>
                <a:gd name="connsiteX10" fmla="*/ 0 w 1594846"/>
                <a:gd name="connsiteY10" fmla="*/ 1967812 h 3044131"/>
                <a:gd name="connsiteX11" fmla="*/ 0 w 1594846"/>
                <a:gd name="connsiteY11" fmla="*/ 1807917 h 3044131"/>
                <a:gd name="connsiteX12" fmla="*/ 0 w 1594846"/>
                <a:gd name="connsiteY12" fmla="*/ 1598212 h 3044131"/>
                <a:gd name="connsiteX13" fmla="*/ 0 w 1594846"/>
                <a:gd name="connsiteY13" fmla="*/ 1445920 h 3044131"/>
                <a:gd name="connsiteX14" fmla="*/ 0 w 1594846"/>
                <a:gd name="connsiteY14" fmla="*/ 1172210 h 3044131"/>
                <a:gd name="connsiteX15" fmla="*/ 0 w 1594846"/>
                <a:gd name="connsiteY15" fmla="*/ 1076320 h 3044131"/>
                <a:gd name="connsiteX16" fmla="*/ 293829 w 1594846"/>
                <a:gd name="connsiteY16" fmla="*/ 449433 h 3044131"/>
                <a:gd name="connsiteX17" fmla="*/ 1024374 w 1594846"/>
                <a:gd name="connsiteY17" fmla="*/ 86525 h 30441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594846" h="3044131">
                  <a:moveTo>
                    <a:pt x="1126749" y="0"/>
                  </a:moveTo>
                  <a:lnTo>
                    <a:pt x="1225438" y="86525"/>
                  </a:lnTo>
                  <a:cubicBezTo>
                    <a:pt x="1286615" y="133801"/>
                    <a:pt x="1349732" y="172514"/>
                    <a:pt x="1413279" y="205892"/>
                  </a:cubicBezTo>
                  <a:lnTo>
                    <a:pt x="1594846" y="289191"/>
                  </a:lnTo>
                  <a:lnTo>
                    <a:pt x="1594846" y="2754939"/>
                  </a:lnTo>
                  <a:lnTo>
                    <a:pt x="1413277" y="2838239"/>
                  </a:lnTo>
                  <a:cubicBezTo>
                    <a:pt x="1349730" y="2871617"/>
                    <a:pt x="1286613" y="2910330"/>
                    <a:pt x="1225436" y="2957606"/>
                  </a:cubicBezTo>
                  <a:lnTo>
                    <a:pt x="1123061" y="3044131"/>
                  </a:lnTo>
                  <a:lnTo>
                    <a:pt x="1024372" y="2957606"/>
                  </a:lnTo>
                  <a:cubicBezTo>
                    <a:pt x="779664" y="2768501"/>
                    <a:pt x="503910" y="2716412"/>
                    <a:pt x="293828" y="2594699"/>
                  </a:cubicBezTo>
                  <a:cubicBezTo>
                    <a:pt x="91820" y="2453447"/>
                    <a:pt x="0" y="2291454"/>
                    <a:pt x="0" y="1967812"/>
                  </a:cubicBezTo>
                  <a:lnTo>
                    <a:pt x="0" y="1807917"/>
                  </a:lnTo>
                  <a:lnTo>
                    <a:pt x="0" y="1598212"/>
                  </a:lnTo>
                  <a:lnTo>
                    <a:pt x="0" y="1445920"/>
                  </a:lnTo>
                  <a:lnTo>
                    <a:pt x="0" y="1172210"/>
                  </a:lnTo>
                  <a:lnTo>
                    <a:pt x="0" y="1076320"/>
                  </a:lnTo>
                  <a:cubicBezTo>
                    <a:pt x="0" y="752678"/>
                    <a:pt x="91821" y="590684"/>
                    <a:pt x="293829" y="449433"/>
                  </a:cubicBezTo>
                  <a:cubicBezTo>
                    <a:pt x="503912" y="327719"/>
                    <a:pt x="779665" y="275630"/>
                    <a:pt x="1024374" y="86525"/>
                  </a:cubicBezTo>
                  <a:close/>
                </a:path>
              </a:pathLst>
            </a:custGeom>
            <a:solidFill>
              <a:schemeClr val="bg2">
                <a:lumMod val="75000"/>
                <a:alpha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0" name="Freeform: Shape 9">
              <a:extLst>
                <a:ext uri="{FF2B5EF4-FFF2-40B4-BE49-F238E27FC236}">
                  <a16:creationId xmlns:a16="http://schemas.microsoft.com/office/drawing/2014/main" id="{0E734839-B51C-4112-A4D8-DDFCB7F84A6F}"/>
                </a:ext>
              </a:extLst>
            </p:cNvPr>
            <p:cNvSpPr/>
            <p:nvPr/>
          </p:nvSpPr>
          <p:spPr>
            <a:xfrm>
              <a:off x="9265700" y="7622"/>
              <a:ext cx="2372219" cy="2371961"/>
            </a:xfrm>
            <a:custGeom>
              <a:avLst/>
              <a:gdLst>
                <a:gd name="connsiteX0" fmla="*/ 2144960 w 4282900"/>
                <a:gd name="connsiteY0" fmla="*/ 0 h 5795027"/>
                <a:gd name="connsiteX1" fmla="*/ 2332832 w 4282900"/>
                <a:gd name="connsiteY1" fmla="*/ 164715 h 5795027"/>
                <a:gd name="connsiteX2" fmla="*/ 3723546 w 4282900"/>
                <a:gd name="connsiteY2" fmla="*/ 855573 h 5795027"/>
                <a:gd name="connsiteX3" fmla="*/ 4282900 w 4282900"/>
                <a:gd name="connsiteY3" fmla="*/ 2048959 h 5795027"/>
                <a:gd name="connsiteX4" fmla="*/ 4282900 w 4282900"/>
                <a:gd name="connsiteY4" fmla="*/ 2231503 h 5795027"/>
                <a:gd name="connsiteX5" fmla="*/ 4282900 w 4282900"/>
                <a:gd name="connsiteY5" fmla="*/ 2752557 h 5795027"/>
                <a:gd name="connsiteX6" fmla="*/ 4282900 w 4282900"/>
                <a:gd name="connsiteY6" fmla="*/ 3042471 h 5795027"/>
                <a:gd name="connsiteX7" fmla="*/ 4282900 w 4282900"/>
                <a:gd name="connsiteY7" fmla="*/ 3441681 h 5795027"/>
                <a:gd name="connsiteX8" fmla="*/ 4282900 w 4282900"/>
                <a:gd name="connsiteY8" fmla="*/ 3746068 h 5795027"/>
                <a:gd name="connsiteX9" fmla="*/ 3723546 w 4282900"/>
                <a:gd name="connsiteY9" fmla="*/ 4939455 h 5795027"/>
                <a:gd name="connsiteX10" fmla="*/ 2332829 w 4282900"/>
                <a:gd name="connsiteY10" fmla="*/ 5630311 h 5795027"/>
                <a:gd name="connsiteX11" fmla="*/ 2137940 w 4282900"/>
                <a:gd name="connsiteY11" fmla="*/ 5795027 h 5795027"/>
                <a:gd name="connsiteX12" fmla="*/ 1950069 w 4282900"/>
                <a:gd name="connsiteY12" fmla="*/ 5630311 h 5795027"/>
                <a:gd name="connsiteX13" fmla="*/ 559353 w 4282900"/>
                <a:gd name="connsiteY13" fmla="*/ 4939455 h 5795027"/>
                <a:gd name="connsiteX14" fmla="*/ 0 w 4282900"/>
                <a:gd name="connsiteY14" fmla="*/ 3746068 h 5795027"/>
                <a:gd name="connsiteX15" fmla="*/ 0 w 4282900"/>
                <a:gd name="connsiteY15" fmla="*/ 3441681 h 5795027"/>
                <a:gd name="connsiteX16" fmla="*/ 0 w 4282900"/>
                <a:gd name="connsiteY16" fmla="*/ 3042471 h 5795027"/>
                <a:gd name="connsiteX17" fmla="*/ 0 w 4282900"/>
                <a:gd name="connsiteY17" fmla="*/ 2752557 h 5795027"/>
                <a:gd name="connsiteX18" fmla="*/ 0 w 4282900"/>
                <a:gd name="connsiteY18" fmla="*/ 2231503 h 5795027"/>
                <a:gd name="connsiteX19" fmla="*/ 0 w 4282900"/>
                <a:gd name="connsiteY19" fmla="*/ 2048959 h 5795027"/>
                <a:gd name="connsiteX20" fmla="*/ 559354 w 4282900"/>
                <a:gd name="connsiteY20" fmla="*/ 855573 h 5795027"/>
                <a:gd name="connsiteX21" fmla="*/ 1950071 w 4282900"/>
                <a:gd name="connsiteY21" fmla="*/ 164715 h 5795027"/>
                <a:gd name="connsiteX0" fmla="*/ 4282900 w 4447989"/>
                <a:gd name="connsiteY0" fmla="*/ 2048959 h 5795027"/>
                <a:gd name="connsiteX1" fmla="*/ 4282900 w 4447989"/>
                <a:gd name="connsiteY1" fmla="*/ 2231503 h 5795027"/>
                <a:gd name="connsiteX2" fmla="*/ 4282900 w 4447989"/>
                <a:gd name="connsiteY2" fmla="*/ 2752557 h 5795027"/>
                <a:gd name="connsiteX3" fmla="*/ 4282900 w 4447989"/>
                <a:gd name="connsiteY3" fmla="*/ 3042471 h 5795027"/>
                <a:gd name="connsiteX4" fmla="*/ 4282900 w 4447989"/>
                <a:gd name="connsiteY4" fmla="*/ 3441681 h 5795027"/>
                <a:gd name="connsiteX5" fmla="*/ 4282900 w 4447989"/>
                <a:gd name="connsiteY5" fmla="*/ 3746068 h 5795027"/>
                <a:gd name="connsiteX6" fmla="*/ 3723546 w 4447989"/>
                <a:gd name="connsiteY6" fmla="*/ 4939455 h 5795027"/>
                <a:gd name="connsiteX7" fmla="*/ 2332829 w 4447989"/>
                <a:gd name="connsiteY7" fmla="*/ 5630311 h 5795027"/>
                <a:gd name="connsiteX8" fmla="*/ 2137940 w 4447989"/>
                <a:gd name="connsiteY8" fmla="*/ 5795027 h 5795027"/>
                <a:gd name="connsiteX9" fmla="*/ 1950069 w 4447989"/>
                <a:gd name="connsiteY9" fmla="*/ 5630311 h 5795027"/>
                <a:gd name="connsiteX10" fmla="*/ 559353 w 4447989"/>
                <a:gd name="connsiteY10" fmla="*/ 4939455 h 5795027"/>
                <a:gd name="connsiteX11" fmla="*/ 0 w 4447989"/>
                <a:gd name="connsiteY11" fmla="*/ 3746068 h 5795027"/>
                <a:gd name="connsiteX12" fmla="*/ 0 w 4447989"/>
                <a:gd name="connsiteY12" fmla="*/ 3441681 h 5795027"/>
                <a:gd name="connsiteX13" fmla="*/ 0 w 4447989"/>
                <a:gd name="connsiteY13" fmla="*/ 3042471 h 5795027"/>
                <a:gd name="connsiteX14" fmla="*/ 0 w 4447989"/>
                <a:gd name="connsiteY14" fmla="*/ 2752557 h 5795027"/>
                <a:gd name="connsiteX15" fmla="*/ 0 w 4447989"/>
                <a:gd name="connsiteY15" fmla="*/ 2231503 h 5795027"/>
                <a:gd name="connsiteX16" fmla="*/ 0 w 4447989"/>
                <a:gd name="connsiteY16" fmla="*/ 2048959 h 5795027"/>
                <a:gd name="connsiteX17" fmla="*/ 559354 w 4447989"/>
                <a:gd name="connsiteY17" fmla="*/ 855573 h 5795027"/>
                <a:gd name="connsiteX18" fmla="*/ 1950071 w 4447989"/>
                <a:gd name="connsiteY18" fmla="*/ 164715 h 5795027"/>
                <a:gd name="connsiteX19" fmla="*/ 2144960 w 4447989"/>
                <a:gd name="connsiteY19" fmla="*/ 0 h 5795027"/>
                <a:gd name="connsiteX20" fmla="*/ 2332832 w 4447989"/>
                <a:gd name="connsiteY20" fmla="*/ 164715 h 5795027"/>
                <a:gd name="connsiteX21" fmla="*/ 3723546 w 4447989"/>
                <a:gd name="connsiteY21" fmla="*/ 855573 h 5795027"/>
                <a:gd name="connsiteX22" fmla="*/ 4447989 w 4447989"/>
                <a:gd name="connsiteY22" fmla="*/ 2214048 h 5795027"/>
                <a:gd name="connsiteX0" fmla="*/ 4282900 w 4282900"/>
                <a:gd name="connsiteY0" fmla="*/ 2048959 h 5795027"/>
                <a:gd name="connsiteX1" fmla="*/ 4282900 w 4282900"/>
                <a:gd name="connsiteY1" fmla="*/ 2231503 h 5795027"/>
                <a:gd name="connsiteX2" fmla="*/ 4282900 w 4282900"/>
                <a:gd name="connsiteY2" fmla="*/ 2752557 h 5795027"/>
                <a:gd name="connsiteX3" fmla="*/ 4282900 w 4282900"/>
                <a:gd name="connsiteY3" fmla="*/ 3042471 h 5795027"/>
                <a:gd name="connsiteX4" fmla="*/ 4282900 w 4282900"/>
                <a:gd name="connsiteY4" fmla="*/ 3441681 h 5795027"/>
                <a:gd name="connsiteX5" fmla="*/ 4282900 w 4282900"/>
                <a:gd name="connsiteY5" fmla="*/ 3746068 h 5795027"/>
                <a:gd name="connsiteX6" fmla="*/ 3723546 w 4282900"/>
                <a:gd name="connsiteY6" fmla="*/ 4939455 h 5795027"/>
                <a:gd name="connsiteX7" fmla="*/ 2332829 w 4282900"/>
                <a:gd name="connsiteY7" fmla="*/ 5630311 h 5795027"/>
                <a:gd name="connsiteX8" fmla="*/ 2137940 w 4282900"/>
                <a:gd name="connsiteY8" fmla="*/ 5795027 h 5795027"/>
                <a:gd name="connsiteX9" fmla="*/ 1950069 w 4282900"/>
                <a:gd name="connsiteY9" fmla="*/ 5630311 h 5795027"/>
                <a:gd name="connsiteX10" fmla="*/ 559353 w 4282900"/>
                <a:gd name="connsiteY10" fmla="*/ 4939455 h 5795027"/>
                <a:gd name="connsiteX11" fmla="*/ 0 w 4282900"/>
                <a:gd name="connsiteY11" fmla="*/ 3746068 h 5795027"/>
                <a:gd name="connsiteX12" fmla="*/ 0 w 4282900"/>
                <a:gd name="connsiteY12" fmla="*/ 3441681 h 5795027"/>
                <a:gd name="connsiteX13" fmla="*/ 0 w 4282900"/>
                <a:gd name="connsiteY13" fmla="*/ 3042471 h 5795027"/>
                <a:gd name="connsiteX14" fmla="*/ 0 w 4282900"/>
                <a:gd name="connsiteY14" fmla="*/ 2752557 h 5795027"/>
                <a:gd name="connsiteX15" fmla="*/ 0 w 4282900"/>
                <a:gd name="connsiteY15" fmla="*/ 2231503 h 5795027"/>
                <a:gd name="connsiteX16" fmla="*/ 0 w 4282900"/>
                <a:gd name="connsiteY16" fmla="*/ 2048959 h 5795027"/>
                <a:gd name="connsiteX17" fmla="*/ 559354 w 4282900"/>
                <a:gd name="connsiteY17" fmla="*/ 855573 h 5795027"/>
                <a:gd name="connsiteX18" fmla="*/ 1950071 w 4282900"/>
                <a:gd name="connsiteY18" fmla="*/ 164715 h 5795027"/>
                <a:gd name="connsiteX19" fmla="*/ 2144960 w 4282900"/>
                <a:gd name="connsiteY19" fmla="*/ 0 h 5795027"/>
                <a:gd name="connsiteX20" fmla="*/ 2332832 w 4282900"/>
                <a:gd name="connsiteY20" fmla="*/ 164715 h 5795027"/>
                <a:gd name="connsiteX21" fmla="*/ 3723546 w 4282900"/>
                <a:gd name="connsiteY21" fmla="*/ 855573 h 5795027"/>
                <a:gd name="connsiteX0" fmla="*/ 4248071 w 4282900"/>
                <a:gd name="connsiteY0" fmla="*/ 1519558 h 5795027"/>
                <a:gd name="connsiteX1" fmla="*/ 4282900 w 4282900"/>
                <a:gd name="connsiteY1" fmla="*/ 2231503 h 5795027"/>
                <a:gd name="connsiteX2" fmla="*/ 4282900 w 4282900"/>
                <a:gd name="connsiteY2" fmla="*/ 2752557 h 5795027"/>
                <a:gd name="connsiteX3" fmla="*/ 4282900 w 4282900"/>
                <a:gd name="connsiteY3" fmla="*/ 3042471 h 5795027"/>
                <a:gd name="connsiteX4" fmla="*/ 4282900 w 4282900"/>
                <a:gd name="connsiteY4" fmla="*/ 3441681 h 5795027"/>
                <a:gd name="connsiteX5" fmla="*/ 4282900 w 4282900"/>
                <a:gd name="connsiteY5" fmla="*/ 3746068 h 5795027"/>
                <a:gd name="connsiteX6" fmla="*/ 3723546 w 4282900"/>
                <a:gd name="connsiteY6" fmla="*/ 4939455 h 5795027"/>
                <a:gd name="connsiteX7" fmla="*/ 2332829 w 4282900"/>
                <a:gd name="connsiteY7" fmla="*/ 5630311 h 5795027"/>
                <a:gd name="connsiteX8" fmla="*/ 2137940 w 4282900"/>
                <a:gd name="connsiteY8" fmla="*/ 5795027 h 5795027"/>
                <a:gd name="connsiteX9" fmla="*/ 1950069 w 4282900"/>
                <a:gd name="connsiteY9" fmla="*/ 5630311 h 5795027"/>
                <a:gd name="connsiteX10" fmla="*/ 559353 w 4282900"/>
                <a:gd name="connsiteY10" fmla="*/ 4939455 h 5795027"/>
                <a:gd name="connsiteX11" fmla="*/ 0 w 4282900"/>
                <a:gd name="connsiteY11" fmla="*/ 3746068 h 5795027"/>
                <a:gd name="connsiteX12" fmla="*/ 0 w 4282900"/>
                <a:gd name="connsiteY12" fmla="*/ 3441681 h 5795027"/>
                <a:gd name="connsiteX13" fmla="*/ 0 w 4282900"/>
                <a:gd name="connsiteY13" fmla="*/ 3042471 h 5795027"/>
                <a:gd name="connsiteX14" fmla="*/ 0 w 4282900"/>
                <a:gd name="connsiteY14" fmla="*/ 2752557 h 5795027"/>
                <a:gd name="connsiteX15" fmla="*/ 0 w 4282900"/>
                <a:gd name="connsiteY15" fmla="*/ 2231503 h 5795027"/>
                <a:gd name="connsiteX16" fmla="*/ 0 w 4282900"/>
                <a:gd name="connsiteY16" fmla="*/ 2048959 h 5795027"/>
                <a:gd name="connsiteX17" fmla="*/ 559354 w 4282900"/>
                <a:gd name="connsiteY17" fmla="*/ 855573 h 5795027"/>
                <a:gd name="connsiteX18" fmla="*/ 1950071 w 4282900"/>
                <a:gd name="connsiteY18" fmla="*/ 164715 h 5795027"/>
                <a:gd name="connsiteX19" fmla="*/ 2144960 w 4282900"/>
                <a:gd name="connsiteY19" fmla="*/ 0 h 5795027"/>
                <a:gd name="connsiteX20" fmla="*/ 2332832 w 4282900"/>
                <a:gd name="connsiteY20" fmla="*/ 164715 h 5795027"/>
                <a:gd name="connsiteX21" fmla="*/ 3723546 w 4282900"/>
                <a:gd name="connsiteY21" fmla="*/ 855573 h 5795027"/>
                <a:gd name="connsiteX0" fmla="*/ 4248071 w 4292243"/>
                <a:gd name="connsiteY0" fmla="*/ 1519558 h 5795027"/>
                <a:gd name="connsiteX1" fmla="*/ 4282900 w 4292243"/>
                <a:gd name="connsiteY1" fmla="*/ 2231503 h 5795027"/>
                <a:gd name="connsiteX2" fmla="*/ 4282900 w 4292243"/>
                <a:gd name="connsiteY2" fmla="*/ 2752557 h 5795027"/>
                <a:gd name="connsiteX3" fmla="*/ 4282900 w 4292243"/>
                <a:gd name="connsiteY3" fmla="*/ 3042471 h 5795027"/>
                <a:gd name="connsiteX4" fmla="*/ 4282900 w 4292243"/>
                <a:gd name="connsiteY4" fmla="*/ 3441681 h 5795027"/>
                <a:gd name="connsiteX5" fmla="*/ 4282900 w 4292243"/>
                <a:gd name="connsiteY5" fmla="*/ 3746068 h 5795027"/>
                <a:gd name="connsiteX6" fmla="*/ 3723546 w 4292243"/>
                <a:gd name="connsiteY6" fmla="*/ 4939455 h 5795027"/>
                <a:gd name="connsiteX7" fmla="*/ 2332829 w 4292243"/>
                <a:gd name="connsiteY7" fmla="*/ 5630311 h 5795027"/>
                <a:gd name="connsiteX8" fmla="*/ 2137940 w 4292243"/>
                <a:gd name="connsiteY8" fmla="*/ 5795027 h 5795027"/>
                <a:gd name="connsiteX9" fmla="*/ 1950069 w 4292243"/>
                <a:gd name="connsiteY9" fmla="*/ 5630311 h 5795027"/>
                <a:gd name="connsiteX10" fmla="*/ 559353 w 4292243"/>
                <a:gd name="connsiteY10" fmla="*/ 4939455 h 5795027"/>
                <a:gd name="connsiteX11" fmla="*/ 0 w 4292243"/>
                <a:gd name="connsiteY11" fmla="*/ 3746068 h 5795027"/>
                <a:gd name="connsiteX12" fmla="*/ 0 w 4292243"/>
                <a:gd name="connsiteY12" fmla="*/ 3441681 h 5795027"/>
                <a:gd name="connsiteX13" fmla="*/ 0 w 4292243"/>
                <a:gd name="connsiteY13" fmla="*/ 3042471 h 5795027"/>
                <a:gd name="connsiteX14" fmla="*/ 0 w 4292243"/>
                <a:gd name="connsiteY14" fmla="*/ 2752557 h 5795027"/>
                <a:gd name="connsiteX15" fmla="*/ 0 w 4292243"/>
                <a:gd name="connsiteY15" fmla="*/ 2231503 h 5795027"/>
                <a:gd name="connsiteX16" fmla="*/ 0 w 4292243"/>
                <a:gd name="connsiteY16" fmla="*/ 2048959 h 5795027"/>
                <a:gd name="connsiteX17" fmla="*/ 559354 w 4292243"/>
                <a:gd name="connsiteY17" fmla="*/ 855573 h 5795027"/>
                <a:gd name="connsiteX18" fmla="*/ 1950071 w 4292243"/>
                <a:gd name="connsiteY18" fmla="*/ 164715 h 5795027"/>
                <a:gd name="connsiteX19" fmla="*/ 2144960 w 4292243"/>
                <a:gd name="connsiteY19" fmla="*/ 0 h 5795027"/>
                <a:gd name="connsiteX20" fmla="*/ 2332832 w 4292243"/>
                <a:gd name="connsiteY20" fmla="*/ 164715 h 5795027"/>
                <a:gd name="connsiteX21" fmla="*/ 3723546 w 4292243"/>
                <a:gd name="connsiteY21" fmla="*/ 855573 h 5795027"/>
                <a:gd name="connsiteX0" fmla="*/ 4213242 w 4282900"/>
                <a:gd name="connsiteY0" fmla="*/ 1512593 h 5795027"/>
                <a:gd name="connsiteX1" fmla="*/ 4282900 w 4282900"/>
                <a:gd name="connsiteY1" fmla="*/ 2231503 h 5795027"/>
                <a:gd name="connsiteX2" fmla="*/ 4282900 w 4282900"/>
                <a:gd name="connsiteY2" fmla="*/ 2752557 h 5795027"/>
                <a:gd name="connsiteX3" fmla="*/ 4282900 w 4282900"/>
                <a:gd name="connsiteY3" fmla="*/ 3042471 h 5795027"/>
                <a:gd name="connsiteX4" fmla="*/ 4282900 w 4282900"/>
                <a:gd name="connsiteY4" fmla="*/ 3441681 h 5795027"/>
                <a:gd name="connsiteX5" fmla="*/ 4282900 w 4282900"/>
                <a:gd name="connsiteY5" fmla="*/ 3746068 h 5795027"/>
                <a:gd name="connsiteX6" fmla="*/ 3723546 w 4282900"/>
                <a:gd name="connsiteY6" fmla="*/ 4939455 h 5795027"/>
                <a:gd name="connsiteX7" fmla="*/ 2332829 w 4282900"/>
                <a:gd name="connsiteY7" fmla="*/ 5630311 h 5795027"/>
                <a:gd name="connsiteX8" fmla="*/ 2137940 w 4282900"/>
                <a:gd name="connsiteY8" fmla="*/ 5795027 h 5795027"/>
                <a:gd name="connsiteX9" fmla="*/ 1950069 w 4282900"/>
                <a:gd name="connsiteY9" fmla="*/ 5630311 h 5795027"/>
                <a:gd name="connsiteX10" fmla="*/ 559353 w 4282900"/>
                <a:gd name="connsiteY10" fmla="*/ 4939455 h 5795027"/>
                <a:gd name="connsiteX11" fmla="*/ 0 w 4282900"/>
                <a:gd name="connsiteY11" fmla="*/ 3746068 h 5795027"/>
                <a:gd name="connsiteX12" fmla="*/ 0 w 4282900"/>
                <a:gd name="connsiteY12" fmla="*/ 3441681 h 5795027"/>
                <a:gd name="connsiteX13" fmla="*/ 0 w 4282900"/>
                <a:gd name="connsiteY13" fmla="*/ 3042471 h 5795027"/>
                <a:gd name="connsiteX14" fmla="*/ 0 w 4282900"/>
                <a:gd name="connsiteY14" fmla="*/ 2752557 h 5795027"/>
                <a:gd name="connsiteX15" fmla="*/ 0 w 4282900"/>
                <a:gd name="connsiteY15" fmla="*/ 2231503 h 5795027"/>
                <a:gd name="connsiteX16" fmla="*/ 0 w 4282900"/>
                <a:gd name="connsiteY16" fmla="*/ 2048959 h 5795027"/>
                <a:gd name="connsiteX17" fmla="*/ 559354 w 4282900"/>
                <a:gd name="connsiteY17" fmla="*/ 855573 h 5795027"/>
                <a:gd name="connsiteX18" fmla="*/ 1950071 w 4282900"/>
                <a:gd name="connsiteY18" fmla="*/ 164715 h 5795027"/>
                <a:gd name="connsiteX19" fmla="*/ 2144960 w 4282900"/>
                <a:gd name="connsiteY19" fmla="*/ 0 h 5795027"/>
                <a:gd name="connsiteX20" fmla="*/ 2332832 w 4282900"/>
                <a:gd name="connsiteY20" fmla="*/ 164715 h 5795027"/>
                <a:gd name="connsiteX21" fmla="*/ 3723546 w 4282900"/>
                <a:gd name="connsiteY21" fmla="*/ 855573 h 5795027"/>
                <a:gd name="connsiteX0" fmla="*/ 4213242 w 4282900"/>
                <a:gd name="connsiteY0" fmla="*/ 1512593 h 5795027"/>
                <a:gd name="connsiteX1" fmla="*/ 4282900 w 4282900"/>
                <a:gd name="connsiteY1" fmla="*/ 2231503 h 5795027"/>
                <a:gd name="connsiteX2" fmla="*/ 4282900 w 4282900"/>
                <a:gd name="connsiteY2" fmla="*/ 2752557 h 5795027"/>
                <a:gd name="connsiteX3" fmla="*/ 4282900 w 4282900"/>
                <a:gd name="connsiteY3" fmla="*/ 3042471 h 5795027"/>
                <a:gd name="connsiteX4" fmla="*/ 4282900 w 4282900"/>
                <a:gd name="connsiteY4" fmla="*/ 3441681 h 5795027"/>
                <a:gd name="connsiteX5" fmla="*/ 4282900 w 4282900"/>
                <a:gd name="connsiteY5" fmla="*/ 3746068 h 5795027"/>
                <a:gd name="connsiteX6" fmla="*/ 3723546 w 4282900"/>
                <a:gd name="connsiteY6" fmla="*/ 4939455 h 5795027"/>
                <a:gd name="connsiteX7" fmla="*/ 2332829 w 4282900"/>
                <a:gd name="connsiteY7" fmla="*/ 5630311 h 5795027"/>
                <a:gd name="connsiteX8" fmla="*/ 2137940 w 4282900"/>
                <a:gd name="connsiteY8" fmla="*/ 5795027 h 5795027"/>
                <a:gd name="connsiteX9" fmla="*/ 1950069 w 4282900"/>
                <a:gd name="connsiteY9" fmla="*/ 5630311 h 5795027"/>
                <a:gd name="connsiteX10" fmla="*/ 559353 w 4282900"/>
                <a:gd name="connsiteY10" fmla="*/ 4939455 h 5795027"/>
                <a:gd name="connsiteX11" fmla="*/ 0 w 4282900"/>
                <a:gd name="connsiteY11" fmla="*/ 3746068 h 5795027"/>
                <a:gd name="connsiteX12" fmla="*/ 0 w 4282900"/>
                <a:gd name="connsiteY12" fmla="*/ 3441681 h 5795027"/>
                <a:gd name="connsiteX13" fmla="*/ 0 w 4282900"/>
                <a:gd name="connsiteY13" fmla="*/ 3042471 h 5795027"/>
                <a:gd name="connsiteX14" fmla="*/ 0 w 4282900"/>
                <a:gd name="connsiteY14" fmla="*/ 2752557 h 5795027"/>
                <a:gd name="connsiteX15" fmla="*/ 0 w 4282900"/>
                <a:gd name="connsiteY15" fmla="*/ 2231503 h 5795027"/>
                <a:gd name="connsiteX16" fmla="*/ 0 w 4282900"/>
                <a:gd name="connsiteY16" fmla="*/ 2048959 h 5795027"/>
                <a:gd name="connsiteX17" fmla="*/ 559354 w 4282900"/>
                <a:gd name="connsiteY17" fmla="*/ 855573 h 5795027"/>
                <a:gd name="connsiteX18" fmla="*/ 1950071 w 4282900"/>
                <a:gd name="connsiteY18" fmla="*/ 164715 h 5795027"/>
                <a:gd name="connsiteX19" fmla="*/ 2144960 w 4282900"/>
                <a:gd name="connsiteY19" fmla="*/ 0 h 5795027"/>
                <a:gd name="connsiteX20" fmla="*/ 2332832 w 4282900"/>
                <a:gd name="connsiteY20" fmla="*/ 164715 h 5795027"/>
                <a:gd name="connsiteX0" fmla="*/ 4213242 w 4282900"/>
                <a:gd name="connsiteY0" fmla="*/ 1512593 h 5795027"/>
                <a:gd name="connsiteX1" fmla="*/ 4282900 w 4282900"/>
                <a:gd name="connsiteY1" fmla="*/ 2231503 h 5795027"/>
                <a:gd name="connsiteX2" fmla="*/ 4282900 w 4282900"/>
                <a:gd name="connsiteY2" fmla="*/ 2752557 h 5795027"/>
                <a:gd name="connsiteX3" fmla="*/ 4282900 w 4282900"/>
                <a:gd name="connsiteY3" fmla="*/ 3042471 h 5795027"/>
                <a:gd name="connsiteX4" fmla="*/ 4282900 w 4282900"/>
                <a:gd name="connsiteY4" fmla="*/ 3441681 h 5795027"/>
                <a:gd name="connsiteX5" fmla="*/ 4282900 w 4282900"/>
                <a:gd name="connsiteY5" fmla="*/ 3746068 h 5795027"/>
                <a:gd name="connsiteX6" fmla="*/ 3723546 w 4282900"/>
                <a:gd name="connsiteY6" fmla="*/ 4939455 h 5795027"/>
                <a:gd name="connsiteX7" fmla="*/ 2332829 w 4282900"/>
                <a:gd name="connsiteY7" fmla="*/ 5630311 h 5795027"/>
                <a:gd name="connsiteX8" fmla="*/ 2137940 w 4282900"/>
                <a:gd name="connsiteY8" fmla="*/ 5795027 h 5795027"/>
                <a:gd name="connsiteX9" fmla="*/ 1950069 w 4282900"/>
                <a:gd name="connsiteY9" fmla="*/ 5630311 h 5795027"/>
                <a:gd name="connsiteX10" fmla="*/ 559353 w 4282900"/>
                <a:gd name="connsiteY10" fmla="*/ 4939455 h 5795027"/>
                <a:gd name="connsiteX11" fmla="*/ 0 w 4282900"/>
                <a:gd name="connsiteY11" fmla="*/ 3746068 h 5795027"/>
                <a:gd name="connsiteX12" fmla="*/ 0 w 4282900"/>
                <a:gd name="connsiteY12" fmla="*/ 3441681 h 5795027"/>
                <a:gd name="connsiteX13" fmla="*/ 0 w 4282900"/>
                <a:gd name="connsiteY13" fmla="*/ 3042471 h 5795027"/>
                <a:gd name="connsiteX14" fmla="*/ 0 w 4282900"/>
                <a:gd name="connsiteY14" fmla="*/ 2752557 h 5795027"/>
                <a:gd name="connsiteX15" fmla="*/ 0 w 4282900"/>
                <a:gd name="connsiteY15" fmla="*/ 2231503 h 5795027"/>
                <a:gd name="connsiteX16" fmla="*/ 0 w 4282900"/>
                <a:gd name="connsiteY16" fmla="*/ 2048959 h 5795027"/>
                <a:gd name="connsiteX17" fmla="*/ 559354 w 4282900"/>
                <a:gd name="connsiteY17" fmla="*/ 855573 h 5795027"/>
                <a:gd name="connsiteX18" fmla="*/ 1950071 w 4282900"/>
                <a:gd name="connsiteY18" fmla="*/ 164715 h 5795027"/>
                <a:gd name="connsiteX19" fmla="*/ 2144960 w 4282900"/>
                <a:gd name="connsiteY19" fmla="*/ 0 h 5795027"/>
                <a:gd name="connsiteX0" fmla="*/ 4213242 w 4282900"/>
                <a:gd name="connsiteY0" fmla="*/ 1512593 h 5795027"/>
                <a:gd name="connsiteX1" fmla="*/ 4282900 w 4282900"/>
                <a:gd name="connsiteY1" fmla="*/ 2231503 h 5795027"/>
                <a:gd name="connsiteX2" fmla="*/ 4282900 w 4282900"/>
                <a:gd name="connsiteY2" fmla="*/ 2752557 h 5795027"/>
                <a:gd name="connsiteX3" fmla="*/ 4282900 w 4282900"/>
                <a:gd name="connsiteY3" fmla="*/ 3042471 h 5795027"/>
                <a:gd name="connsiteX4" fmla="*/ 4282900 w 4282900"/>
                <a:gd name="connsiteY4" fmla="*/ 3441681 h 5795027"/>
                <a:gd name="connsiteX5" fmla="*/ 4282900 w 4282900"/>
                <a:gd name="connsiteY5" fmla="*/ 3746068 h 5795027"/>
                <a:gd name="connsiteX6" fmla="*/ 3723546 w 4282900"/>
                <a:gd name="connsiteY6" fmla="*/ 4939455 h 5795027"/>
                <a:gd name="connsiteX7" fmla="*/ 2332829 w 4282900"/>
                <a:gd name="connsiteY7" fmla="*/ 5630311 h 5795027"/>
                <a:gd name="connsiteX8" fmla="*/ 2137940 w 4282900"/>
                <a:gd name="connsiteY8" fmla="*/ 5795027 h 5795027"/>
                <a:gd name="connsiteX9" fmla="*/ 1950069 w 4282900"/>
                <a:gd name="connsiteY9" fmla="*/ 5630311 h 5795027"/>
                <a:gd name="connsiteX10" fmla="*/ 559353 w 4282900"/>
                <a:gd name="connsiteY10" fmla="*/ 4939455 h 5795027"/>
                <a:gd name="connsiteX11" fmla="*/ 0 w 4282900"/>
                <a:gd name="connsiteY11" fmla="*/ 3746068 h 5795027"/>
                <a:gd name="connsiteX12" fmla="*/ 0 w 4282900"/>
                <a:gd name="connsiteY12" fmla="*/ 3441681 h 5795027"/>
                <a:gd name="connsiteX13" fmla="*/ 0 w 4282900"/>
                <a:gd name="connsiteY13" fmla="*/ 3042471 h 5795027"/>
                <a:gd name="connsiteX14" fmla="*/ 0 w 4282900"/>
                <a:gd name="connsiteY14" fmla="*/ 2752557 h 5795027"/>
                <a:gd name="connsiteX15" fmla="*/ 0 w 4282900"/>
                <a:gd name="connsiteY15" fmla="*/ 2231503 h 5795027"/>
                <a:gd name="connsiteX16" fmla="*/ 0 w 4282900"/>
                <a:gd name="connsiteY16" fmla="*/ 2048959 h 5795027"/>
                <a:gd name="connsiteX17" fmla="*/ 559354 w 4282900"/>
                <a:gd name="connsiteY17" fmla="*/ 855573 h 5795027"/>
                <a:gd name="connsiteX18" fmla="*/ 2144960 w 4282900"/>
                <a:gd name="connsiteY18" fmla="*/ 0 h 5795027"/>
                <a:gd name="connsiteX0" fmla="*/ 4213242 w 4282900"/>
                <a:gd name="connsiteY0" fmla="*/ 1512593 h 5795027"/>
                <a:gd name="connsiteX1" fmla="*/ 4282900 w 4282900"/>
                <a:gd name="connsiteY1" fmla="*/ 2231503 h 5795027"/>
                <a:gd name="connsiteX2" fmla="*/ 4282900 w 4282900"/>
                <a:gd name="connsiteY2" fmla="*/ 2752557 h 5795027"/>
                <a:gd name="connsiteX3" fmla="*/ 4282900 w 4282900"/>
                <a:gd name="connsiteY3" fmla="*/ 3042471 h 5795027"/>
                <a:gd name="connsiteX4" fmla="*/ 4282900 w 4282900"/>
                <a:gd name="connsiteY4" fmla="*/ 3441681 h 5795027"/>
                <a:gd name="connsiteX5" fmla="*/ 4282900 w 4282900"/>
                <a:gd name="connsiteY5" fmla="*/ 3746068 h 5795027"/>
                <a:gd name="connsiteX6" fmla="*/ 3723546 w 4282900"/>
                <a:gd name="connsiteY6" fmla="*/ 4939455 h 5795027"/>
                <a:gd name="connsiteX7" fmla="*/ 2332829 w 4282900"/>
                <a:gd name="connsiteY7" fmla="*/ 5630311 h 5795027"/>
                <a:gd name="connsiteX8" fmla="*/ 2137940 w 4282900"/>
                <a:gd name="connsiteY8" fmla="*/ 5795027 h 5795027"/>
                <a:gd name="connsiteX9" fmla="*/ 1950069 w 4282900"/>
                <a:gd name="connsiteY9" fmla="*/ 5630311 h 5795027"/>
                <a:gd name="connsiteX10" fmla="*/ 559353 w 4282900"/>
                <a:gd name="connsiteY10" fmla="*/ 4939455 h 5795027"/>
                <a:gd name="connsiteX11" fmla="*/ 0 w 4282900"/>
                <a:gd name="connsiteY11" fmla="*/ 3746068 h 5795027"/>
                <a:gd name="connsiteX12" fmla="*/ 0 w 4282900"/>
                <a:gd name="connsiteY12" fmla="*/ 3441681 h 5795027"/>
                <a:gd name="connsiteX13" fmla="*/ 0 w 4282900"/>
                <a:gd name="connsiteY13" fmla="*/ 3042471 h 5795027"/>
                <a:gd name="connsiteX14" fmla="*/ 0 w 4282900"/>
                <a:gd name="connsiteY14" fmla="*/ 2752557 h 5795027"/>
                <a:gd name="connsiteX15" fmla="*/ 0 w 4282900"/>
                <a:gd name="connsiteY15" fmla="*/ 2231503 h 5795027"/>
                <a:gd name="connsiteX16" fmla="*/ 0 w 4282900"/>
                <a:gd name="connsiteY16" fmla="*/ 2048959 h 5795027"/>
                <a:gd name="connsiteX17" fmla="*/ 64279 w 4282900"/>
                <a:gd name="connsiteY17" fmla="*/ 1516418 h 5795027"/>
                <a:gd name="connsiteX18" fmla="*/ 559354 w 4282900"/>
                <a:gd name="connsiteY18" fmla="*/ 855573 h 5795027"/>
                <a:gd name="connsiteX19" fmla="*/ 2144960 w 4282900"/>
                <a:gd name="connsiteY19" fmla="*/ 0 h 5795027"/>
                <a:gd name="connsiteX0" fmla="*/ 4213242 w 4282900"/>
                <a:gd name="connsiteY0" fmla="*/ 657020 h 4939454"/>
                <a:gd name="connsiteX1" fmla="*/ 4282900 w 4282900"/>
                <a:gd name="connsiteY1" fmla="*/ 1375930 h 4939454"/>
                <a:gd name="connsiteX2" fmla="*/ 4282900 w 4282900"/>
                <a:gd name="connsiteY2" fmla="*/ 1896984 h 4939454"/>
                <a:gd name="connsiteX3" fmla="*/ 4282900 w 4282900"/>
                <a:gd name="connsiteY3" fmla="*/ 2186898 h 4939454"/>
                <a:gd name="connsiteX4" fmla="*/ 4282900 w 4282900"/>
                <a:gd name="connsiteY4" fmla="*/ 2586108 h 4939454"/>
                <a:gd name="connsiteX5" fmla="*/ 4282900 w 4282900"/>
                <a:gd name="connsiteY5" fmla="*/ 2890495 h 4939454"/>
                <a:gd name="connsiteX6" fmla="*/ 3723546 w 4282900"/>
                <a:gd name="connsiteY6" fmla="*/ 4083882 h 4939454"/>
                <a:gd name="connsiteX7" fmla="*/ 2332829 w 4282900"/>
                <a:gd name="connsiteY7" fmla="*/ 4774738 h 4939454"/>
                <a:gd name="connsiteX8" fmla="*/ 2137940 w 4282900"/>
                <a:gd name="connsiteY8" fmla="*/ 4939454 h 4939454"/>
                <a:gd name="connsiteX9" fmla="*/ 1950069 w 4282900"/>
                <a:gd name="connsiteY9" fmla="*/ 4774738 h 4939454"/>
                <a:gd name="connsiteX10" fmla="*/ 559353 w 4282900"/>
                <a:gd name="connsiteY10" fmla="*/ 4083882 h 4939454"/>
                <a:gd name="connsiteX11" fmla="*/ 0 w 4282900"/>
                <a:gd name="connsiteY11" fmla="*/ 2890495 h 4939454"/>
                <a:gd name="connsiteX12" fmla="*/ 0 w 4282900"/>
                <a:gd name="connsiteY12" fmla="*/ 2586108 h 4939454"/>
                <a:gd name="connsiteX13" fmla="*/ 0 w 4282900"/>
                <a:gd name="connsiteY13" fmla="*/ 2186898 h 4939454"/>
                <a:gd name="connsiteX14" fmla="*/ 0 w 4282900"/>
                <a:gd name="connsiteY14" fmla="*/ 1896984 h 4939454"/>
                <a:gd name="connsiteX15" fmla="*/ 0 w 4282900"/>
                <a:gd name="connsiteY15" fmla="*/ 1375930 h 4939454"/>
                <a:gd name="connsiteX16" fmla="*/ 0 w 4282900"/>
                <a:gd name="connsiteY16" fmla="*/ 1193386 h 4939454"/>
                <a:gd name="connsiteX17" fmla="*/ 64279 w 4282900"/>
                <a:gd name="connsiteY17" fmla="*/ 660845 h 4939454"/>
                <a:gd name="connsiteX18" fmla="*/ 559354 w 4282900"/>
                <a:gd name="connsiteY18" fmla="*/ 0 h 4939454"/>
                <a:gd name="connsiteX0" fmla="*/ 4213242 w 4282900"/>
                <a:gd name="connsiteY0" fmla="*/ 0 h 4282434"/>
                <a:gd name="connsiteX1" fmla="*/ 4282900 w 4282900"/>
                <a:gd name="connsiteY1" fmla="*/ 718910 h 4282434"/>
                <a:gd name="connsiteX2" fmla="*/ 4282900 w 4282900"/>
                <a:gd name="connsiteY2" fmla="*/ 1239964 h 4282434"/>
                <a:gd name="connsiteX3" fmla="*/ 4282900 w 4282900"/>
                <a:gd name="connsiteY3" fmla="*/ 1529878 h 4282434"/>
                <a:gd name="connsiteX4" fmla="*/ 4282900 w 4282900"/>
                <a:gd name="connsiteY4" fmla="*/ 1929088 h 4282434"/>
                <a:gd name="connsiteX5" fmla="*/ 4282900 w 4282900"/>
                <a:gd name="connsiteY5" fmla="*/ 2233475 h 4282434"/>
                <a:gd name="connsiteX6" fmla="*/ 3723546 w 4282900"/>
                <a:gd name="connsiteY6" fmla="*/ 3426862 h 4282434"/>
                <a:gd name="connsiteX7" fmla="*/ 2332829 w 4282900"/>
                <a:gd name="connsiteY7" fmla="*/ 4117718 h 4282434"/>
                <a:gd name="connsiteX8" fmla="*/ 2137940 w 4282900"/>
                <a:gd name="connsiteY8" fmla="*/ 4282434 h 4282434"/>
                <a:gd name="connsiteX9" fmla="*/ 1950069 w 4282900"/>
                <a:gd name="connsiteY9" fmla="*/ 4117718 h 4282434"/>
                <a:gd name="connsiteX10" fmla="*/ 559353 w 4282900"/>
                <a:gd name="connsiteY10" fmla="*/ 3426862 h 4282434"/>
                <a:gd name="connsiteX11" fmla="*/ 0 w 4282900"/>
                <a:gd name="connsiteY11" fmla="*/ 2233475 h 4282434"/>
                <a:gd name="connsiteX12" fmla="*/ 0 w 4282900"/>
                <a:gd name="connsiteY12" fmla="*/ 1929088 h 4282434"/>
                <a:gd name="connsiteX13" fmla="*/ 0 w 4282900"/>
                <a:gd name="connsiteY13" fmla="*/ 1529878 h 4282434"/>
                <a:gd name="connsiteX14" fmla="*/ 0 w 4282900"/>
                <a:gd name="connsiteY14" fmla="*/ 1239964 h 4282434"/>
                <a:gd name="connsiteX15" fmla="*/ 0 w 4282900"/>
                <a:gd name="connsiteY15" fmla="*/ 718910 h 4282434"/>
                <a:gd name="connsiteX16" fmla="*/ 0 w 4282900"/>
                <a:gd name="connsiteY16" fmla="*/ 536366 h 4282434"/>
                <a:gd name="connsiteX17" fmla="*/ 64279 w 4282900"/>
                <a:gd name="connsiteY17" fmla="*/ 3825 h 4282434"/>
                <a:gd name="connsiteX0" fmla="*/ 4213242 w 4282900"/>
                <a:gd name="connsiteY0" fmla="*/ 0 h 4282434"/>
                <a:gd name="connsiteX1" fmla="*/ 4282900 w 4282900"/>
                <a:gd name="connsiteY1" fmla="*/ 718910 h 4282434"/>
                <a:gd name="connsiteX2" fmla="*/ 4282900 w 4282900"/>
                <a:gd name="connsiteY2" fmla="*/ 1239964 h 4282434"/>
                <a:gd name="connsiteX3" fmla="*/ 4282900 w 4282900"/>
                <a:gd name="connsiteY3" fmla="*/ 1529878 h 4282434"/>
                <a:gd name="connsiteX4" fmla="*/ 4282900 w 4282900"/>
                <a:gd name="connsiteY4" fmla="*/ 1929088 h 4282434"/>
                <a:gd name="connsiteX5" fmla="*/ 4282900 w 4282900"/>
                <a:gd name="connsiteY5" fmla="*/ 2233475 h 4282434"/>
                <a:gd name="connsiteX6" fmla="*/ 3723546 w 4282900"/>
                <a:gd name="connsiteY6" fmla="*/ 3426862 h 4282434"/>
                <a:gd name="connsiteX7" fmla="*/ 2332829 w 4282900"/>
                <a:gd name="connsiteY7" fmla="*/ 4117718 h 4282434"/>
                <a:gd name="connsiteX8" fmla="*/ 2137940 w 4282900"/>
                <a:gd name="connsiteY8" fmla="*/ 4282434 h 4282434"/>
                <a:gd name="connsiteX9" fmla="*/ 1950069 w 4282900"/>
                <a:gd name="connsiteY9" fmla="*/ 4117718 h 4282434"/>
                <a:gd name="connsiteX10" fmla="*/ 559353 w 4282900"/>
                <a:gd name="connsiteY10" fmla="*/ 3426862 h 4282434"/>
                <a:gd name="connsiteX11" fmla="*/ 0 w 4282900"/>
                <a:gd name="connsiteY11" fmla="*/ 2233475 h 4282434"/>
                <a:gd name="connsiteX12" fmla="*/ 0 w 4282900"/>
                <a:gd name="connsiteY12" fmla="*/ 1929088 h 4282434"/>
                <a:gd name="connsiteX13" fmla="*/ 0 w 4282900"/>
                <a:gd name="connsiteY13" fmla="*/ 1529878 h 4282434"/>
                <a:gd name="connsiteX14" fmla="*/ 0 w 4282900"/>
                <a:gd name="connsiteY14" fmla="*/ 1239964 h 4282434"/>
                <a:gd name="connsiteX15" fmla="*/ 0 w 4282900"/>
                <a:gd name="connsiteY15" fmla="*/ 718910 h 4282434"/>
                <a:gd name="connsiteX16" fmla="*/ 0 w 4282900"/>
                <a:gd name="connsiteY16" fmla="*/ 536366 h 4282434"/>
                <a:gd name="connsiteX17" fmla="*/ 64279 w 4282900"/>
                <a:gd name="connsiteY17" fmla="*/ 3825 h 42824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4282900" h="4282434">
                  <a:moveTo>
                    <a:pt x="4213242" y="0"/>
                  </a:moveTo>
                  <a:cubicBezTo>
                    <a:pt x="4294511" y="306972"/>
                    <a:pt x="4271290" y="481595"/>
                    <a:pt x="4282900" y="718910"/>
                  </a:cubicBezTo>
                  <a:lnTo>
                    <a:pt x="4282900" y="1239964"/>
                  </a:lnTo>
                  <a:lnTo>
                    <a:pt x="4282900" y="1529878"/>
                  </a:lnTo>
                  <a:lnTo>
                    <a:pt x="4282900" y="1929088"/>
                  </a:lnTo>
                  <a:lnTo>
                    <a:pt x="4282900" y="2233475"/>
                  </a:lnTo>
                  <a:cubicBezTo>
                    <a:pt x="4282900" y="2849584"/>
                    <a:pt x="4108103" y="3157966"/>
                    <a:pt x="3723546" y="3426862"/>
                  </a:cubicBezTo>
                  <a:cubicBezTo>
                    <a:pt x="3323617" y="3658565"/>
                    <a:pt x="2798672" y="3757725"/>
                    <a:pt x="2332829" y="4117718"/>
                  </a:cubicBezTo>
                  <a:lnTo>
                    <a:pt x="2137940" y="4282434"/>
                  </a:lnTo>
                  <a:lnTo>
                    <a:pt x="1950069" y="4117718"/>
                  </a:lnTo>
                  <a:cubicBezTo>
                    <a:pt x="1484225" y="3757725"/>
                    <a:pt x="959280" y="3658565"/>
                    <a:pt x="559353" y="3426862"/>
                  </a:cubicBezTo>
                  <a:cubicBezTo>
                    <a:pt x="174796" y="3157966"/>
                    <a:pt x="0" y="2849584"/>
                    <a:pt x="0" y="2233475"/>
                  </a:cubicBezTo>
                  <a:lnTo>
                    <a:pt x="0" y="1929088"/>
                  </a:lnTo>
                  <a:lnTo>
                    <a:pt x="0" y="1529878"/>
                  </a:lnTo>
                  <a:lnTo>
                    <a:pt x="0" y="1239964"/>
                  </a:lnTo>
                  <a:lnTo>
                    <a:pt x="0" y="718910"/>
                  </a:lnTo>
                  <a:lnTo>
                    <a:pt x="0" y="536366"/>
                  </a:lnTo>
                  <a:cubicBezTo>
                    <a:pt x="10713" y="417185"/>
                    <a:pt x="19813" y="133066"/>
                    <a:pt x="64279" y="3825"/>
                  </a:cubicBezTo>
                </a:path>
              </a:pathLst>
            </a:custGeom>
            <a:noFill/>
            <a:ln w="25400" cap="rnd">
              <a:solidFill>
                <a:schemeClr val="bg2">
                  <a:lumMod val="75000"/>
                  <a:alpha val="65000"/>
                </a:schemeClr>
              </a:solidFill>
              <a:prstDash val="sysDot"/>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1" name="Freeform: Shape 10">
              <a:extLst>
                <a:ext uri="{FF2B5EF4-FFF2-40B4-BE49-F238E27FC236}">
                  <a16:creationId xmlns:a16="http://schemas.microsoft.com/office/drawing/2014/main" id="{51DFF651-C17F-4B2C-A962-32FA4958BCFA}"/>
                </a:ext>
              </a:extLst>
            </p:cNvPr>
            <p:cNvSpPr/>
            <p:nvPr/>
          </p:nvSpPr>
          <p:spPr>
            <a:xfrm>
              <a:off x="10536649" y="1823190"/>
              <a:ext cx="1654608" cy="3209758"/>
            </a:xfrm>
            <a:custGeom>
              <a:avLst/>
              <a:gdLst>
                <a:gd name="connsiteX0" fmla="*/ 2144960 w 4282900"/>
                <a:gd name="connsiteY0" fmla="*/ 0 h 5795027"/>
                <a:gd name="connsiteX1" fmla="*/ 2332832 w 4282900"/>
                <a:gd name="connsiteY1" fmla="*/ 164715 h 5795027"/>
                <a:gd name="connsiteX2" fmla="*/ 3723546 w 4282900"/>
                <a:gd name="connsiteY2" fmla="*/ 855573 h 5795027"/>
                <a:gd name="connsiteX3" fmla="*/ 4282900 w 4282900"/>
                <a:gd name="connsiteY3" fmla="*/ 2048959 h 5795027"/>
                <a:gd name="connsiteX4" fmla="*/ 4282900 w 4282900"/>
                <a:gd name="connsiteY4" fmla="*/ 2231503 h 5795027"/>
                <a:gd name="connsiteX5" fmla="*/ 4282900 w 4282900"/>
                <a:gd name="connsiteY5" fmla="*/ 2752557 h 5795027"/>
                <a:gd name="connsiteX6" fmla="*/ 4282900 w 4282900"/>
                <a:gd name="connsiteY6" fmla="*/ 3042471 h 5795027"/>
                <a:gd name="connsiteX7" fmla="*/ 4282900 w 4282900"/>
                <a:gd name="connsiteY7" fmla="*/ 3441681 h 5795027"/>
                <a:gd name="connsiteX8" fmla="*/ 4282900 w 4282900"/>
                <a:gd name="connsiteY8" fmla="*/ 3746068 h 5795027"/>
                <a:gd name="connsiteX9" fmla="*/ 3723546 w 4282900"/>
                <a:gd name="connsiteY9" fmla="*/ 4939455 h 5795027"/>
                <a:gd name="connsiteX10" fmla="*/ 2332829 w 4282900"/>
                <a:gd name="connsiteY10" fmla="*/ 5630311 h 5795027"/>
                <a:gd name="connsiteX11" fmla="*/ 2137940 w 4282900"/>
                <a:gd name="connsiteY11" fmla="*/ 5795027 h 5795027"/>
                <a:gd name="connsiteX12" fmla="*/ 1950069 w 4282900"/>
                <a:gd name="connsiteY12" fmla="*/ 5630311 h 5795027"/>
                <a:gd name="connsiteX13" fmla="*/ 559353 w 4282900"/>
                <a:gd name="connsiteY13" fmla="*/ 4939455 h 5795027"/>
                <a:gd name="connsiteX14" fmla="*/ 0 w 4282900"/>
                <a:gd name="connsiteY14" fmla="*/ 3746068 h 5795027"/>
                <a:gd name="connsiteX15" fmla="*/ 0 w 4282900"/>
                <a:gd name="connsiteY15" fmla="*/ 3441681 h 5795027"/>
                <a:gd name="connsiteX16" fmla="*/ 0 w 4282900"/>
                <a:gd name="connsiteY16" fmla="*/ 3042471 h 5795027"/>
                <a:gd name="connsiteX17" fmla="*/ 0 w 4282900"/>
                <a:gd name="connsiteY17" fmla="*/ 2752557 h 5795027"/>
                <a:gd name="connsiteX18" fmla="*/ 0 w 4282900"/>
                <a:gd name="connsiteY18" fmla="*/ 2231503 h 5795027"/>
                <a:gd name="connsiteX19" fmla="*/ 0 w 4282900"/>
                <a:gd name="connsiteY19" fmla="*/ 2048959 h 5795027"/>
                <a:gd name="connsiteX20" fmla="*/ 559354 w 4282900"/>
                <a:gd name="connsiteY20" fmla="*/ 855573 h 5795027"/>
                <a:gd name="connsiteX21" fmla="*/ 1950071 w 4282900"/>
                <a:gd name="connsiteY21" fmla="*/ 164715 h 5795027"/>
                <a:gd name="connsiteX0" fmla="*/ 2144960 w 4282900"/>
                <a:gd name="connsiteY0" fmla="*/ 0 h 5795027"/>
                <a:gd name="connsiteX1" fmla="*/ 2332832 w 4282900"/>
                <a:gd name="connsiteY1" fmla="*/ 164715 h 5795027"/>
                <a:gd name="connsiteX2" fmla="*/ 2976290 w 4282900"/>
                <a:gd name="connsiteY2" fmla="*/ 524033 h 5795027"/>
                <a:gd name="connsiteX3" fmla="*/ 3723546 w 4282900"/>
                <a:gd name="connsiteY3" fmla="*/ 855573 h 5795027"/>
                <a:gd name="connsiteX4" fmla="*/ 4282900 w 4282900"/>
                <a:gd name="connsiteY4" fmla="*/ 2048959 h 5795027"/>
                <a:gd name="connsiteX5" fmla="*/ 4282900 w 4282900"/>
                <a:gd name="connsiteY5" fmla="*/ 2231503 h 5795027"/>
                <a:gd name="connsiteX6" fmla="*/ 4282900 w 4282900"/>
                <a:gd name="connsiteY6" fmla="*/ 2752557 h 5795027"/>
                <a:gd name="connsiteX7" fmla="*/ 4282900 w 4282900"/>
                <a:gd name="connsiteY7" fmla="*/ 3042471 h 5795027"/>
                <a:gd name="connsiteX8" fmla="*/ 4282900 w 4282900"/>
                <a:gd name="connsiteY8" fmla="*/ 3441681 h 5795027"/>
                <a:gd name="connsiteX9" fmla="*/ 4282900 w 4282900"/>
                <a:gd name="connsiteY9" fmla="*/ 3746068 h 5795027"/>
                <a:gd name="connsiteX10" fmla="*/ 3723546 w 4282900"/>
                <a:gd name="connsiteY10" fmla="*/ 4939455 h 5795027"/>
                <a:gd name="connsiteX11" fmla="*/ 2332829 w 4282900"/>
                <a:gd name="connsiteY11" fmla="*/ 5630311 h 5795027"/>
                <a:gd name="connsiteX12" fmla="*/ 2137940 w 4282900"/>
                <a:gd name="connsiteY12" fmla="*/ 5795027 h 5795027"/>
                <a:gd name="connsiteX13" fmla="*/ 1950069 w 4282900"/>
                <a:gd name="connsiteY13" fmla="*/ 5630311 h 5795027"/>
                <a:gd name="connsiteX14" fmla="*/ 559353 w 4282900"/>
                <a:gd name="connsiteY14" fmla="*/ 4939455 h 5795027"/>
                <a:gd name="connsiteX15" fmla="*/ 0 w 4282900"/>
                <a:gd name="connsiteY15" fmla="*/ 3746068 h 5795027"/>
                <a:gd name="connsiteX16" fmla="*/ 0 w 4282900"/>
                <a:gd name="connsiteY16" fmla="*/ 3441681 h 5795027"/>
                <a:gd name="connsiteX17" fmla="*/ 0 w 4282900"/>
                <a:gd name="connsiteY17" fmla="*/ 3042471 h 5795027"/>
                <a:gd name="connsiteX18" fmla="*/ 0 w 4282900"/>
                <a:gd name="connsiteY18" fmla="*/ 2752557 h 5795027"/>
                <a:gd name="connsiteX19" fmla="*/ 0 w 4282900"/>
                <a:gd name="connsiteY19" fmla="*/ 2231503 h 5795027"/>
                <a:gd name="connsiteX20" fmla="*/ 0 w 4282900"/>
                <a:gd name="connsiteY20" fmla="*/ 2048959 h 5795027"/>
                <a:gd name="connsiteX21" fmla="*/ 559354 w 4282900"/>
                <a:gd name="connsiteY21" fmla="*/ 855573 h 5795027"/>
                <a:gd name="connsiteX22" fmla="*/ 1950071 w 4282900"/>
                <a:gd name="connsiteY22" fmla="*/ 164715 h 5795027"/>
                <a:gd name="connsiteX23" fmla="*/ 2144960 w 4282900"/>
                <a:gd name="connsiteY23" fmla="*/ 0 h 5795027"/>
                <a:gd name="connsiteX0" fmla="*/ 3723546 w 4282900"/>
                <a:gd name="connsiteY0" fmla="*/ 855573 h 5795027"/>
                <a:gd name="connsiteX1" fmla="*/ 4282900 w 4282900"/>
                <a:gd name="connsiteY1" fmla="*/ 2048959 h 5795027"/>
                <a:gd name="connsiteX2" fmla="*/ 4282900 w 4282900"/>
                <a:gd name="connsiteY2" fmla="*/ 2231503 h 5795027"/>
                <a:gd name="connsiteX3" fmla="*/ 4282900 w 4282900"/>
                <a:gd name="connsiteY3" fmla="*/ 2752557 h 5795027"/>
                <a:gd name="connsiteX4" fmla="*/ 4282900 w 4282900"/>
                <a:gd name="connsiteY4" fmla="*/ 3042471 h 5795027"/>
                <a:gd name="connsiteX5" fmla="*/ 4282900 w 4282900"/>
                <a:gd name="connsiteY5" fmla="*/ 3441681 h 5795027"/>
                <a:gd name="connsiteX6" fmla="*/ 4282900 w 4282900"/>
                <a:gd name="connsiteY6" fmla="*/ 3746068 h 5795027"/>
                <a:gd name="connsiteX7" fmla="*/ 3723546 w 4282900"/>
                <a:gd name="connsiteY7" fmla="*/ 4939455 h 5795027"/>
                <a:gd name="connsiteX8" fmla="*/ 2332829 w 4282900"/>
                <a:gd name="connsiteY8" fmla="*/ 5630311 h 5795027"/>
                <a:gd name="connsiteX9" fmla="*/ 2137940 w 4282900"/>
                <a:gd name="connsiteY9" fmla="*/ 5795027 h 5795027"/>
                <a:gd name="connsiteX10" fmla="*/ 1950069 w 4282900"/>
                <a:gd name="connsiteY10" fmla="*/ 5630311 h 5795027"/>
                <a:gd name="connsiteX11" fmla="*/ 559353 w 4282900"/>
                <a:gd name="connsiteY11" fmla="*/ 4939455 h 5795027"/>
                <a:gd name="connsiteX12" fmla="*/ 0 w 4282900"/>
                <a:gd name="connsiteY12" fmla="*/ 3746068 h 5795027"/>
                <a:gd name="connsiteX13" fmla="*/ 0 w 4282900"/>
                <a:gd name="connsiteY13" fmla="*/ 3441681 h 5795027"/>
                <a:gd name="connsiteX14" fmla="*/ 0 w 4282900"/>
                <a:gd name="connsiteY14" fmla="*/ 3042471 h 5795027"/>
                <a:gd name="connsiteX15" fmla="*/ 0 w 4282900"/>
                <a:gd name="connsiteY15" fmla="*/ 2752557 h 5795027"/>
                <a:gd name="connsiteX16" fmla="*/ 0 w 4282900"/>
                <a:gd name="connsiteY16" fmla="*/ 2231503 h 5795027"/>
                <a:gd name="connsiteX17" fmla="*/ 0 w 4282900"/>
                <a:gd name="connsiteY17" fmla="*/ 2048959 h 5795027"/>
                <a:gd name="connsiteX18" fmla="*/ 559354 w 4282900"/>
                <a:gd name="connsiteY18" fmla="*/ 855573 h 5795027"/>
                <a:gd name="connsiteX19" fmla="*/ 1950071 w 4282900"/>
                <a:gd name="connsiteY19" fmla="*/ 164715 h 5795027"/>
                <a:gd name="connsiteX20" fmla="*/ 2144960 w 4282900"/>
                <a:gd name="connsiteY20" fmla="*/ 0 h 5795027"/>
                <a:gd name="connsiteX21" fmla="*/ 2332832 w 4282900"/>
                <a:gd name="connsiteY21" fmla="*/ 164715 h 5795027"/>
                <a:gd name="connsiteX22" fmla="*/ 2976290 w 4282900"/>
                <a:gd name="connsiteY22" fmla="*/ 524033 h 5795027"/>
                <a:gd name="connsiteX23" fmla="*/ 3888635 w 4282900"/>
                <a:gd name="connsiteY23" fmla="*/ 1020662 h 5795027"/>
                <a:gd name="connsiteX0" fmla="*/ 4282900 w 4282900"/>
                <a:gd name="connsiteY0" fmla="*/ 2048959 h 5795027"/>
                <a:gd name="connsiteX1" fmla="*/ 4282900 w 4282900"/>
                <a:gd name="connsiteY1" fmla="*/ 2231503 h 5795027"/>
                <a:gd name="connsiteX2" fmla="*/ 4282900 w 4282900"/>
                <a:gd name="connsiteY2" fmla="*/ 2752557 h 5795027"/>
                <a:gd name="connsiteX3" fmla="*/ 4282900 w 4282900"/>
                <a:gd name="connsiteY3" fmla="*/ 3042471 h 5795027"/>
                <a:gd name="connsiteX4" fmla="*/ 4282900 w 4282900"/>
                <a:gd name="connsiteY4" fmla="*/ 3441681 h 5795027"/>
                <a:gd name="connsiteX5" fmla="*/ 4282900 w 4282900"/>
                <a:gd name="connsiteY5" fmla="*/ 3746068 h 5795027"/>
                <a:gd name="connsiteX6" fmla="*/ 3723546 w 4282900"/>
                <a:gd name="connsiteY6" fmla="*/ 4939455 h 5795027"/>
                <a:gd name="connsiteX7" fmla="*/ 2332829 w 4282900"/>
                <a:gd name="connsiteY7" fmla="*/ 5630311 h 5795027"/>
                <a:gd name="connsiteX8" fmla="*/ 2137940 w 4282900"/>
                <a:gd name="connsiteY8" fmla="*/ 5795027 h 5795027"/>
                <a:gd name="connsiteX9" fmla="*/ 1950069 w 4282900"/>
                <a:gd name="connsiteY9" fmla="*/ 5630311 h 5795027"/>
                <a:gd name="connsiteX10" fmla="*/ 559353 w 4282900"/>
                <a:gd name="connsiteY10" fmla="*/ 4939455 h 5795027"/>
                <a:gd name="connsiteX11" fmla="*/ 0 w 4282900"/>
                <a:gd name="connsiteY11" fmla="*/ 3746068 h 5795027"/>
                <a:gd name="connsiteX12" fmla="*/ 0 w 4282900"/>
                <a:gd name="connsiteY12" fmla="*/ 3441681 h 5795027"/>
                <a:gd name="connsiteX13" fmla="*/ 0 w 4282900"/>
                <a:gd name="connsiteY13" fmla="*/ 3042471 h 5795027"/>
                <a:gd name="connsiteX14" fmla="*/ 0 w 4282900"/>
                <a:gd name="connsiteY14" fmla="*/ 2752557 h 5795027"/>
                <a:gd name="connsiteX15" fmla="*/ 0 w 4282900"/>
                <a:gd name="connsiteY15" fmla="*/ 2231503 h 5795027"/>
                <a:gd name="connsiteX16" fmla="*/ 0 w 4282900"/>
                <a:gd name="connsiteY16" fmla="*/ 2048959 h 5795027"/>
                <a:gd name="connsiteX17" fmla="*/ 559354 w 4282900"/>
                <a:gd name="connsiteY17" fmla="*/ 855573 h 5795027"/>
                <a:gd name="connsiteX18" fmla="*/ 1950071 w 4282900"/>
                <a:gd name="connsiteY18" fmla="*/ 164715 h 5795027"/>
                <a:gd name="connsiteX19" fmla="*/ 2144960 w 4282900"/>
                <a:gd name="connsiteY19" fmla="*/ 0 h 5795027"/>
                <a:gd name="connsiteX20" fmla="*/ 2332832 w 4282900"/>
                <a:gd name="connsiteY20" fmla="*/ 164715 h 5795027"/>
                <a:gd name="connsiteX21" fmla="*/ 2976290 w 4282900"/>
                <a:gd name="connsiteY21" fmla="*/ 524033 h 5795027"/>
                <a:gd name="connsiteX22" fmla="*/ 3888635 w 4282900"/>
                <a:gd name="connsiteY22" fmla="*/ 1020662 h 5795027"/>
                <a:gd name="connsiteX0" fmla="*/ 4282900 w 4282900"/>
                <a:gd name="connsiteY0" fmla="*/ 2048959 h 5795027"/>
                <a:gd name="connsiteX1" fmla="*/ 4282900 w 4282900"/>
                <a:gd name="connsiteY1" fmla="*/ 2231503 h 5795027"/>
                <a:gd name="connsiteX2" fmla="*/ 4282900 w 4282900"/>
                <a:gd name="connsiteY2" fmla="*/ 2752557 h 5795027"/>
                <a:gd name="connsiteX3" fmla="*/ 4282900 w 4282900"/>
                <a:gd name="connsiteY3" fmla="*/ 3042471 h 5795027"/>
                <a:gd name="connsiteX4" fmla="*/ 4282900 w 4282900"/>
                <a:gd name="connsiteY4" fmla="*/ 3441681 h 5795027"/>
                <a:gd name="connsiteX5" fmla="*/ 4282900 w 4282900"/>
                <a:gd name="connsiteY5" fmla="*/ 3746068 h 5795027"/>
                <a:gd name="connsiteX6" fmla="*/ 3723546 w 4282900"/>
                <a:gd name="connsiteY6" fmla="*/ 4939455 h 5795027"/>
                <a:gd name="connsiteX7" fmla="*/ 2332829 w 4282900"/>
                <a:gd name="connsiteY7" fmla="*/ 5630311 h 5795027"/>
                <a:gd name="connsiteX8" fmla="*/ 2137940 w 4282900"/>
                <a:gd name="connsiteY8" fmla="*/ 5795027 h 5795027"/>
                <a:gd name="connsiteX9" fmla="*/ 1950069 w 4282900"/>
                <a:gd name="connsiteY9" fmla="*/ 5630311 h 5795027"/>
                <a:gd name="connsiteX10" fmla="*/ 559353 w 4282900"/>
                <a:gd name="connsiteY10" fmla="*/ 4939455 h 5795027"/>
                <a:gd name="connsiteX11" fmla="*/ 0 w 4282900"/>
                <a:gd name="connsiteY11" fmla="*/ 3746068 h 5795027"/>
                <a:gd name="connsiteX12" fmla="*/ 0 w 4282900"/>
                <a:gd name="connsiteY12" fmla="*/ 3441681 h 5795027"/>
                <a:gd name="connsiteX13" fmla="*/ 0 w 4282900"/>
                <a:gd name="connsiteY13" fmla="*/ 3042471 h 5795027"/>
                <a:gd name="connsiteX14" fmla="*/ 0 w 4282900"/>
                <a:gd name="connsiteY14" fmla="*/ 2752557 h 5795027"/>
                <a:gd name="connsiteX15" fmla="*/ 0 w 4282900"/>
                <a:gd name="connsiteY15" fmla="*/ 2231503 h 5795027"/>
                <a:gd name="connsiteX16" fmla="*/ 0 w 4282900"/>
                <a:gd name="connsiteY16" fmla="*/ 2048959 h 5795027"/>
                <a:gd name="connsiteX17" fmla="*/ 559354 w 4282900"/>
                <a:gd name="connsiteY17" fmla="*/ 855573 h 5795027"/>
                <a:gd name="connsiteX18" fmla="*/ 1950071 w 4282900"/>
                <a:gd name="connsiteY18" fmla="*/ 164715 h 5795027"/>
                <a:gd name="connsiteX19" fmla="*/ 2144960 w 4282900"/>
                <a:gd name="connsiteY19" fmla="*/ 0 h 5795027"/>
                <a:gd name="connsiteX20" fmla="*/ 2332832 w 4282900"/>
                <a:gd name="connsiteY20" fmla="*/ 164715 h 5795027"/>
                <a:gd name="connsiteX21" fmla="*/ 2976290 w 4282900"/>
                <a:gd name="connsiteY21" fmla="*/ 524033 h 5795027"/>
                <a:gd name="connsiteX0" fmla="*/ 4282900 w 4282900"/>
                <a:gd name="connsiteY0" fmla="*/ 2231503 h 5795027"/>
                <a:gd name="connsiteX1" fmla="*/ 4282900 w 4282900"/>
                <a:gd name="connsiteY1" fmla="*/ 2752557 h 5795027"/>
                <a:gd name="connsiteX2" fmla="*/ 4282900 w 4282900"/>
                <a:gd name="connsiteY2" fmla="*/ 3042471 h 5795027"/>
                <a:gd name="connsiteX3" fmla="*/ 4282900 w 4282900"/>
                <a:gd name="connsiteY3" fmla="*/ 3441681 h 5795027"/>
                <a:gd name="connsiteX4" fmla="*/ 4282900 w 4282900"/>
                <a:gd name="connsiteY4" fmla="*/ 3746068 h 5795027"/>
                <a:gd name="connsiteX5" fmla="*/ 3723546 w 4282900"/>
                <a:gd name="connsiteY5" fmla="*/ 4939455 h 5795027"/>
                <a:gd name="connsiteX6" fmla="*/ 2332829 w 4282900"/>
                <a:gd name="connsiteY6" fmla="*/ 5630311 h 5795027"/>
                <a:gd name="connsiteX7" fmla="*/ 2137940 w 4282900"/>
                <a:gd name="connsiteY7" fmla="*/ 5795027 h 5795027"/>
                <a:gd name="connsiteX8" fmla="*/ 1950069 w 4282900"/>
                <a:gd name="connsiteY8" fmla="*/ 5630311 h 5795027"/>
                <a:gd name="connsiteX9" fmla="*/ 559353 w 4282900"/>
                <a:gd name="connsiteY9" fmla="*/ 4939455 h 5795027"/>
                <a:gd name="connsiteX10" fmla="*/ 0 w 4282900"/>
                <a:gd name="connsiteY10" fmla="*/ 3746068 h 5795027"/>
                <a:gd name="connsiteX11" fmla="*/ 0 w 4282900"/>
                <a:gd name="connsiteY11" fmla="*/ 3441681 h 5795027"/>
                <a:gd name="connsiteX12" fmla="*/ 0 w 4282900"/>
                <a:gd name="connsiteY12" fmla="*/ 3042471 h 5795027"/>
                <a:gd name="connsiteX13" fmla="*/ 0 w 4282900"/>
                <a:gd name="connsiteY13" fmla="*/ 2752557 h 5795027"/>
                <a:gd name="connsiteX14" fmla="*/ 0 w 4282900"/>
                <a:gd name="connsiteY14" fmla="*/ 2231503 h 5795027"/>
                <a:gd name="connsiteX15" fmla="*/ 0 w 4282900"/>
                <a:gd name="connsiteY15" fmla="*/ 2048959 h 5795027"/>
                <a:gd name="connsiteX16" fmla="*/ 559354 w 4282900"/>
                <a:gd name="connsiteY16" fmla="*/ 855573 h 5795027"/>
                <a:gd name="connsiteX17" fmla="*/ 1950071 w 4282900"/>
                <a:gd name="connsiteY17" fmla="*/ 164715 h 5795027"/>
                <a:gd name="connsiteX18" fmla="*/ 2144960 w 4282900"/>
                <a:gd name="connsiteY18" fmla="*/ 0 h 5795027"/>
                <a:gd name="connsiteX19" fmla="*/ 2332832 w 4282900"/>
                <a:gd name="connsiteY19" fmla="*/ 164715 h 5795027"/>
                <a:gd name="connsiteX20" fmla="*/ 2976290 w 4282900"/>
                <a:gd name="connsiteY20" fmla="*/ 524033 h 5795027"/>
                <a:gd name="connsiteX0" fmla="*/ 4282900 w 4282900"/>
                <a:gd name="connsiteY0" fmla="*/ 2752557 h 5795027"/>
                <a:gd name="connsiteX1" fmla="*/ 4282900 w 4282900"/>
                <a:gd name="connsiteY1" fmla="*/ 3042471 h 5795027"/>
                <a:gd name="connsiteX2" fmla="*/ 4282900 w 4282900"/>
                <a:gd name="connsiteY2" fmla="*/ 3441681 h 5795027"/>
                <a:gd name="connsiteX3" fmla="*/ 4282900 w 4282900"/>
                <a:gd name="connsiteY3" fmla="*/ 3746068 h 5795027"/>
                <a:gd name="connsiteX4" fmla="*/ 3723546 w 4282900"/>
                <a:gd name="connsiteY4" fmla="*/ 4939455 h 5795027"/>
                <a:gd name="connsiteX5" fmla="*/ 2332829 w 4282900"/>
                <a:gd name="connsiteY5" fmla="*/ 5630311 h 5795027"/>
                <a:gd name="connsiteX6" fmla="*/ 2137940 w 4282900"/>
                <a:gd name="connsiteY6" fmla="*/ 5795027 h 5795027"/>
                <a:gd name="connsiteX7" fmla="*/ 1950069 w 4282900"/>
                <a:gd name="connsiteY7" fmla="*/ 5630311 h 5795027"/>
                <a:gd name="connsiteX8" fmla="*/ 559353 w 4282900"/>
                <a:gd name="connsiteY8" fmla="*/ 4939455 h 5795027"/>
                <a:gd name="connsiteX9" fmla="*/ 0 w 4282900"/>
                <a:gd name="connsiteY9" fmla="*/ 3746068 h 5795027"/>
                <a:gd name="connsiteX10" fmla="*/ 0 w 4282900"/>
                <a:gd name="connsiteY10" fmla="*/ 3441681 h 5795027"/>
                <a:gd name="connsiteX11" fmla="*/ 0 w 4282900"/>
                <a:gd name="connsiteY11" fmla="*/ 3042471 h 5795027"/>
                <a:gd name="connsiteX12" fmla="*/ 0 w 4282900"/>
                <a:gd name="connsiteY12" fmla="*/ 2752557 h 5795027"/>
                <a:gd name="connsiteX13" fmla="*/ 0 w 4282900"/>
                <a:gd name="connsiteY13" fmla="*/ 2231503 h 5795027"/>
                <a:gd name="connsiteX14" fmla="*/ 0 w 4282900"/>
                <a:gd name="connsiteY14" fmla="*/ 2048959 h 5795027"/>
                <a:gd name="connsiteX15" fmla="*/ 559354 w 4282900"/>
                <a:gd name="connsiteY15" fmla="*/ 855573 h 5795027"/>
                <a:gd name="connsiteX16" fmla="*/ 1950071 w 4282900"/>
                <a:gd name="connsiteY16" fmla="*/ 164715 h 5795027"/>
                <a:gd name="connsiteX17" fmla="*/ 2144960 w 4282900"/>
                <a:gd name="connsiteY17" fmla="*/ 0 h 5795027"/>
                <a:gd name="connsiteX18" fmla="*/ 2332832 w 4282900"/>
                <a:gd name="connsiteY18" fmla="*/ 164715 h 5795027"/>
                <a:gd name="connsiteX19" fmla="*/ 2976290 w 4282900"/>
                <a:gd name="connsiteY19" fmla="*/ 524033 h 5795027"/>
                <a:gd name="connsiteX0" fmla="*/ 4282900 w 4282900"/>
                <a:gd name="connsiteY0" fmla="*/ 3042471 h 5795027"/>
                <a:gd name="connsiteX1" fmla="*/ 4282900 w 4282900"/>
                <a:gd name="connsiteY1" fmla="*/ 3441681 h 5795027"/>
                <a:gd name="connsiteX2" fmla="*/ 4282900 w 4282900"/>
                <a:gd name="connsiteY2" fmla="*/ 3746068 h 5795027"/>
                <a:gd name="connsiteX3" fmla="*/ 3723546 w 4282900"/>
                <a:gd name="connsiteY3" fmla="*/ 4939455 h 5795027"/>
                <a:gd name="connsiteX4" fmla="*/ 2332829 w 4282900"/>
                <a:gd name="connsiteY4" fmla="*/ 5630311 h 5795027"/>
                <a:gd name="connsiteX5" fmla="*/ 2137940 w 4282900"/>
                <a:gd name="connsiteY5" fmla="*/ 5795027 h 5795027"/>
                <a:gd name="connsiteX6" fmla="*/ 1950069 w 4282900"/>
                <a:gd name="connsiteY6" fmla="*/ 5630311 h 5795027"/>
                <a:gd name="connsiteX7" fmla="*/ 559353 w 4282900"/>
                <a:gd name="connsiteY7" fmla="*/ 4939455 h 5795027"/>
                <a:gd name="connsiteX8" fmla="*/ 0 w 4282900"/>
                <a:gd name="connsiteY8" fmla="*/ 3746068 h 5795027"/>
                <a:gd name="connsiteX9" fmla="*/ 0 w 4282900"/>
                <a:gd name="connsiteY9" fmla="*/ 3441681 h 5795027"/>
                <a:gd name="connsiteX10" fmla="*/ 0 w 4282900"/>
                <a:gd name="connsiteY10" fmla="*/ 3042471 h 5795027"/>
                <a:gd name="connsiteX11" fmla="*/ 0 w 4282900"/>
                <a:gd name="connsiteY11" fmla="*/ 2752557 h 5795027"/>
                <a:gd name="connsiteX12" fmla="*/ 0 w 4282900"/>
                <a:gd name="connsiteY12" fmla="*/ 2231503 h 5795027"/>
                <a:gd name="connsiteX13" fmla="*/ 0 w 4282900"/>
                <a:gd name="connsiteY13" fmla="*/ 2048959 h 5795027"/>
                <a:gd name="connsiteX14" fmla="*/ 559354 w 4282900"/>
                <a:gd name="connsiteY14" fmla="*/ 855573 h 5795027"/>
                <a:gd name="connsiteX15" fmla="*/ 1950071 w 4282900"/>
                <a:gd name="connsiteY15" fmla="*/ 164715 h 5795027"/>
                <a:gd name="connsiteX16" fmla="*/ 2144960 w 4282900"/>
                <a:gd name="connsiteY16" fmla="*/ 0 h 5795027"/>
                <a:gd name="connsiteX17" fmla="*/ 2332832 w 4282900"/>
                <a:gd name="connsiteY17" fmla="*/ 164715 h 5795027"/>
                <a:gd name="connsiteX18" fmla="*/ 2976290 w 4282900"/>
                <a:gd name="connsiteY18" fmla="*/ 524033 h 5795027"/>
                <a:gd name="connsiteX0" fmla="*/ 4282900 w 4282900"/>
                <a:gd name="connsiteY0" fmla="*/ 3441681 h 5795027"/>
                <a:gd name="connsiteX1" fmla="*/ 4282900 w 4282900"/>
                <a:gd name="connsiteY1" fmla="*/ 3746068 h 5795027"/>
                <a:gd name="connsiteX2" fmla="*/ 3723546 w 4282900"/>
                <a:gd name="connsiteY2" fmla="*/ 4939455 h 5795027"/>
                <a:gd name="connsiteX3" fmla="*/ 2332829 w 4282900"/>
                <a:gd name="connsiteY3" fmla="*/ 5630311 h 5795027"/>
                <a:gd name="connsiteX4" fmla="*/ 2137940 w 4282900"/>
                <a:gd name="connsiteY4" fmla="*/ 5795027 h 5795027"/>
                <a:gd name="connsiteX5" fmla="*/ 1950069 w 4282900"/>
                <a:gd name="connsiteY5" fmla="*/ 5630311 h 5795027"/>
                <a:gd name="connsiteX6" fmla="*/ 559353 w 4282900"/>
                <a:gd name="connsiteY6" fmla="*/ 4939455 h 5795027"/>
                <a:gd name="connsiteX7" fmla="*/ 0 w 4282900"/>
                <a:gd name="connsiteY7" fmla="*/ 3746068 h 5795027"/>
                <a:gd name="connsiteX8" fmla="*/ 0 w 4282900"/>
                <a:gd name="connsiteY8" fmla="*/ 3441681 h 5795027"/>
                <a:gd name="connsiteX9" fmla="*/ 0 w 4282900"/>
                <a:gd name="connsiteY9" fmla="*/ 3042471 h 5795027"/>
                <a:gd name="connsiteX10" fmla="*/ 0 w 4282900"/>
                <a:gd name="connsiteY10" fmla="*/ 2752557 h 5795027"/>
                <a:gd name="connsiteX11" fmla="*/ 0 w 4282900"/>
                <a:gd name="connsiteY11" fmla="*/ 2231503 h 5795027"/>
                <a:gd name="connsiteX12" fmla="*/ 0 w 4282900"/>
                <a:gd name="connsiteY12" fmla="*/ 2048959 h 5795027"/>
                <a:gd name="connsiteX13" fmla="*/ 559354 w 4282900"/>
                <a:gd name="connsiteY13" fmla="*/ 855573 h 5795027"/>
                <a:gd name="connsiteX14" fmla="*/ 1950071 w 4282900"/>
                <a:gd name="connsiteY14" fmla="*/ 164715 h 5795027"/>
                <a:gd name="connsiteX15" fmla="*/ 2144960 w 4282900"/>
                <a:gd name="connsiteY15" fmla="*/ 0 h 5795027"/>
                <a:gd name="connsiteX16" fmla="*/ 2332832 w 4282900"/>
                <a:gd name="connsiteY16" fmla="*/ 164715 h 5795027"/>
                <a:gd name="connsiteX17" fmla="*/ 2976290 w 4282900"/>
                <a:gd name="connsiteY17" fmla="*/ 524033 h 5795027"/>
                <a:gd name="connsiteX0" fmla="*/ 4282900 w 4282900"/>
                <a:gd name="connsiteY0" fmla="*/ 3441681 h 5795027"/>
                <a:gd name="connsiteX1" fmla="*/ 3723546 w 4282900"/>
                <a:gd name="connsiteY1" fmla="*/ 4939455 h 5795027"/>
                <a:gd name="connsiteX2" fmla="*/ 2332829 w 4282900"/>
                <a:gd name="connsiteY2" fmla="*/ 5630311 h 5795027"/>
                <a:gd name="connsiteX3" fmla="*/ 2137940 w 4282900"/>
                <a:gd name="connsiteY3" fmla="*/ 5795027 h 5795027"/>
                <a:gd name="connsiteX4" fmla="*/ 1950069 w 4282900"/>
                <a:gd name="connsiteY4" fmla="*/ 5630311 h 5795027"/>
                <a:gd name="connsiteX5" fmla="*/ 559353 w 4282900"/>
                <a:gd name="connsiteY5" fmla="*/ 4939455 h 5795027"/>
                <a:gd name="connsiteX6" fmla="*/ 0 w 4282900"/>
                <a:gd name="connsiteY6" fmla="*/ 3746068 h 5795027"/>
                <a:gd name="connsiteX7" fmla="*/ 0 w 4282900"/>
                <a:gd name="connsiteY7" fmla="*/ 3441681 h 5795027"/>
                <a:gd name="connsiteX8" fmla="*/ 0 w 4282900"/>
                <a:gd name="connsiteY8" fmla="*/ 3042471 h 5795027"/>
                <a:gd name="connsiteX9" fmla="*/ 0 w 4282900"/>
                <a:gd name="connsiteY9" fmla="*/ 2752557 h 5795027"/>
                <a:gd name="connsiteX10" fmla="*/ 0 w 4282900"/>
                <a:gd name="connsiteY10" fmla="*/ 2231503 h 5795027"/>
                <a:gd name="connsiteX11" fmla="*/ 0 w 4282900"/>
                <a:gd name="connsiteY11" fmla="*/ 2048959 h 5795027"/>
                <a:gd name="connsiteX12" fmla="*/ 559354 w 4282900"/>
                <a:gd name="connsiteY12" fmla="*/ 855573 h 5795027"/>
                <a:gd name="connsiteX13" fmla="*/ 1950071 w 4282900"/>
                <a:gd name="connsiteY13" fmla="*/ 164715 h 5795027"/>
                <a:gd name="connsiteX14" fmla="*/ 2144960 w 4282900"/>
                <a:gd name="connsiteY14" fmla="*/ 0 h 5795027"/>
                <a:gd name="connsiteX15" fmla="*/ 2332832 w 4282900"/>
                <a:gd name="connsiteY15" fmla="*/ 164715 h 5795027"/>
                <a:gd name="connsiteX16" fmla="*/ 2976290 w 4282900"/>
                <a:gd name="connsiteY16" fmla="*/ 524033 h 5795027"/>
                <a:gd name="connsiteX0" fmla="*/ 3723546 w 3723546"/>
                <a:gd name="connsiteY0" fmla="*/ 4939455 h 5795027"/>
                <a:gd name="connsiteX1" fmla="*/ 2332829 w 3723546"/>
                <a:gd name="connsiteY1" fmla="*/ 5630311 h 5795027"/>
                <a:gd name="connsiteX2" fmla="*/ 2137940 w 3723546"/>
                <a:gd name="connsiteY2" fmla="*/ 5795027 h 5795027"/>
                <a:gd name="connsiteX3" fmla="*/ 1950069 w 3723546"/>
                <a:gd name="connsiteY3" fmla="*/ 5630311 h 5795027"/>
                <a:gd name="connsiteX4" fmla="*/ 559353 w 3723546"/>
                <a:gd name="connsiteY4" fmla="*/ 4939455 h 5795027"/>
                <a:gd name="connsiteX5" fmla="*/ 0 w 3723546"/>
                <a:gd name="connsiteY5" fmla="*/ 3746068 h 5795027"/>
                <a:gd name="connsiteX6" fmla="*/ 0 w 3723546"/>
                <a:gd name="connsiteY6" fmla="*/ 3441681 h 5795027"/>
                <a:gd name="connsiteX7" fmla="*/ 0 w 3723546"/>
                <a:gd name="connsiteY7" fmla="*/ 3042471 h 5795027"/>
                <a:gd name="connsiteX8" fmla="*/ 0 w 3723546"/>
                <a:gd name="connsiteY8" fmla="*/ 2752557 h 5795027"/>
                <a:gd name="connsiteX9" fmla="*/ 0 w 3723546"/>
                <a:gd name="connsiteY9" fmla="*/ 2231503 h 5795027"/>
                <a:gd name="connsiteX10" fmla="*/ 0 w 3723546"/>
                <a:gd name="connsiteY10" fmla="*/ 2048959 h 5795027"/>
                <a:gd name="connsiteX11" fmla="*/ 559354 w 3723546"/>
                <a:gd name="connsiteY11" fmla="*/ 855573 h 5795027"/>
                <a:gd name="connsiteX12" fmla="*/ 1950071 w 3723546"/>
                <a:gd name="connsiteY12" fmla="*/ 164715 h 5795027"/>
                <a:gd name="connsiteX13" fmla="*/ 2144960 w 3723546"/>
                <a:gd name="connsiteY13" fmla="*/ 0 h 5795027"/>
                <a:gd name="connsiteX14" fmla="*/ 2332832 w 3723546"/>
                <a:gd name="connsiteY14" fmla="*/ 164715 h 5795027"/>
                <a:gd name="connsiteX15" fmla="*/ 2976290 w 3723546"/>
                <a:gd name="connsiteY15" fmla="*/ 524033 h 5795027"/>
                <a:gd name="connsiteX0" fmla="*/ 3723546 w 3723546"/>
                <a:gd name="connsiteY0" fmla="*/ 4939455 h 5795027"/>
                <a:gd name="connsiteX1" fmla="*/ 2989878 w 3723546"/>
                <a:gd name="connsiteY1" fmla="*/ 5266109 h 5795027"/>
                <a:gd name="connsiteX2" fmla="*/ 2332829 w 3723546"/>
                <a:gd name="connsiteY2" fmla="*/ 5630311 h 5795027"/>
                <a:gd name="connsiteX3" fmla="*/ 2137940 w 3723546"/>
                <a:gd name="connsiteY3" fmla="*/ 5795027 h 5795027"/>
                <a:gd name="connsiteX4" fmla="*/ 1950069 w 3723546"/>
                <a:gd name="connsiteY4" fmla="*/ 5630311 h 5795027"/>
                <a:gd name="connsiteX5" fmla="*/ 559353 w 3723546"/>
                <a:gd name="connsiteY5" fmla="*/ 4939455 h 5795027"/>
                <a:gd name="connsiteX6" fmla="*/ 0 w 3723546"/>
                <a:gd name="connsiteY6" fmla="*/ 3746068 h 5795027"/>
                <a:gd name="connsiteX7" fmla="*/ 0 w 3723546"/>
                <a:gd name="connsiteY7" fmla="*/ 3441681 h 5795027"/>
                <a:gd name="connsiteX8" fmla="*/ 0 w 3723546"/>
                <a:gd name="connsiteY8" fmla="*/ 3042471 h 5795027"/>
                <a:gd name="connsiteX9" fmla="*/ 0 w 3723546"/>
                <a:gd name="connsiteY9" fmla="*/ 2752557 h 5795027"/>
                <a:gd name="connsiteX10" fmla="*/ 0 w 3723546"/>
                <a:gd name="connsiteY10" fmla="*/ 2231503 h 5795027"/>
                <a:gd name="connsiteX11" fmla="*/ 0 w 3723546"/>
                <a:gd name="connsiteY11" fmla="*/ 2048959 h 5795027"/>
                <a:gd name="connsiteX12" fmla="*/ 559354 w 3723546"/>
                <a:gd name="connsiteY12" fmla="*/ 855573 h 5795027"/>
                <a:gd name="connsiteX13" fmla="*/ 1950071 w 3723546"/>
                <a:gd name="connsiteY13" fmla="*/ 164715 h 5795027"/>
                <a:gd name="connsiteX14" fmla="*/ 2144960 w 3723546"/>
                <a:gd name="connsiteY14" fmla="*/ 0 h 5795027"/>
                <a:gd name="connsiteX15" fmla="*/ 2332832 w 3723546"/>
                <a:gd name="connsiteY15" fmla="*/ 164715 h 5795027"/>
                <a:gd name="connsiteX16" fmla="*/ 2976290 w 3723546"/>
                <a:gd name="connsiteY16" fmla="*/ 524033 h 5795027"/>
                <a:gd name="connsiteX0" fmla="*/ 2989878 w 2989878"/>
                <a:gd name="connsiteY0" fmla="*/ 5266109 h 5795027"/>
                <a:gd name="connsiteX1" fmla="*/ 2332829 w 2989878"/>
                <a:gd name="connsiteY1" fmla="*/ 5630311 h 5795027"/>
                <a:gd name="connsiteX2" fmla="*/ 2137940 w 2989878"/>
                <a:gd name="connsiteY2" fmla="*/ 5795027 h 5795027"/>
                <a:gd name="connsiteX3" fmla="*/ 1950069 w 2989878"/>
                <a:gd name="connsiteY3" fmla="*/ 5630311 h 5795027"/>
                <a:gd name="connsiteX4" fmla="*/ 559353 w 2989878"/>
                <a:gd name="connsiteY4" fmla="*/ 4939455 h 5795027"/>
                <a:gd name="connsiteX5" fmla="*/ 0 w 2989878"/>
                <a:gd name="connsiteY5" fmla="*/ 3746068 h 5795027"/>
                <a:gd name="connsiteX6" fmla="*/ 0 w 2989878"/>
                <a:gd name="connsiteY6" fmla="*/ 3441681 h 5795027"/>
                <a:gd name="connsiteX7" fmla="*/ 0 w 2989878"/>
                <a:gd name="connsiteY7" fmla="*/ 3042471 h 5795027"/>
                <a:gd name="connsiteX8" fmla="*/ 0 w 2989878"/>
                <a:gd name="connsiteY8" fmla="*/ 2752557 h 5795027"/>
                <a:gd name="connsiteX9" fmla="*/ 0 w 2989878"/>
                <a:gd name="connsiteY9" fmla="*/ 2231503 h 5795027"/>
                <a:gd name="connsiteX10" fmla="*/ 0 w 2989878"/>
                <a:gd name="connsiteY10" fmla="*/ 2048959 h 5795027"/>
                <a:gd name="connsiteX11" fmla="*/ 559354 w 2989878"/>
                <a:gd name="connsiteY11" fmla="*/ 855573 h 5795027"/>
                <a:gd name="connsiteX12" fmla="*/ 1950071 w 2989878"/>
                <a:gd name="connsiteY12" fmla="*/ 164715 h 5795027"/>
                <a:gd name="connsiteX13" fmla="*/ 2144960 w 2989878"/>
                <a:gd name="connsiteY13" fmla="*/ 0 h 5795027"/>
                <a:gd name="connsiteX14" fmla="*/ 2332832 w 2989878"/>
                <a:gd name="connsiteY14" fmla="*/ 164715 h 5795027"/>
                <a:gd name="connsiteX15" fmla="*/ 2976290 w 2989878"/>
                <a:gd name="connsiteY15" fmla="*/ 524033 h 5795027"/>
                <a:gd name="connsiteX0" fmla="*/ 2989878 w 2989878"/>
                <a:gd name="connsiteY0" fmla="*/ 5266109 h 5795027"/>
                <a:gd name="connsiteX1" fmla="*/ 2332829 w 2989878"/>
                <a:gd name="connsiteY1" fmla="*/ 5630311 h 5795027"/>
                <a:gd name="connsiteX2" fmla="*/ 2137940 w 2989878"/>
                <a:gd name="connsiteY2" fmla="*/ 5795027 h 5795027"/>
                <a:gd name="connsiteX3" fmla="*/ 1950069 w 2989878"/>
                <a:gd name="connsiteY3" fmla="*/ 5630311 h 5795027"/>
                <a:gd name="connsiteX4" fmla="*/ 559353 w 2989878"/>
                <a:gd name="connsiteY4" fmla="*/ 4939455 h 5795027"/>
                <a:gd name="connsiteX5" fmla="*/ 0 w 2989878"/>
                <a:gd name="connsiteY5" fmla="*/ 3746068 h 5795027"/>
                <a:gd name="connsiteX6" fmla="*/ 0 w 2989878"/>
                <a:gd name="connsiteY6" fmla="*/ 3441681 h 5795027"/>
                <a:gd name="connsiteX7" fmla="*/ 0 w 2989878"/>
                <a:gd name="connsiteY7" fmla="*/ 3042471 h 5795027"/>
                <a:gd name="connsiteX8" fmla="*/ 0 w 2989878"/>
                <a:gd name="connsiteY8" fmla="*/ 2752557 h 5795027"/>
                <a:gd name="connsiteX9" fmla="*/ 0 w 2989878"/>
                <a:gd name="connsiteY9" fmla="*/ 2231503 h 5795027"/>
                <a:gd name="connsiteX10" fmla="*/ 0 w 2989878"/>
                <a:gd name="connsiteY10" fmla="*/ 2048959 h 5795027"/>
                <a:gd name="connsiteX11" fmla="*/ 559354 w 2989878"/>
                <a:gd name="connsiteY11" fmla="*/ 855573 h 5795027"/>
                <a:gd name="connsiteX12" fmla="*/ 1950071 w 2989878"/>
                <a:gd name="connsiteY12" fmla="*/ 164715 h 5795027"/>
                <a:gd name="connsiteX13" fmla="*/ 2144960 w 2989878"/>
                <a:gd name="connsiteY13" fmla="*/ 0 h 5795027"/>
                <a:gd name="connsiteX14" fmla="*/ 2332832 w 2989878"/>
                <a:gd name="connsiteY14" fmla="*/ 164715 h 5795027"/>
                <a:gd name="connsiteX15" fmla="*/ 2976290 w 2989878"/>
                <a:gd name="connsiteY15" fmla="*/ 524033 h 5795027"/>
                <a:gd name="connsiteX0" fmla="*/ 2955049 w 2976290"/>
                <a:gd name="connsiteY0" fmla="*/ 5266109 h 5795027"/>
                <a:gd name="connsiteX1" fmla="*/ 2332829 w 2976290"/>
                <a:gd name="connsiteY1" fmla="*/ 5630311 h 5795027"/>
                <a:gd name="connsiteX2" fmla="*/ 2137940 w 2976290"/>
                <a:gd name="connsiteY2" fmla="*/ 5795027 h 5795027"/>
                <a:gd name="connsiteX3" fmla="*/ 1950069 w 2976290"/>
                <a:gd name="connsiteY3" fmla="*/ 5630311 h 5795027"/>
                <a:gd name="connsiteX4" fmla="*/ 559353 w 2976290"/>
                <a:gd name="connsiteY4" fmla="*/ 4939455 h 5795027"/>
                <a:gd name="connsiteX5" fmla="*/ 0 w 2976290"/>
                <a:gd name="connsiteY5" fmla="*/ 3746068 h 5795027"/>
                <a:gd name="connsiteX6" fmla="*/ 0 w 2976290"/>
                <a:gd name="connsiteY6" fmla="*/ 3441681 h 5795027"/>
                <a:gd name="connsiteX7" fmla="*/ 0 w 2976290"/>
                <a:gd name="connsiteY7" fmla="*/ 3042471 h 5795027"/>
                <a:gd name="connsiteX8" fmla="*/ 0 w 2976290"/>
                <a:gd name="connsiteY8" fmla="*/ 2752557 h 5795027"/>
                <a:gd name="connsiteX9" fmla="*/ 0 w 2976290"/>
                <a:gd name="connsiteY9" fmla="*/ 2231503 h 5795027"/>
                <a:gd name="connsiteX10" fmla="*/ 0 w 2976290"/>
                <a:gd name="connsiteY10" fmla="*/ 2048959 h 5795027"/>
                <a:gd name="connsiteX11" fmla="*/ 559354 w 2976290"/>
                <a:gd name="connsiteY11" fmla="*/ 855573 h 5795027"/>
                <a:gd name="connsiteX12" fmla="*/ 1950071 w 2976290"/>
                <a:gd name="connsiteY12" fmla="*/ 164715 h 5795027"/>
                <a:gd name="connsiteX13" fmla="*/ 2144960 w 2976290"/>
                <a:gd name="connsiteY13" fmla="*/ 0 h 5795027"/>
                <a:gd name="connsiteX14" fmla="*/ 2332832 w 2976290"/>
                <a:gd name="connsiteY14" fmla="*/ 164715 h 5795027"/>
                <a:gd name="connsiteX15" fmla="*/ 2976290 w 2976290"/>
                <a:gd name="connsiteY15" fmla="*/ 524033 h 5795027"/>
                <a:gd name="connsiteX0" fmla="*/ 2955049 w 2976290"/>
                <a:gd name="connsiteY0" fmla="*/ 5266109 h 5795027"/>
                <a:gd name="connsiteX1" fmla="*/ 2332829 w 2976290"/>
                <a:gd name="connsiteY1" fmla="*/ 5630311 h 5795027"/>
                <a:gd name="connsiteX2" fmla="*/ 2137940 w 2976290"/>
                <a:gd name="connsiteY2" fmla="*/ 5795027 h 5795027"/>
                <a:gd name="connsiteX3" fmla="*/ 1950069 w 2976290"/>
                <a:gd name="connsiteY3" fmla="*/ 5630311 h 5795027"/>
                <a:gd name="connsiteX4" fmla="*/ 559353 w 2976290"/>
                <a:gd name="connsiteY4" fmla="*/ 4939455 h 5795027"/>
                <a:gd name="connsiteX5" fmla="*/ 0 w 2976290"/>
                <a:gd name="connsiteY5" fmla="*/ 3746068 h 5795027"/>
                <a:gd name="connsiteX6" fmla="*/ 0 w 2976290"/>
                <a:gd name="connsiteY6" fmla="*/ 3441681 h 5795027"/>
                <a:gd name="connsiteX7" fmla="*/ 0 w 2976290"/>
                <a:gd name="connsiteY7" fmla="*/ 3042471 h 5795027"/>
                <a:gd name="connsiteX8" fmla="*/ 0 w 2976290"/>
                <a:gd name="connsiteY8" fmla="*/ 2752557 h 5795027"/>
                <a:gd name="connsiteX9" fmla="*/ 0 w 2976290"/>
                <a:gd name="connsiteY9" fmla="*/ 2231503 h 5795027"/>
                <a:gd name="connsiteX10" fmla="*/ 0 w 2976290"/>
                <a:gd name="connsiteY10" fmla="*/ 2048959 h 5795027"/>
                <a:gd name="connsiteX11" fmla="*/ 559354 w 2976290"/>
                <a:gd name="connsiteY11" fmla="*/ 855573 h 5795027"/>
                <a:gd name="connsiteX12" fmla="*/ 1950071 w 2976290"/>
                <a:gd name="connsiteY12" fmla="*/ 164715 h 5795027"/>
                <a:gd name="connsiteX13" fmla="*/ 2144960 w 2976290"/>
                <a:gd name="connsiteY13" fmla="*/ 0 h 5795027"/>
                <a:gd name="connsiteX14" fmla="*/ 2332832 w 2976290"/>
                <a:gd name="connsiteY14" fmla="*/ 164715 h 5795027"/>
                <a:gd name="connsiteX15" fmla="*/ 2976290 w 2976290"/>
                <a:gd name="connsiteY15" fmla="*/ 524033 h 5795027"/>
                <a:gd name="connsiteX0" fmla="*/ 2955049 w 2976290"/>
                <a:gd name="connsiteY0" fmla="*/ 5266109 h 5795027"/>
                <a:gd name="connsiteX1" fmla="*/ 2332829 w 2976290"/>
                <a:gd name="connsiteY1" fmla="*/ 5630311 h 5795027"/>
                <a:gd name="connsiteX2" fmla="*/ 2137940 w 2976290"/>
                <a:gd name="connsiteY2" fmla="*/ 5795027 h 5795027"/>
                <a:gd name="connsiteX3" fmla="*/ 1950069 w 2976290"/>
                <a:gd name="connsiteY3" fmla="*/ 5630311 h 5795027"/>
                <a:gd name="connsiteX4" fmla="*/ 559353 w 2976290"/>
                <a:gd name="connsiteY4" fmla="*/ 4939455 h 5795027"/>
                <a:gd name="connsiteX5" fmla="*/ 0 w 2976290"/>
                <a:gd name="connsiteY5" fmla="*/ 3746068 h 5795027"/>
                <a:gd name="connsiteX6" fmla="*/ 0 w 2976290"/>
                <a:gd name="connsiteY6" fmla="*/ 3441681 h 5795027"/>
                <a:gd name="connsiteX7" fmla="*/ 0 w 2976290"/>
                <a:gd name="connsiteY7" fmla="*/ 3042471 h 5795027"/>
                <a:gd name="connsiteX8" fmla="*/ 0 w 2976290"/>
                <a:gd name="connsiteY8" fmla="*/ 2752557 h 5795027"/>
                <a:gd name="connsiteX9" fmla="*/ 0 w 2976290"/>
                <a:gd name="connsiteY9" fmla="*/ 2231503 h 5795027"/>
                <a:gd name="connsiteX10" fmla="*/ 0 w 2976290"/>
                <a:gd name="connsiteY10" fmla="*/ 2048959 h 5795027"/>
                <a:gd name="connsiteX11" fmla="*/ 559354 w 2976290"/>
                <a:gd name="connsiteY11" fmla="*/ 855573 h 5795027"/>
                <a:gd name="connsiteX12" fmla="*/ 1950071 w 2976290"/>
                <a:gd name="connsiteY12" fmla="*/ 164715 h 5795027"/>
                <a:gd name="connsiteX13" fmla="*/ 2144960 w 2976290"/>
                <a:gd name="connsiteY13" fmla="*/ 0 h 5795027"/>
                <a:gd name="connsiteX14" fmla="*/ 2332832 w 2976290"/>
                <a:gd name="connsiteY14" fmla="*/ 164715 h 5795027"/>
                <a:gd name="connsiteX15" fmla="*/ 2976290 w 2976290"/>
                <a:gd name="connsiteY15" fmla="*/ 524033 h 5795027"/>
                <a:gd name="connsiteX0" fmla="*/ 2955049 w 2976290"/>
                <a:gd name="connsiteY0" fmla="*/ 5266109 h 5795027"/>
                <a:gd name="connsiteX1" fmla="*/ 2332829 w 2976290"/>
                <a:gd name="connsiteY1" fmla="*/ 5630311 h 5795027"/>
                <a:gd name="connsiteX2" fmla="*/ 2137940 w 2976290"/>
                <a:gd name="connsiteY2" fmla="*/ 5795027 h 5795027"/>
                <a:gd name="connsiteX3" fmla="*/ 1950069 w 2976290"/>
                <a:gd name="connsiteY3" fmla="*/ 5630311 h 5795027"/>
                <a:gd name="connsiteX4" fmla="*/ 559353 w 2976290"/>
                <a:gd name="connsiteY4" fmla="*/ 4939455 h 5795027"/>
                <a:gd name="connsiteX5" fmla="*/ 0 w 2976290"/>
                <a:gd name="connsiteY5" fmla="*/ 3746068 h 5795027"/>
                <a:gd name="connsiteX6" fmla="*/ 0 w 2976290"/>
                <a:gd name="connsiteY6" fmla="*/ 3441681 h 5795027"/>
                <a:gd name="connsiteX7" fmla="*/ 0 w 2976290"/>
                <a:gd name="connsiteY7" fmla="*/ 3042471 h 5795027"/>
                <a:gd name="connsiteX8" fmla="*/ 0 w 2976290"/>
                <a:gd name="connsiteY8" fmla="*/ 2752557 h 5795027"/>
                <a:gd name="connsiteX9" fmla="*/ 0 w 2976290"/>
                <a:gd name="connsiteY9" fmla="*/ 2231503 h 5795027"/>
                <a:gd name="connsiteX10" fmla="*/ 0 w 2976290"/>
                <a:gd name="connsiteY10" fmla="*/ 2048959 h 5795027"/>
                <a:gd name="connsiteX11" fmla="*/ 559354 w 2976290"/>
                <a:gd name="connsiteY11" fmla="*/ 855573 h 5795027"/>
                <a:gd name="connsiteX12" fmla="*/ 1950071 w 2976290"/>
                <a:gd name="connsiteY12" fmla="*/ 164715 h 5795027"/>
                <a:gd name="connsiteX13" fmla="*/ 2144960 w 2976290"/>
                <a:gd name="connsiteY13" fmla="*/ 0 h 5795027"/>
                <a:gd name="connsiteX14" fmla="*/ 2332832 w 2976290"/>
                <a:gd name="connsiteY14" fmla="*/ 164715 h 5795027"/>
                <a:gd name="connsiteX15" fmla="*/ 2976290 w 2976290"/>
                <a:gd name="connsiteY15" fmla="*/ 524033 h 5795027"/>
                <a:gd name="connsiteX0" fmla="*/ 2955049 w 2976290"/>
                <a:gd name="connsiteY0" fmla="*/ 5266109 h 5795027"/>
                <a:gd name="connsiteX1" fmla="*/ 2332829 w 2976290"/>
                <a:gd name="connsiteY1" fmla="*/ 5630311 h 5795027"/>
                <a:gd name="connsiteX2" fmla="*/ 2137940 w 2976290"/>
                <a:gd name="connsiteY2" fmla="*/ 5795027 h 5795027"/>
                <a:gd name="connsiteX3" fmla="*/ 1950069 w 2976290"/>
                <a:gd name="connsiteY3" fmla="*/ 5630311 h 5795027"/>
                <a:gd name="connsiteX4" fmla="*/ 559353 w 2976290"/>
                <a:gd name="connsiteY4" fmla="*/ 4939455 h 5795027"/>
                <a:gd name="connsiteX5" fmla="*/ 0 w 2976290"/>
                <a:gd name="connsiteY5" fmla="*/ 3746068 h 5795027"/>
                <a:gd name="connsiteX6" fmla="*/ 0 w 2976290"/>
                <a:gd name="connsiteY6" fmla="*/ 3441681 h 5795027"/>
                <a:gd name="connsiteX7" fmla="*/ 0 w 2976290"/>
                <a:gd name="connsiteY7" fmla="*/ 3042471 h 5795027"/>
                <a:gd name="connsiteX8" fmla="*/ 0 w 2976290"/>
                <a:gd name="connsiteY8" fmla="*/ 2752557 h 5795027"/>
                <a:gd name="connsiteX9" fmla="*/ 0 w 2976290"/>
                <a:gd name="connsiteY9" fmla="*/ 2231503 h 5795027"/>
                <a:gd name="connsiteX10" fmla="*/ 0 w 2976290"/>
                <a:gd name="connsiteY10" fmla="*/ 2048959 h 5795027"/>
                <a:gd name="connsiteX11" fmla="*/ 559354 w 2976290"/>
                <a:gd name="connsiteY11" fmla="*/ 855573 h 5795027"/>
                <a:gd name="connsiteX12" fmla="*/ 1950071 w 2976290"/>
                <a:gd name="connsiteY12" fmla="*/ 164715 h 5795027"/>
                <a:gd name="connsiteX13" fmla="*/ 2144960 w 2976290"/>
                <a:gd name="connsiteY13" fmla="*/ 0 h 5795027"/>
                <a:gd name="connsiteX14" fmla="*/ 2332832 w 2976290"/>
                <a:gd name="connsiteY14" fmla="*/ 164715 h 5795027"/>
                <a:gd name="connsiteX15" fmla="*/ 2976290 w 2976290"/>
                <a:gd name="connsiteY15" fmla="*/ 524033 h 5795027"/>
                <a:gd name="connsiteX0" fmla="*/ 2955049 w 2987296"/>
                <a:gd name="connsiteY0" fmla="*/ 5266109 h 5795027"/>
                <a:gd name="connsiteX1" fmla="*/ 2332829 w 2987296"/>
                <a:gd name="connsiteY1" fmla="*/ 5630311 h 5795027"/>
                <a:gd name="connsiteX2" fmla="*/ 2137940 w 2987296"/>
                <a:gd name="connsiteY2" fmla="*/ 5795027 h 5795027"/>
                <a:gd name="connsiteX3" fmla="*/ 1950069 w 2987296"/>
                <a:gd name="connsiteY3" fmla="*/ 5630311 h 5795027"/>
                <a:gd name="connsiteX4" fmla="*/ 559353 w 2987296"/>
                <a:gd name="connsiteY4" fmla="*/ 4939455 h 5795027"/>
                <a:gd name="connsiteX5" fmla="*/ 0 w 2987296"/>
                <a:gd name="connsiteY5" fmla="*/ 3746068 h 5795027"/>
                <a:gd name="connsiteX6" fmla="*/ 0 w 2987296"/>
                <a:gd name="connsiteY6" fmla="*/ 3441681 h 5795027"/>
                <a:gd name="connsiteX7" fmla="*/ 0 w 2987296"/>
                <a:gd name="connsiteY7" fmla="*/ 3042471 h 5795027"/>
                <a:gd name="connsiteX8" fmla="*/ 0 w 2987296"/>
                <a:gd name="connsiteY8" fmla="*/ 2752557 h 5795027"/>
                <a:gd name="connsiteX9" fmla="*/ 0 w 2987296"/>
                <a:gd name="connsiteY9" fmla="*/ 2231503 h 5795027"/>
                <a:gd name="connsiteX10" fmla="*/ 0 w 2987296"/>
                <a:gd name="connsiteY10" fmla="*/ 2048959 h 5795027"/>
                <a:gd name="connsiteX11" fmla="*/ 559354 w 2987296"/>
                <a:gd name="connsiteY11" fmla="*/ 855573 h 5795027"/>
                <a:gd name="connsiteX12" fmla="*/ 1950071 w 2987296"/>
                <a:gd name="connsiteY12" fmla="*/ 164715 h 5795027"/>
                <a:gd name="connsiteX13" fmla="*/ 2144960 w 2987296"/>
                <a:gd name="connsiteY13" fmla="*/ 0 h 5795027"/>
                <a:gd name="connsiteX14" fmla="*/ 2332832 w 2987296"/>
                <a:gd name="connsiteY14" fmla="*/ 164715 h 5795027"/>
                <a:gd name="connsiteX15" fmla="*/ 2987296 w 2987296"/>
                <a:gd name="connsiteY15" fmla="*/ 557051 h 57950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2987296" h="5795027">
                  <a:moveTo>
                    <a:pt x="2955049" y="5266109"/>
                  </a:moveTo>
                  <a:cubicBezTo>
                    <a:pt x="2737194" y="5332489"/>
                    <a:pt x="2474819" y="5542158"/>
                    <a:pt x="2332829" y="5630311"/>
                  </a:cubicBezTo>
                  <a:lnTo>
                    <a:pt x="2137940" y="5795027"/>
                  </a:lnTo>
                  <a:lnTo>
                    <a:pt x="1950069" y="5630311"/>
                  </a:lnTo>
                  <a:cubicBezTo>
                    <a:pt x="1484225" y="5270318"/>
                    <a:pt x="959280" y="5171158"/>
                    <a:pt x="559353" y="4939455"/>
                  </a:cubicBezTo>
                  <a:cubicBezTo>
                    <a:pt x="174796" y="4670559"/>
                    <a:pt x="0" y="4362177"/>
                    <a:pt x="0" y="3746068"/>
                  </a:cubicBezTo>
                  <a:lnTo>
                    <a:pt x="0" y="3441681"/>
                  </a:lnTo>
                  <a:lnTo>
                    <a:pt x="0" y="3042471"/>
                  </a:lnTo>
                  <a:lnTo>
                    <a:pt x="0" y="2752557"/>
                  </a:lnTo>
                  <a:lnTo>
                    <a:pt x="0" y="2231503"/>
                  </a:lnTo>
                  <a:lnTo>
                    <a:pt x="0" y="2048959"/>
                  </a:lnTo>
                  <a:cubicBezTo>
                    <a:pt x="0" y="1432851"/>
                    <a:pt x="174797" y="1124469"/>
                    <a:pt x="559354" y="855573"/>
                  </a:cubicBezTo>
                  <a:cubicBezTo>
                    <a:pt x="959283" y="623869"/>
                    <a:pt x="1484227" y="524709"/>
                    <a:pt x="1950071" y="164715"/>
                  </a:cubicBezTo>
                  <a:lnTo>
                    <a:pt x="2144960" y="0"/>
                  </a:lnTo>
                  <a:lnTo>
                    <a:pt x="2332832" y="164715"/>
                  </a:lnTo>
                  <a:cubicBezTo>
                    <a:pt x="2471387" y="252054"/>
                    <a:pt x="2755510" y="441908"/>
                    <a:pt x="2987296" y="557051"/>
                  </a:cubicBezTo>
                </a:path>
              </a:pathLst>
            </a:custGeom>
            <a:noFill/>
            <a:ln w="25400" cap="rnd">
              <a:solidFill>
                <a:schemeClr val="bg2">
                  <a:lumMod val="75000"/>
                  <a:alpha val="65000"/>
                </a:schemeClr>
              </a:solidFill>
              <a:prstDash val="sysDot"/>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sp>
        <p:nvSpPr>
          <p:cNvPr id="2" name="Vertical Title 1">
            <a:extLst>
              <a:ext uri="{FF2B5EF4-FFF2-40B4-BE49-F238E27FC236}">
                <a16:creationId xmlns:a16="http://schemas.microsoft.com/office/drawing/2014/main" id="{DE9B263D-CDF8-431B-A5D1-9687649138B5}"/>
              </a:ext>
            </a:extLst>
          </p:cNvPr>
          <p:cNvSpPr>
            <a:spLocks noGrp="1"/>
          </p:cNvSpPr>
          <p:nvPr>
            <p:ph type="title" orient="vert"/>
          </p:nvPr>
        </p:nvSpPr>
        <p:spPr>
          <a:xfrm>
            <a:off x="9131030" y="866253"/>
            <a:ext cx="2222769" cy="5310710"/>
          </a:xfrm>
        </p:spPr>
        <p:txBody>
          <a:bodyPr vert="eaVert"/>
          <a:lstStyle/>
          <a:p>
            <a:r>
              <a:rPr lang="en-US" dirty="0"/>
              <a:t>Click to edit Master title style</a:t>
            </a:r>
          </a:p>
        </p:txBody>
      </p:sp>
      <p:sp>
        <p:nvSpPr>
          <p:cNvPr id="3" name="Vertical Text Placeholder 2">
            <a:extLst>
              <a:ext uri="{FF2B5EF4-FFF2-40B4-BE49-F238E27FC236}">
                <a16:creationId xmlns:a16="http://schemas.microsoft.com/office/drawing/2014/main" id="{7FB6B9BE-E660-4F3A-ABA1-86667DC133EB}"/>
              </a:ext>
            </a:extLst>
          </p:cNvPr>
          <p:cNvSpPr>
            <a:spLocks noGrp="1"/>
          </p:cNvSpPr>
          <p:nvPr>
            <p:ph type="body" orient="vert" idx="1"/>
          </p:nvPr>
        </p:nvSpPr>
        <p:spPr>
          <a:xfrm>
            <a:off x="838200" y="866253"/>
            <a:ext cx="8164286" cy="5310710"/>
          </a:xfrm>
        </p:spPr>
        <p:txBody>
          <a:bodyPr vert="eaVert"/>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AA082700-F509-4302-AE0E-6CC56401A40F}"/>
              </a:ext>
            </a:extLst>
          </p:cNvPr>
          <p:cNvSpPr>
            <a:spLocks noGrp="1"/>
          </p:cNvSpPr>
          <p:nvPr>
            <p:ph type="dt" sz="half" idx="10"/>
          </p:nvPr>
        </p:nvSpPr>
        <p:spPr/>
        <p:txBody>
          <a:bodyPr/>
          <a:lstStyle/>
          <a:p>
            <a:fld id="{11008460-8B2F-4AAA-A4E2-10730069204C}" type="datetimeFigureOut">
              <a:rPr lang="en-US" smtClean="0"/>
              <a:t>9/22/2023</a:t>
            </a:fld>
            <a:endParaRPr lang="en-US"/>
          </a:p>
        </p:txBody>
      </p:sp>
      <p:sp>
        <p:nvSpPr>
          <p:cNvPr id="5" name="Footer Placeholder 4">
            <a:extLst>
              <a:ext uri="{FF2B5EF4-FFF2-40B4-BE49-F238E27FC236}">
                <a16:creationId xmlns:a16="http://schemas.microsoft.com/office/drawing/2014/main" id="{0303BD63-5B0C-4FB3-8434-8EA1A84F2D8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1F3E9EB-019B-4F03-8147-D6CBA6B1E67C}"/>
              </a:ext>
            </a:extLst>
          </p:cNvPr>
          <p:cNvSpPr>
            <a:spLocks noGrp="1"/>
          </p:cNvSpPr>
          <p:nvPr>
            <p:ph type="sldNum" sz="quarter" idx="12"/>
          </p:nvPr>
        </p:nvSpPr>
        <p:spPr/>
        <p:txBody>
          <a:bodyPr/>
          <a:lstStyle/>
          <a:p>
            <a:fld id="{0946259B-8396-46CD-AD42-FDEDA89DA278}" type="slidenum">
              <a:rPr lang="en-US" smtClean="0"/>
              <a:t>‹#›</a:t>
            </a:fld>
            <a:endParaRPr lang="en-US"/>
          </a:p>
        </p:txBody>
      </p:sp>
    </p:spTree>
    <p:extLst>
      <p:ext uri="{BB962C8B-B14F-4D97-AF65-F5344CB8AC3E}">
        <p14:creationId xmlns:p14="http://schemas.microsoft.com/office/powerpoint/2010/main" val="399590222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2"/>
      </p:bgRef>
    </p:bg>
    <p:spTree>
      <p:nvGrpSpPr>
        <p:cNvPr id="1" name=""/>
        <p:cNvGrpSpPr/>
        <p:nvPr/>
      </p:nvGrpSpPr>
      <p:grpSpPr>
        <a:xfrm>
          <a:off x="0" y="0"/>
          <a:ext cx="0" cy="0"/>
          <a:chOff x="0" y="0"/>
          <a:chExt cx="0" cy="0"/>
        </a:xfrm>
      </p:grpSpPr>
      <p:grpSp>
        <p:nvGrpSpPr>
          <p:cNvPr id="7" name="Group 6">
            <a:extLst>
              <a:ext uri="{FF2B5EF4-FFF2-40B4-BE49-F238E27FC236}">
                <a16:creationId xmlns:a16="http://schemas.microsoft.com/office/drawing/2014/main" id="{D206359A-F1E3-49EE-BBC2-40888C4A3628}"/>
              </a:ext>
            </a:extLst>
          </p:cNvPr>
          <p:cNvGrpSpPr/>
          <p:nvPr/>
        </p:nvGrpSpPr>
        <p:grpSpPr>
          <a:xfrm>
            <a:off x="9265700" y="2026"/>
            <a:ext cx="2926300" cy="5030922"/>
            <a:chOff x="9265700" y="2026"/>
            <a:chExt cx="2926300" cy="5030922"/>
          </a:xfrm>
        </p:grpSpPr>
        <p:sp>
          <p:nvSpPr>
            <p:cNvPr id="8" name="Freeform: Shape 7">
              <a:extLst>
                <a:ext uri="{FF2B5EF4-FFF2-40B4-BE49-F238E27FC236}">
                  <a16:creationId xmlns:a16="http://schemas.microsoft.com/office/drawing/2014/main" id="{CED90C42-6A0F-48E8-BF96-7D3E2A395EC7}"/>
                </a:ext>
              </a:extLst>
            </p:cNvPr>
            <p:cNvSpPr/>
            <p:nvPr/>
          </p:nvSpPr>
          <p:spPr>
            <a:xfrm>
              <a:off x="9326904" y="2026"/>
              <a:ext cx="2249810" cy="2294745"/>
            </a:xfrm>
            <a:custGeom>
              <a:avLst/>
              <a:gdLst>
                <a:gd name="connsiteX0" fmla="*/ 49162 w 2249810"/>
                <a:gd name="connsiteY0" fmla="*/ 0 h 2294745"/>
                <a:gd name="connsiteX1" fmla="*/ 2200648 w 2249810"/>
                <a:gd name="connsiteY1" fmla="*/ 0 h 2294745"/>
                <a:gd name="connsiteX2" fmla="*/ 2210105 w 2249810"/>
                <a:gd name="connsiteY2" fmla="*/ 23601 h 2294745"/>
                <a:gd name="connsiteX3" fmla="*/ 2249810 w 2249810"/>
                <a:gd name="connsiteY3" fmla="*/ 326934 h 2294745"/>
                <a:gd name="connsiteX4" fmla="*/ 2249810 w 2249810"/>
                <a:gd name="connsiteY4" fmla="*/ 422824 h 2294745"/>
                <a:gd name="connsiteX5" fmla="*/ 2249810 w 2249810"/>
                <a:gd name="connsiteY5" fmla="*/ 696534 h 2294745"/>
                <a:gd name="connsiteX6" fmla="*/ 2249810 w 2249810"/>
                <a:gd name="connsiteY6" fmla="*/ 848826 h 2294745"/>
                <a:gd name="connsiteX7" fmla="*/ 2249810 w 2249810"/>
                <a:gd name="connsiteY7" fmla="*/ 1058531 h 2294745"/>
                <a:gd name="connsiteX8" fmla="*/ 2249810 w 2249810"/>
                <a:gd name="connsiteY8" fmla="*/ 1218426 h 2294745"/>
                <a:gd name="connsiteX9" fmla="*/ 1955981 w 2249810"/>
                <a:gd name="connsiteY9" fmla="*/ 1845313 h 2294745"/>
                <a:gd name="connsiteX10" fmla="*/ 1225437 w 2249810"/>
                <a:gd name="connsiteY10" fmla="*/ 2208220 h 2294745"/>
                <a:gd name="connsiteX11" fmla="*/ 1123061 w 2249810"/>
                <a:gd name="connsiteY11" fmla="*/ 2294745 h 2294745"/>
                <a:gd name="connsiteX12" fmla="*/ 1024372 w 2249810"/>
                <a:gd name="connsiteY12" fmla="*/ 2208220 h 2294745"/>
                <a:gd name="connsiteX13" fmla="*/ 293828 w 2249810"/>
                <a:gd name="connsiteY13" fmla="*/ 1845313 h 2294745"/>
                <a:gd name="connsiteX14" fmla="*/ 0 w 2249810"/>
                <a:gd name="connsiteY14" fmla="*/ 1218426 h 2294745"/>
                <a:gd name="connsiteX15" fmla="*/ 0 w 2249810"/>
                <a:gd name="connsiteY15" fmla="*/ 1058531 h 2294745"/>
                <a:gd name="connsiteX16" fmla="*/ 0 w 2249810"/>
                <a:gd name="connsiteY16" fmla="*/ 848826 h 2294745"/>
                <a:gd name="connsiteX17" fmla="*/ 0 w 2249810"/>
                <a:gd name="connsiteY17" fmla="*/ 696534 h 2294745"/>
                <a:gd name="connsiteX18" fmla="*/ 0 w 2249810"/>
                <a:gd name="connsiteY18" fmla="*/ 422824 h 2294745"/>
                <a:gd name="connsiteX19" fmla="*/ 0 w 2249810"/>
                <a:gd name="connsiteY19" fmla="*/ 326934 h 2294745"/>
                <a:gd name="connsiteX20" fmla="*/ 39705 w 2249810"/>
                <a:gd name="connsiteY20" fmla="*/ 23601 h 22947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2249810" h="2294745">
                  <a:moveTo>
                    <a:pt x="49162" y="0"/>
                  </a:moveTo>
                  <a:lnTo>
                    <a:pt x="2200648" y="0"/>
                  </a:lnTo>
                  <a:lnTo>
                    <a:pt x="2210105" y="23601"/>
                  </a:lnTo>
                  <a:cubicBezTo>
                    <a:pt x="2236898" y="106934"/>
                    <a:pt x="2249810" y="205568"/>
                    <a:pt x="2249810" y="326934"/>
                  </a:cubicBezTo>
                  <a:lnTo>
                    <a:pt x="2249810" y="422824"/>
                  </a:lnTo>
                  <a:lnTo>
                    <a:pt x="2249810" y="696534"/>
                  </a:lnTo>
                  <a:lnTo>
                    <a:pt x="2249810" y="848826"/>
                  </a:lnTo>
                  <a:lnTo>
                    <a:pt x="2249810" y="1058531"/>
                  </a:lnTo>
                  <a:lnTo>
                    <a:pt x="2249810" y="1218426"/>
                  </a:lnTo>
                  <a:cubicBezTo>
                    <a:pt x="2249810" y="1542068"/>
                    <a:pt x="2157989" y="1704061"/>
                    <a:pt x="1955981" y="1845313"/>
                  </a:cubicBezTo>
                  <a:cubicBezTo>
                    <a:pt x="1745898" y="1967026"/>
                    <a:pt x="1470144" y="2019115"/>
                    <a:pt x="1225437" y="2208220"/>
                  </a:cubicBezTo>
                  <a:lnTo>
                    <a:pt x="1123061" y="2294745"/>
                  </a:lnTo>
                  <a:lnTo>
                    <a:pt x="1024372" y="2208220"/>
                  </a:lnTo>
                  <a:cubicBezTo>
                    <a:pt x="779664" y="2019115"/>
                    <a:pt x="503910" y="1967026"/>
                    <a:pt x="293828" y="1845313"/>
                  </a:cubicBezTo>
                  <a:cubicBezTo>
                    <a:pt x="91820" y="1704061"/>
                    <a:pt x="0" y="1542068"/>
                    <a:pt x="0" y="1218426"/>
                  </a:cubicBezTo>
                  <a:lnTo>
                    <a:pt x="0" y="1058531"/>
                  </a:lnTo>
                  <a:lnTo>
                    <a:pt x="0" y="848826"/>
                  </a:lnTo>
                  <a:lnTo>
                    <a:pt x="0" y="696534"/>
                  </a:lnTo>
                  <a:lnTo>
                    <a:pt x="0" y="422824"/>
                  </a:lnTo>
                  <a:lnTo>
                    <a:pt x="0" y="326934"/>
                  </a:lnTo>
                  <a:cubicBezTo>
                    <a:pt x="0" y="205568"/>
                    <a:pt x="12912" y="106934"/>
                    <a:pt x="39705" y="23601"/>
                  </a:cubicBezTo>
                  <a:close/>
                </a:path>
              </a:pathLst>
            </a:custGeom>
            <a:solidFill>
              <a:schemeClr val="bg2">
                <a:lumMod val="75000"/>
                <a:alpha val="15000"/>
              </a:scheme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Freeform: Shape 8">
              <a:extLst>
                <a:ext uri="{FF2B5EF4-FFF2-40B4-BE49-F238E27FC236}">
                  <a16:creationId xmlns:a16="http://schemas.microsoft.com/office/drawing/2014/main" id="{5DA0863A-55F7-4EB0-9451-F3EE4D65DBDB}"/>
                </a:ext>
              </a:extLst>
            </p:cNvPr>
            <p:cNvSpPr/>
            <p:nvPr/>
          </p:nvSpPr>
          <p:spPr>
            <a:xfrm>
              <a:off x="10597154" y="1907348"/>
              <a:ext cx="1594846" cy="3044131"/>
            </a:xfrm>
            <a:custGeom>
              <a:avLst/>
              <a:gdLst>
                <a:gd name="connsiteX0" fmla="*/ 1126749 w 1594846"/>
                <a:gd name="connsiteY0" fmla="*/ 0 h 3044131"/>
                <a:gd name="connsiteX1" fmla="*/ 1225438 w 1594846"/>
                <a:gd name="connsiteY1" fmla="*/ 86525 h 3044131"/>
                <a:gd name="connsiteX2" fmla="*/ 1413279 w 1594846"/>
                <a:gd name="connsiteY2" fmla="*/ 205892 h 3044131"/>
                <a:gd name="connsiteX3" fmla="*/ 1594846 w 1594846"/>
                <a:gd name="connsiteY3" fmla="*/ 289191 h 3044131"/>
                <a:gd name="connsiteX4" fmla="*/ 1594846 w 1594846"/>
                <a:gd name="connsiteY4" fmla="*/ 2754939 h 3044131"/>
                <a:gd name="connsiteX5" fmla="*/ 1413277 w 1594846"/>
                <a:gd name="connsiteY5" fmla="*/ 2838239 h 3044131"/>
                <a:gd name="connsiteX6" fmla="*/ 1225436 w 1594846"/>
                <a:gd name="connsiteY6" fmla="*/ 2957606 h 3044131"/>
                <a:gd name="connsiteX7" fmla="*/ 1123061 w 1594846"/>
                <a:gd name="connsiteY7" fmla="*/ 3044131 h 3044131"/>
                <a:gd name="connsiteX8" fmla="*/ 1024372 w 1594846"/>
                <a:gd name="connsiteY8" fmla="*/ 2957606 h 3044131"/>
                <a:gd name="connsiteX9" fmla="*/ 293828 w 1594846"/>
                <a:gd name="connsiteY9" fmla="*/ 2594699 h 3044131"/>
                <a:gd name="connsiteX10" fmla="*/ 0 w 1594846"/>
                <a:gd name="connsiteY10" fmla="*/ 1967812 h 3044131"/>
                <a:gd name="connsiteX11" fmla="*/ 0 w 1594846"/>
                <a:gd name="connsiteY11" fmla="*/ 1807917 h 3044131"/>
                <a:gd name="connsiteX12" fmla="*/ 0 w 1594846"/>
                <a:gd name="connsiteY12" fmla="*/ 1598212 h 3044131"/>
                <a:gd name="connsiteX13" fmla="*/ 0 w 1594846"/>
                <a:gd name="connsiteY13" fmla="*/ 1445920 h 3044131"/>
                <a:gd name="connsiteX14" fmla="*/ 0 w 1594846"/>
                <a:gd name="connsiteY14" fmla="*/ 1172210 h 3044131"/>
                <a:gd name="connsiteX15" fmla="*/ 0 w 1594846"/>
                <a:gd name="connsiteY15" fmla="*/ 1076320 h 3044131"/>
                <a:gd name="connsiteX16" fmla="*/ 293829 w 1594846"/>
                <a:gd name="connsiteY16" fmla="*/ 449433 h 3044131"/>
                <a:gd name="connsiteX17" fmla="*/ 1024374 w 1594846"/>
                <a:gd name="connsiteY17" fmla="*/ 86525 h 30441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594846" h="3044131">
                  <a:moveTo>
                    <a:pt x="1126749" y="0"/>
                  </a:moveTo>
                  <a:lnTo>
                    <a:pt x="1225438" y="86525"/>
                  </a:lnTo>
                  <a:cubicBezTo>
                    <a:pt x="1286615" y="133801"/>
                    <a:pt x="1349732" y="172514"/>
                    <a:pt x="1413279" y="205892"/>
                  </a:cubicBezTo>
                  <a:lnTo>
                    <a:pt x="1594846" y="289191"/>
                  </a:lnTo>
                  <a:lnTo>
                    <a:pt x="1594846" y="2754939"/>
                  </a:lnTo>
                  <a:lnTo>
                    <a:pt x="1413277" y="2838239"/>
                  </a:lnTo>
                  <a:cubicBezTo>
                    <a:pt x="1349730" y="2871617"/>
                    <a:pt x="1286613" y="2910330"/>
                    <a:pt x="1225436" y="2957606"/>
                  </a:cubicBezTo>
                  <a:lnTo>
                    <a:pt x="1123061" y="3044131"/>
                  </a:lnTo>
                  <a:lnTo>
                    <a:pt x="1024372" y="2957606"/>
                  </a:lnTo>
                  <a:cubicBezTo>
                    <a:pt x="779664" y="2768501"/>
                    <a:pt x="503910" y="2716412"/>
                    <a:pt x="293828" y="2594699"/>
                  </a:cubicBezTo>
                  <a:cubicBezTo>
                    <a:pt x="91820" y="2453447"/>
                    <a:pt x="0" y="2291454"/>
                    <a:pt x="0" y="1967812"/>
                  </a:cubicBezTo>
                  <a:lnTo>
                    <a:pt x="0" y="1807917"/>
                  </a:lnTo>
                  <a:lnTo>
                    <a:pt x="0" y="1598212"/>
                  </a:lnTo>
                  <a:lnTo>
                    <a:pt x="0" y="1445920"/>
                  </a:lnTo>
                  <a:lnTo>
                    <a:pt x="0" y="1172210"/>
                  </a:lnTo>
                  <a:lnTo>
                    <a:pt x="0" y="1076320"/>
                  </a:lnTo>
                  <a:cubicBezTo>
                    <a:pt x="0" y="752678"/>
                    <a:pt x="91821" y="590684"/>
                    <a:pt x="293829" y="449433"/>
                  </a:cubicBezTo>
                  <a:cubicBezTo>
                    <a:pt x="503912" y="327719"/>
                    <a:pt x="779665" y="275630"/>
                    <a:pt x="1024374" y="86525"/>
                  </a:cubicBezTo>
                  <a:close/>
                </a:path>
              </a:pathLst>
            </a:custGeom>
            <a:solidFill>
              <a:schemeClr val="bg2">
                <a:lumMod val="75000"/>
                <a:alpha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0" name="Freeform: Shape 9">
              <a:extLst>
                <a:ext uri="{FF2B5EF4-FFF2-40B4-BE49-F238E27FC236}">
                  <a16:creationId xmlns:a16="http://schemas.microsoft.com/office/drawing/2014/main" id="{5FE7CFE2-40F6-44B2-8AAD-0C384EEFCF7E}"/>
                </a:ext>
              </a:extLst>
            </p:cNvPr>
            <p:cNvSpPr/>
            <p:nvPr/>
          </p:nvSpPr>
          <p:spPr>
            <a:xfrm>
              <a:off x="9265700" y="7622"/>
              <a:ext cx="2372219" cy="2371961"/>
            </a:xfrm>
            <a:custGeom>
              <a:avLst/>
              <a:gdLst>
                <a:gd name="connsiteX0" fmla="*/ 2144960 w 4282900"/>
                <a:gd name="connsiteY0" fmla="*/ 0 h 5795027"/>
                <a:gd name="connsiteX1" fmla="*/ 2332832 w 4282900"/>
                <a:gd name="connsiteY1" fmla="*/ 164715 h 5795027"/>
                <a:gd name="connsiteX2" fmla="*/ 3723546 w 4282900"/>
                <a:gd name="connsiteY2" fmla="*/ 855573 h 5795027"/>
                <a:gd name="connsiteX3" fmla="*/ 4282900 w 4282900"/>
                <a:gd name="connsiteY3" fmla="*/ 2048959 h 5795027"/>
                <a:gd name="connsiteX4" fmla="*/ 4282900 w 4282900"/>
                <a:gd name="connsiteY4" fmla="*/ 2231503 h 5795027"/>
                <a:gd name="connsiteX5" fmla="*/ 4282900 w 4282900"/>
                <a:gd name="connsiteY5" fmla="*/ 2752557 h 5795027"/>
                <a:gd name="connsiteX6" fmla="*/ 4282900 w 4282900"/>
                <a:gd name="connsiteY6" fmla="*/ 3042471 h 5795027"/>
                <a:gd name="connsiteX7" fmla="*/ 4282900 w 4282900"/>
                <a:gd name="connsiteY7" fmla="*/ 3441681 h 5795027"/>
                <a:gd name="connsiteX8" fmla="*/ 4282900 w 4282900"/>
                <a:gd name="connsiteY8" fmla="*/ 3746068 h 5795027"/>
                <a:gd name="connsiteX9" fmla="*/ 3723546 w 4282900"/>
                <a:gd name="connsiteY9" fmla="*/ 4939455 h 5795027"/>
                <a:gd name="connsiteX10" fmla="*/ 2332829 w 4282900"/>
                <a:gd name="connsiteY10" fmla="*/ 5630311 h 5795027"/>
                <a:gd name="connsiteX11" fmla="*/ 2137940 w 4282900"/>
                <a:gd name="connsiteY11" fmla="*/ 5795027 h 5795027"/>
                <a:gd name="connsiteX12" fmla="*/ 1950069 w 4282900"/>
                <a:gd name="connsiteY12" fmla="*/ 5630311 h 5795027"/>
                <a:gd name="connsiteX13" fmla="*/ 559353 w 4282900"/>
                <a:gd name="connsiteY13" fmla="*/ 4939455 h 5795027"/>
                <a:gd name="connsiteX14" fmla="*/ 0 w 4282900"/>
                <a:gd name="connsiteY14" fmla="*/ 3746068 h 5795027"/>
                <a:gd name="connsiteX15" fmla="*/ 0 w 4282900"/>
                <a:gd name="connsiteY15" fmla="*/ 3441681 h 5795027"/>
                <a:gd name="connsiteX16" fmla="*/ 0 w 4282900"/>
                <a:gd name="connsiteY16" fmla="*/ 3042471 h 5795027"/>
                <a:gd name="connsiteX17" fmla="*/ 0 w 4282900"/>
                <a:gd name="connsiteY17" fmla="*/ 2752557 h 5795027"/>
                <a:gd name="connsiteX18" fmla="*/ 0 w 4282900"/>
                <a:gd name="connsiteY18" fmla="*/ 2231503 h 5795027"/>
                <a:gd name="connsiteX19" fmla="*/ 0 w 4282900"/>
                <a:gd name="connsiteY19" fmla="*/ 2048959 h 5795027"/>
                <a:gd name="connsiteX20" fmla="*/ 559354 w 4282900"/>
                <a:gd name="connsiteY20" fmla="*/ 855573 h 5795027"/>
                <a:gd name="connsiteX21" fmla="*/ 1950071 w 4282900"/>
                <a:gd name="connsiteY21" fmla="*/ 164715 h 5795027"/>
                <a:gd name="connsiteX0" fmla="*/ 4282900 w 4447989"/>
                <a:gd name="connsiteY0" fmla="*/ 2048959 h 5795027"/>
                <a:gd name="connsiteX1" fmla="*/ 4282900 w 4447989"/>
                <a:gd name="connsiteY1" fmla="*/ 2231503 h 5795027"/>
                <a:gd name="connsiteX2" fmla="*/ 4282900 w 4447989"/>
                <a:gd name="connsiteY2" fmla="*/ 2752557 h 5795027"/>
                <a:gd name="connsiteX3" fmla="*/ 4282900 w 4447989"/>
                <a:gd name="connsiteY3" fmla="*/ 3042471 h 5795027"/>
                <a:gd name="connsiteX4" fmla="*/ 4282900 w 4447989"/>
                <a:gd name="connsiteY4" fmla="*/ 3441681 h 5795027"/>
                <a:gd name="connsiteX5" fmla="*/ 4282900 w 4447989"/>
                <a:gd name="connsiteY5" fmla="*/ 3746068 h 5795027"/>
                <a:gd name="connsiteX6" fmla="*/ 3723546 w 4447989"/>
                <a:gd name="connsiteY6" fmla="*/ 4939455 h 5795027"/>
                <a:gd name="connsiteX7" fmla="*/ 2332829 w 4447989"/>
                <a:gd name="connsiteY7" fmla="*/ 5630311 h 5795027"/>
                <a:gd name="connsiteX8" fmla="*/ 2137940 w 4447989"/>
                <a:gd name="connsiteY8" fmla="*/ 5795027 h 5795027"/>
                <a:gd name="connsiteX9" fmla="*/ 1950069 w 4447989"/>
                <a:gd name="connsiteY9" fmla="*/ 5630311 h 5795027"/>
                <a:gd name="connsiteX10" fmla="*/ 559353 w 4447989"/>
                <a:gd name="connsiteY10" fmla="*/ 4939455 h 5795027"/>
                <a:gd name="connsiteX11" fmla="*/ 0 w 4447989"/>
                <a:gd name="connsiteY11" fmla="*/ 3746068 h 5795027"/>
                <a:gd name="connsiteX12" fmla="*/ 0 w 4447989"/>
                <a:gd name="connsiteY12" fmla="*/ 3441681 h 5795027"/>
                <a:gd name="connsiteX13" fmla="*/ 0 w 4447989"/>
                <a:gd name="connsiteY13" fmla="*/ 3042471 h 5795027"/>
                <a:gd name="connsiteX14" fmla="*/ 0 w 4447989"/>
                <a:gd name="connsiteY14" fmla="*/ 2752557 h 5795027"/>
                <a:gd name="connsiteX15" fmla="*/ 0 w 4447989"/>
                <a:gd name="connsiteY15" fmla="*/ 2231503 h 5795027"/>
                <a:gd name="connsiteX16" fmla="*/ 0 w 4447989"/>
                <a:gd name="connsiteY16" fmla="*/ 2048959 h 5795027"/>
                <a:gd name="connsiteX17" fmla="*/ 559354 w 4447989"/>
                <a:gd name="connsiteY17" fmla="*/ 855573 h 5795027"/>
                <a:gd name="connsiteX18" fmla="*/ 1950071 w 4447989"/>
                <a:gd name="connsiteY18" fmla="*/ 164715 h 5795027"/>
                <a:gd name="connsiteX19" fmla="*/ 2144960 w 4447989"/>
                <a:gd name="connsiteY19" fmla="*/ 0 h 5795027"/>
                <a:gd name="connsiteX20" fmla="*/ 2332832 w 4447989"/>
                <a:gd name="connsiteY20" fmla="*/ 164715 h 5795027"/>
                <a:gd name="connsiteX21" fmla="*/ 3723546 w 4447989"/>
                <a:gd name="connsiteY21" fmla="*/ 855573 h 5795027"/>
                <a:gd name="connsiteX22" fmla="*/ 4447989 w 4447989"/>
                <a:gd name="connsiteY22" fmla="*/ 2214048 h 5795027"/>
                <a:gd name="connsiteX0" fmla="*/ 4282900 w 4282900"/>
                <a:gd name="connsiteY0" fmla="*/ 2048959 h 5795027"/>
                <a:gd name="connsiteX1" fmla="*/ 4282900 w 4282900"/>
                <a:gd name="connsiteY1" fmla="*/ 2231503 h 5795027"/>
                <a:gd name="connsiteX2" fmla="*/ 4282900 w 4282900"/>
                <a:gd name="connsiteY2" fmla="*/ 2752557 h 5795027"/>
                <a:gd name="connsiteX3" fmla="*/ 4282900 w 4282900"/>
                <a:gd name="connsiteY3" fmla="*/ 3042471 h 5795027"/>
                <a:gd name="connsiteX4" fmla="*/ 4282900 w 4282900"/>
                <a:gd name="connsiteY4" fmla="*/ 3441681 h 5795027"/>
                <a:gd name="connsiteX5" fmla="*/ 4282900 w 4282900"/>
                <a:gd name="connsiteY5" fmla="*/ 3746068 h 5795027"/>
                <a:gd name="connsiteX6" fmla="*/ 3723546 w 4282900"/>
                <a:gd name="connsiteY6" fmla="*/ 4939455 h 5795027"/>
                <a:gd name="connsiteX7" fmla="*/ 2332829 w 4282900"/>
                <a:gd name="connsiteY7" fmla="*/ 5630311 h 5795027"/>
                <a:gd name="connsiteX8" fmla="*/ 2137940 w 4282900"/>
                <a:gd name="connsiteY8" fmla="*/ 5795027 h 5795027"/>
                <a:gd name="connsiteX9" fmla="*/ 1950069 w 4282900"/>
                <a:gd name="connsiteY9" fmla="*/ 5630311 h 5795027"/>
                <a:gd name="connsiteX10" fmla="*/ 559353 w 4282900"/>
                <a:gd name="connsiteY10" fmla="*/ 4939455 h 5795027"/>
                <a:gd name="connsiteX11" fmla="*/ 0 w 4282900"/>
                <a:gd name="connsiteY11" fmla="*/ 3746068 h 5795027"/>
                <a:gd name="connsiteX12" fmla="*/ 0 w 4282900"/>
                <a:gd name="connsiteY12" fmla="*/ 3441681 h 5795027"/>
                <a:gd name="connsiteX13" fmla="*/ 0 w 4282900"/>
                <a:gd name="connsiteY13" fmla="*/ 3042471 h 5795027"/>
                <a:gd name="connsiteX14" fmla="*/ 0 w 4282900"/>
                <a:gd name="connsiteY14" fmla="*/ 2752557 h 5795027"/>
                <a:gd name="connsiteX15" fmla="*/ 0 w 4282900"/>
                <a:gd name="connsiteY15" fmla="*/ 2231503 h 5795027"/>
                <a:gd name="connsiteX16" fmla="*/ 0 w 4282900"/>
                <a:gd name="connsiteY16" fmla="*/ 2048959 h 5795027"/>
                <a:gd name="connsiteX17" fmla="*/ 559354 w 4282900"/>
                <a:gd name="connsiteY17" fmla="*/ 855573 h 5795027"/>
                <a:gd name="connsiteX18" fmla="*/ 1950071 w 4282900"/>
                <a:gd name="connsiteY18" fmla="*/ 164715 h 5795027"/>
                <a:gd name="connsiteX19" fmla="*/ 2144960 w 4282900"/>
                <a:gd name="connsiteY19" fmla="*/ 0 h 5795027"/>
                <a:gd name="connsiteX20" fmla="*/ 2332832 w 4282900"/>
                <a:gd name="connsiteY20" fmla="*/ 164715 h 5795027"/>
                <a:gd name="connsiteX21" fmla="*/ 3723546 w 4282900"/>
                <a:gd name="connsiteY21" fmla="*/ 855573 h 5795027"/>
                <a:gd name="connsiteX0" fmla="*/ 4248071 w 4282900"/>
                <a:gd name="connsiteY0" fmla="*/ 1519558 h 5795027"/>
                <a:gd name="connsiteX1" fmla="*/ 4282900 w 4282900"/>
                <a:gd name="connsiteY1" fmla="*/ 2231503 h 5795027"/>
                <a:gd name="connsiteX2" fmla="*/ 4282900 w 4282900"/>
                <a:gd name="connsiteY2" fmla="*/ 2752557 h 5795027"/>
                <a:gd name="connsiteX3" fmla="*/ 4282900 w 4282900"/>
                <a:gd name="connsiteY3" fmla="*/ 3042471 h 5795027"/>
                <a:gd name="connsiteX4" fmla="*/ 4282900 w 4282900"/>
                <a:gd name="connsiteY4" fmla="*/ 3441681 h 5795027"/>
                <a:gd name="connsiteX5" fmla="*/ 4282900 w 4282900"/>
                <a:gd name="connsiteY5" fmla="*/ 3746068 h 5795027"/>
                <a:gd name="connsiteX6" fmla="*/ 3723546 w 4282900"/>
                <a:gd name="connsiteY6" fmla="*/ 4939455 h 5795027"/>
                <a:gd name="connsiteX7" fmla="*/ 2332829 w 4282900"/>
                <a:gd name="connsiteY7" fmla="*/ 5630311 h 5795027"/>
                <a:gd name="connsiteX8" fmla="*/ 2137940 w 4282900"/>
                <a:gd name="connsiteY8" fmla="*/ 5795027 h 5795027"/>
                <a:gd name="connsiteX9" fmla="*/ 1950069 w 4282900"/>
                <a:gd name="connsiteY9" fmla="*/ 5630311 h 5795027"/>
                <a:gd name="connsiteX10" fmla="*/ 559353 w 4282900"/>
                <a:gd name="connsiteY10" fmla="*/ 4939455 h 5795027"/>
                <a:gd name="connsiteX11" fmla="*/ 0 w 4282900"/>
                <a:gd name="connsiteY11" fmla="*/ 3746068 h 5795027"/>
                <a:gd name="connsiteX12" fmla="*/ 0 w 4282900"/>
                <a:gd name="connsiteY12" fmla="*/ 3441681 h 5795027"/>
                <a:gd name="connsiteX13" fmla="*/ 0 w 4282900"/>
                <a:gd name="connsiteY13" fmla="*/ 3042471 h 5795027"/>
                <a:gd name="connsiteX14" fmla="*/ 0 w 4282900"/>
                <a:gd name="connsiteY14" fmla="*/ 2752557 h 5795027"/>
                <a:gd name="connsiteX15" fmla="*/ 0 w 4282900"/>
                <a:gd name="connsiteY15" fmla="*/ 2231503 h 5795027"/>
                <a:gd name="connsiteX16" fmla="*/ 0 w 4282900"/>
                <a:gd name="connsiteY16" fmla="*/ 2048959 h 5795027"/>
                <a:gd name="connsiteX17" fmla="*/ 559354 w 4282900"/>
                <a:gd name="connsiteY17" fmla="*/ 855573 h 5795027"/>
                <a:gd name="connsiteX18" fmla="*/ 1950071 w 4282900"/>
                <a:gd name="connsiteY18" fmla="*/ 164715 h 5795027"/>
                <a:gd name="connsiteX19" fmla="*/ 2144960 w 4282900"/>
                <a:gd name="connsiteY19" fmla="*/ 0 h 5795027"/>
                <a:gd name="connsiteX20" fmla="*/ 2332832 w 4282900"/>
                <a:gd name="connsiteY20" fmla="*/ 164715 h 5795027"/>
                <a:gd name="connsiteX21" fmla="*/ 3723546 w 4282900"/>
                <a:gd name="connsiteY21" fmla="*/ 855573 h 5795027"/>
                <a:gd name="connsiteX0" fmla="*/ 4248071 w 4292243"/>
                <a:gd name="connsiteY0" fmla="*/ 1519558 h 5795027"/>
                <a:gd name="connsiteX1" fmla="*/ 4282900 w 4292243"/>
                <a:gd name="connsiteY1" fmla="*/ 2231503 h 5795027"/>
                <a:gd name="connsiteX2" fmla="*/ 4282900 w 4292243"/>
                <a:gd name="connsiteY2" fmla="*/ 2752557 h 5795027"/>
                <a:gd name="connsiteX3" fmla="*/ 4282900 w 4292243"/>
                <a:gd name="connsiteY3" fmla="*/ 3042471 h 5795027"/>
                <a:gd name="connsiteX4" fmla="*/ 4282900 w 4292243"/>
                <a:gd name="connsiteY4" fmla="*/ 3441681 h 5795027"/>
                <a:gd name="connsiteX5" fmla="*/ 4282900 w 4292243"/>
                <a:gd name="connsiteY5" fmla="*/ 3746068 h 5795027"/>
                <a:gd name="connsiteX6" fmla="*/ 3723546 w 4292243"/>
                <a:gd name="connsiteY6" fmla="*/ 4939455 h 5795027"/>
                <a:gd name="connsiteX7" fmla="*/ 2332829 w 4292243"/>
                <a:gd name="connsiteY7" fmla="*/ 5630311 h 5795027"/>
                <a:gd name="connsiteX8" fmla="*/ 2137940 w 4292243"/>
                <a:gd name="connsiteY8" fmla="*/ 5795027 h 5795027"/>
                <a:gd name="connsiteX9" fmla="*/ 1950069 w 4292243"/>
                <a:gd name="connsiteY9" fmla="*/ 5630311 h 5795027"/>
                <a:gd name="connsiteX10" fmla="*/ 559353 w 4292243"/>
                <a:gd name="connsiteY10" fmla="*/ 4939455 h 5795027"/>
                <a:gd name="connsiteX11" fmla="*/ 0 w 4292243"/>
                <a:gd name="connsiteY11" fmla="*/ 3746068 h 5795027"/>
                <a:gd name="connsiteX12" fmla="*/ 0 w 4292243"/>
                <a:gd name="connsiteY12" fmla="*/ 3441681 h 5795027"/>
                <a:gd name="connsiteX13" fmla="*/ 0 w 4292243"/>
                <a:gd name="connsiteY13" fmla="*/ 3042471 h 5795027"/>
                <a:gd name="connsiteX14" fmla="*/ 0 w 4292243"/>
                <a:gd name="connsiteY14" fmla="*/ 2752557 h 5795027"/>
                <a:gd name="connsiteX15" fmla="*/ 0 w 4292243"/>
                <a:gd name="connsiteY15" fmla="*/ 2231503 h 5795027"/>
                <a:gd name="connsiteX16" fmla="*/ 0 w 4292243"/>
                <a:gd name="connsiteY16" fmla="*/ 2048959 h 5795027"/>
                <a:gd name="connsiteX17" fmla="*/ 559354 w 4292243"/>
                <a:gd name="connsiteY17" fmla="*/ 855573 h 5795027"/>
                <a:gd name="connsiteX18" fmla="*/ 1950071 w 4292243"/>
                <a:gd name="connsiteY18" fmla="*/ 164715 h 5795027"/>
                <a:gd name="connsiteX19" fmla="*/ 2144960 w 4292243"/>
                <a:gd name="connsiteY19" fmla="*/ 0 h 5795027"/>
                <a:gd name="connsiteX20" fmla="*/ 2332832 w 4292243"/>
                <a:gd name="connsiteY20" fmla="*/ 164715 h 5795027"/>
                <a:gd name="connsiteX21" fmla="*/ 3723546 w 4292243"/>
                <a:gd name="connsiteY21" fmla="*/ 855573 h 5795027"/>
                <a:gd name="connsiteX0" fmla="*/ 4213242 w 4282900"/>
                <a:gd name="connsiteY0" fmla="*/ 1512593 h 5795027"/>
                <a:gd name="connsiteX1" fmla="*/ 4282900 w 4282900"/>
                <a:gd name="connsiteY1" fmla="*/ 2231503 h 5795027"/>
                <a:gd name="connsiteX2" fmla="*/ 4282900 w 4282900"/>
                <a:gd name="connsiteY2" fmla="*/ 2752557 h 5795027"/>
                <a:gd name="connsiteX3" fmla="*/ 4282900 w 4282900"/>
                <a:gd name="connsiteY3" fmla="*/ 3042471 h 5795027"/>
                <a:gd name="connsiteX4" fmla="*/ 4282900 w 4282900"/>
                <a:gd name="connsiteY4" fmla="*/ 3441681 h 5795027"/>
                <a:gd name="connsiteX5" fmla="*/ 4282900 w 4282900"/>
                <a:gd name="connsiteY5" fmla="*/ 3746068 h 5795027"/>
                <a:gd name="connsiteX6" fmla="*/ 3723546 w 4282900"/>
                <a:gd name="connsiteY6" fmla="*/ 4939455 h 5795027"/>
                <a:gd name="connsiteX7" fmla="*/ 2332829 w 4282900"/>
                <a:gd name="connsiteY7" fmla="*/ 5630311 h 5795027"/>
                <a:gd name="connsiteX8" fmla="*/ 2137940 w 4282900"/>
                <a:gd name="connsiteY8" fmla="*/ 5795027 h 5795027"/>
                <a:gd name="connsiteX9" fmla="*/ 1950069 w 4282900"/>
                <a:gd name="connsiteY9" fmla="*/ 5630311 h 5795027"/>
                <a:gd name="connsiteX10" fmla="*/ 559353 w 4282900"/>
                <a:gd name="connsiteY10" fmla="*/ 4939455 h 5795027"/>
                <a:gd name="connsiteX11" fmla="*/ 0 w 4282900"/>
                <a:gd name="connsiteY11" fmla="*/ 3746068 h 5795027"/>
                <a:gd name="connsiteX12" fmla="*/ 0 w 4282900"/>
                <a:gd name="connsiteY12" fmla="*/ 3441681 h 5795027"/>
                <a:gd name="connsiteX13" fmla="*/ 0 w 4282900"/>
                <a:gd name="connsiteY13" fmla="*/ 3042471 h 5795027"/>
                <a:gd name="connsiteX14" fmla="*/ 0 w 4282900"/>
                <a:gd name="connsiteY14" fmla="*/ 2752557 h 5795027"/>
                <a:gd name="connsiteX15" fmla="*/ 0 w 4282900"/>
                <a:gd name="connsiteY15" fmla="*/ 2231503 h 5795027"/>
                <a:gd name="connsiteX16" fmla="*/ 0 w 4282900"/>
                <a:gd name="connsiteY16" fmla="*/ 2048959 h 5795027"/>
                <a:gd name="connsiteX17" fmla="*/ 559354 w 4282900"/>
                <a:gd name="connsiteY17" fmla="*/ 855573 h 5795027"/>
                <a:gd name="connsiteX18" fmla="*/ 1950071 w 4282900"/>
                <a:gd name="connsiteY18" fmla="*/ 164715 h 5795027"/>
                <a:gd name="connsiteX19" fmla="*/ 2144960 w 4282900"/>
                <a:gd name="connsiteY19" fmla="*/ 0 h 5795027"/>
                <a:gd name="connsiteX20" fmla="*/ 2332832 w 4282900"/>
                <a:gd name="connsiteY20" fmla="*/ 164715 h 5795027"/>
                <a:gd name="connsiteX21" fmla="*/ 3723546 w 4282900"/>
                <a:gd name="connsiteY21" fmla="*/ 855573 h 5795027"/>
                <a:gd name="connsiteX0" fmla="*/ 4213242 w 4282900"/>
                <a:gd name="connsiteY0" fmla="*/ 1512593 h 5795027"/>
                <a:gd name="connsiteX1" fmla="*/ 4282900 w 4282900"/>
                <a:gd name="connsiteY1" fmla="*/ 2231503 h 5795027"/>
                <a:gd name="connsiteX2" fmla="*/ 4282900 w 4282900"/>
                <a:gd name="connsiteY2" fmla="*/ 2752557 h 5795027"/>
                <a:gd name="connsiteX3" fmla="*/ 4282900 w 4282900"/>
                <a:gd name="connsiteY3" fmla="*/ 3042471 h 5795027"/>
                <a:gd name="connsiteX4" fmla="*/ 4282900 w 4282900"/>
                <a:gd name="connsiteY4" fmla="*/ 3441681 h 5795027"/>
                <a:gd name="connsiteX5" fmla="*/ 4282900 w 4282900"/>
                <a:gd name="connsiteY5" fmla="*/ 3746068 h 5795027"/>
                <a:gd name="connsiteX6" fmla="*/ 3723546 w 4282900"/>
                <a:gd name="connsiteY6" fmla="*/ 4939455 h 5795027"/>
                <a:gd name="connsiteX7" fmla="*/ 2332829 w 4282900"/>
                <a:gd name="connsiteY7" fmla="*/ 5630311 h 5795027"/>
                <a:gd name="connsiteX8" fmla="*/ 2137940 w 4282900"/>
                <a:gd name="connsiteY8" fmla="*/ 5795027 h 5795027"/>
                <a:gd name="connsiteX9" fmla="*/ 1950069 w 4282900"/>
                <a:gd name="connsiteY9" fmla="*/ 5630311 h 5795027"/>
                <a:gd name="connsiteX10" fmla="*/ 559353 w 4282900"/>
                <a:gd name="connsiteY10" fmla="*/ 4939455 h 5795027"/>
                <a:gd name="connsiteX11" fmla="*/ 0 w 4282900"/>
                <a:gd name="connsiteY11" fmla="*/ 3746068 h 5795027"/>
                <a:gd name="connsiteX12" fmla="*/ 0 w 4282900"/>
                <a:gd name="connsiteY12" fmla="*/ 3441681 h 5795027"/>
                <a:gd name="connsiteX13" fmla="*/ 0 w 4282900"/>
                <a:gd name="connsiteY13" fmla="*/ 3042471 h 5795027"/>
                <a:gd name="connsiteX14" fmla="*/ 0 w 4282900"/>
                <a:gd name="connsiteY14" fmla="*/ 2752557 h 5795027"/>
                <a:gd name="connsiteX15" fmla="*/ 0 w 4282900"/>
                <a:gd name="connsiteY15" fmla="*/ 2231503 h 5795027"/>
                <a:gd name="connsiteX16" fmla="*/ 0 w 4282900"/>
                <a:gd name="connsiteY16" fmla="*/ 2048959 h 5795027"/>
                <a:gd name="connsiteX17" fmla="*/ 559354 w 4282900"/>
                <a:gd name="connsiteY17" fmla="*/ 855573 h 5795027"/>
                <a:gd name="connsiteX18" fmla="*/ 1950071 w 4282900"/>
                <a:gd name="connsiteY18" fmla="*/ 164715 h 5795027"/>
                <a:gd name="connsiteX19" fmla="*/ 2144960 w 4282900"/>
                <a:gd name="connsiteY19" fmla="*/ 0 h 5795027"/>
                <a:gd name="connsiteX20" fmla="*/ 2332832 w 4282900"/>
                <a:gd name="connsiteY20" fmla="*/ 164715 h 5795027"/>
                <a:gd name="connsiteX0" fmla="*/ 4213242 w 4282900"/>
                <a:gd name="connsiteY0" fmla="*/ 1512593 h 5795027"/>
                <a:gd name="connsiteX1" fmla="*/ 4282900 w 4282900"/>
                <a:gd name="connsiteY1" fmla="*/ 2231503 h 5795027"/>
                <a:gd name="connsiteX2" fmla="*/ 4282900 w 4282900"/>
                <a:gd name="connsiteY2" fmla="*/ 2752557 h 5795027"/>
                <a:gd name="connsiteX3" fmla="*/ 4282900 w 4282900"/>
                <a:gd name="connsiteY3" fmla="*/ 3042471 h 5795027"/>
                <a:gd name="connsiteX4" fmla="*/ 4282900 w 4282900"/>
                <a:gd name="connsiteY4" fmla="*/ 3441681 h 5795027"/>
                <a:gd name="connsiteX5" fmla="*/ 4282900 w 4282900"/>
                <a:gd name="connsiteY5" fmla="*/ 3746068 h 5795027"/>
                <a:gd name="connsiteX6" fmla="*/ 3723546 w 4282900"/>
                <a:gd name="connsiteY6" fmla="*/ 4939455 h 5795027"/>
                <a:gd name="connsiteX7" fmla="*/ 2332829 w 4282900"/>
                <a:gd name="connsiteY7" fmla="*/ 5630311 h 5795027"/>
                <a:gd name="connsiteX8" fmla="*/ 2137940 w 4282900"/>
                <a:gd name="connsiteY8" fmla="*/ 5795027 h 5795027"/>
                <a:gd name="connsiteX9" fmla="*/ 1950069 w 4282900"/>
                <a:gd name="connsiteY9" fmla="*/ 5630311 h 5795027"/>
                <a:gd name="connsiteX10" fmla="*/ 559353 w 4282900"/>
                <a:gd name="connsiteY10" fmla="*/ 4939455 h 5795027"/>
                <a:gd name="connsiteX11" fmla="*/ 0 w 4282900"/>
                <a:gd name="connsiteY11" fmla="*/ 3746068 h 5795027"/>
                <a:gd name="connsiteX12" fmla="*/ 0 w 4282900"/>
                <a:gd name="connsiteY12" fmla="*/ 3441681 h 5795027"/>
                <a:gd name="connsiteX13" fmla="*/ 0 w 4282900"/>
                <a:gd name="connsiteY13" fmla="*/ 3042471 h 5795027"/>
                <a:gd name="connsiteX14" fmla="*/ 0 w 4282900"/>
                <a:gd name="connsiteY14" fmla="*/ 2752557 h 5795027"/>
                <a:gd name="connsiteX15" fmla="*/ 0 w 4282900"/>
                <a:gd name="connsiteY15" fmla="*/ 2231503 h 5795027"/>
                <a:gd name="connsiteX16" fmla="*/ 0 w 4282900"/>
                <a:gd name="connsiteY16" fmla="*/ 2048959 h 5795027"/>
                <a:gd name="connsiteX17" fmla="*/ 559354 w 4282900"/>
                <a:gd name="connsiteY17" fmla="*/ 855573 h 5795027"/>
                <a:gd name="connsiteX18" fmla="*/ 1950071 w 4282900"/>
                <a:gd name="connsiteY18" fmla="*/ 164715 h 5795027"/>
                <a:gd name="connsiteX19" fmla="*/ 2144960 w 4282900"/>
                <a:gd name="connsiteY19" fmla="*/ 0 h 5795027"/>
                <a:gd name="connsiteX0" fmla="*/ 4213242 w 4282900"/>
                <a:gd name="connsiteY0" fmla="*/ 1512593 h 5795027"/>
                <a:gd name="connsiteX1" fmla="*/ 4282900 w 4282900"/>
                <a:gd name="connsiteY1" fmla="*/ 2231503 h 5795027"/>
                <a:gd name="connsiteX2" fmla="*/ 4282900 w 4282900"/>
                <a:gd name="connsiteY2" fmla="*/ 2752557 h 5795027"/>
                <a:gd name="connsiteX3" fmla="*/ 4282900 w 4282900"/>
                <a:gd name="connsiteY3" fmla="*/ 3042471 h 5795027"/>
                <a:gd name="connsiteX4" fmla="*/ 4282900 w 4282900"/>
                <a:gd name="connsiteY4" fmla="*/ 3441681 h 5795027"/>
                <a:gd name="connsiteX5" fmla="*/ 4282900 w 4282900"/>
                <a:gd name="connsiteY5" fmla="*/ 3746068 h 5795027"/>
                <a:gd name="connsiteX6" fmla="*/ 3723546 w 4282900"/>
                <a:gd name="connsiteY6" fmla="*/ 4939455 h 5795027"/>
                <a:gd name="connsiteX7" fmla="*/ 2332829 w 4282900"/>
                <a:gd name="connsiteY7" fmla="*/ 5630311 h 5795027"/>
                <a:gd name="connsiteX8" fmla="*/ 2137940 w 4282900"/>
                <a:gd name="connsiteY8" fmla="*/ 5795027 h 5795027"/>
                <a:gd name="connsiteX9" fmla="*/ 1950069 w 4282900"/>
                <a:gd name="connsiteY9" fmla="*/ 5630311 h 5795027"/>
                <a:gd name="connsiteX10" fmla="*/ 559353 w 4282900"/>
                <a:gd name="connsiteY10" fmla="*/ 4939455 h 5795027"/>
                <a:gd name="connsiteX11" fmla="*/ 0 w 4282900"/>
                <a:gd name="connsiteY11" fmla="*/ 3746068 h 5795027"/>
                <a:gd name="connsiteX12" fmla="*/ 0 w 4282900"/>
                <a:gd name="connsiteY12" fmla="*/ 3441681 h 5795027"/>
                <a:gd name="connsiteX13" fmla="*/ 0 w 4282900"/>
                <a:gd name="connsiteY13" fmla="*/ 3042471 h 5795027"/>
                <a:gd name="connsiteX14" fmla="*/ 0 w 4282900"/>
                <a:gd name="connsiteY14" fmla="*/ 2752557 h 5795027"/>
                <a:gd name="connsiteX15" fmla="*/ 0 w 4282900"/>
                <a:gd name="connsiteY15" fmla="*/ 2231503 h 5795027"/>
                <a:gd name="connsiteX16" fmla="*/ 0 w 4282900"/>
                <a:gd name="connsiteY16" fmla="*/ 2048959 h 5795027"/>
                <a:gd name="connsiteX17" fmla="*/ 559354 w 4282900"/>
                <a:gd name="connsiteY17" fmla="*/ 855573 h 5795027"/>
                <a:gd name="connsiteX18" fmla="*/ 2144960 w 4282900"/>
                <a:gd name="connsiteY18" fmla="*/ 0 h 5795027"/>
                <a:gd name="connsiteX0" fmla="*/ 4213242 w 4282900"/>
                <a:gd name="connsiteY0" fmla="*/ 1512593 h 5795027"/>
                <a:gd name="connsiteX1" fmla="*/ 4282900 w 4282900"/>
                <a:gd name="connsiteY1" fmla="*/ 2231503 h 5795027"/>
                <a:gd name="connsiteX2" fmla="*/ 4282900 w 4282900"/>
                <a:gd name="connsiteY2" fmla="*/ 2752557 h 5795027"/>
                <a:gd name="connsiteX3" fmla="*/ 4282900 w 4282900"/>
                <a:gd name="connsiteY3" fmla="*/ 3042471 h 5795027"/>
                <a:gd name="connsiteX4" fmla="*/ 4282900 w 4282900"/>
                <a:gd name="connsiteY4" fmla="*/ 3441681 h 5795027"/>
                <a:gd name="connsiteX5" fmla="*/ 4282900 w 4282900"/>
                <a:gd name="connsiteY5" fmla="*/ 3746068 h 5795027"/>
                <a:gd name="connsiteX6" fmla="*/ 3723546 w 4282900"/>
                <a:gd name="connsiteY6" fmla="*/ 4939455 h 5795027"/>
                <a:gd name="connsiteX7" fmla="*/ 2332829 w 4282900"/>
                <a:gd name="connsiteY7" fmla="*/ 5630311 h 5795027"/>
                <a:gd name="connsiteX8" fmla="*/ 2137940 w 4282900"/>
                <a:gd name="connsiteY8" fmla="*/ 5795027 h 5795027"/>
                <a:gd name="connsiteX9" fmla="*/ 1950069 w 4282900"/>
                <a:gd name="connsiteY9" fmla="*/ 5630311 h 5795027"/>
                <a:gd name="connsiteX10" fmla="*/ 559353 w 4282900"/>
                <a:gd name="connsiteY10" fmla="*/ 4939455 h 5795027"/>
                <a:gd name="connsiteX11" fmla="*/ 0 w 4282900"/>
                <a:gd name="connsiteY11" fmla="*/ 3746068 h 5795027"/>
                <a:gd name="connsiteX12" fmla="*/ 0 w 4282900"/>
                <a:gd name="connsiteY12" fmla="*/ 3441681 h 5795027"/>
                <a:gd name="connsiteX13" fmla="*/ 0 w 4282900"/>
                <a:gd name="connsiteY13" fmla="*/ 3042471 h 5795027"/>
                <a:gd name="connsiteX14" fmla="*/ 0 w 4282900"/>
                <a:gd name="connsiteY14" fmla="*/ 2752557 h 5795027"/>
                <a:gd name="connsiteX15" fmla="*/ 0 w 4282900"/>
                <a:gd name="connsiteY15" fmla="*/ 2231503 h 5795027"/>
                <a:gd name="connsiteX16" fmla="*/ 0 w 4282900"/>
                <a:gd name="connsiteY16" fmla="*/ 2048959 h 5795027"/>
                <a:gd name="connsiteX17" fmla="*/ 64279 w 4282900"/>
                <a:gd name="connsiteY17" fmla="*/ 1516418 h 5795027"/>
                <a:gd name="connsiteX18" fmla="*/ 559354 w 4282900"/>
                <a:gd name="connsiteY18" fmla="*/ 855573 h 5795027"/>
                <a:gd name="connsiteX19" fmla="*/ 2144960 w 4282900"/>
                <a:gd name="connsiteY19" fmla="*/ 0 h 5795027"/>
                <a:gd name="connsiteX0" fmla="*/ 4213242 w 4282900"/>
                <a:gd name="connsiteY0" fmla="*/ 657020 h 4939454"/>
                <a:gd name="connsiteX1" fmla="*/ 4282900 w 4282900"/>
                <a:gd name="connsiteY1" fmla="*/ 1375930 h 4939454"/>
                <a:gd name="connsiteX2" fmla="*/ 4282900 w 4282900"/>
                <a:gd name="connsiteY2" fmla="*/ 1896984 h 4939454"/>
                <a:gd name="connsiteX3" fmla="*/ 4282900 w 4282900"/>
                <a:gd name="connsiteY3" fmla="*/ 2186898 h 4939454"/>
                <a:gd name="connsiteX4" fmla="*/ 4282900 w 4282900"/>
                <a:gd name="connsiteY4" fmla="*/ 2586108 h 4939454"/>
                <a:gd name="connsiteX5" fmla="*/ 4282900 w 4282900"/>
                <a:gd name="connsiteY5" fmla="*/ 2890495 h 4939454"/>
                <a:gd name="connsiteX6" fmla="*/ 3723546 w 4282900"/>
                <a:gd name="connsiteY6" fmla="*/ 4083882 h 4939454"/>
                <a:gd name="connsiteX7" fmla="*/ 2332829 w 4282900"/>
                <a:gd name="connsiteY7" fmla="*/ 4774738 h 4939454"/>
                <a:gd name="connsiteX8" fmla="*/ 2137940 w 4282900"/>
                <a:gd name="connsiteY8" fmla="*/ 4939454 h 4939454"/>
                <a:gd name="connsiteX9" fmla="*/ 1950069 w 4282900"/>
                <a:gd name="connsiteY9" fmla="*/ 4774738 h 4939454"/>
                <a:gd name="connsiteX10" fmla="*/ 559353 w 4282900"/>
                <a:gd name="connsiteY10" fmla="*/ 4083882 h 4939454"/>
                <a:gd name="connsiteX11" fmla="*/ 0 w 4282900"/>
                <a:gd name="connsiteY11" fmla="*/ 2890495 h 4939454"/>
                <a:gd name="connsiteX12" fmla="*/ 0 w 4282900"/>
                <a:gd name="connsiteY12" fmla="*/ 2586108 h 4939454"/>
                <a:gd name="connsiteX13" fmla="*/ 0 w 4282900"/>
                <a:gd name="connsiteY13" fmla="*/ 2186898 h 4939454"/>
                <a:gd name="connsiteX14" fmla="*/ 0 w 4282900"/>
                <a:gd name="connsiteY14" fmla="*/ 1896984 h 4939454"/>
                <a:gd name="connsiteX15" fmla="*/ 0 w 4282900"/>
                <a:gd name="connsiteY15" fmla="*/ 1375930 h 4939454"/>
                <a:gd name="connsiteX16" fmla="*/ 0 w 4282900"/>
                <a:gd name="connsiteY16" fmla="*/ 1193386 h 4939454"/>
                <a:gd name="connsiteX17" fmla="*/ 64279 w 4282900"/>
                <a:gd name="connsiteY17" fmla="*/ 660845 h 4939454"/>
                <a:gd name="connsiteX18" fmla="*/ 559354 w 4282900"/>
                <a:gd name="connsiteY18" fmla="*/ 0 h 4939454"/>
                <a:gd name="connsiteX0" fmla="*/ 4213242 w 4282900"/>
                <a:gd name="connsiteY0" fmla="*/ 0 h 4282434"/>
                <a:gd name="connsiteX1" fmla="*/ 4282900 w 4282900"/>
                <a:gd name="connsiteY1" fmla="*/ 718910 h 4282434"/>
                <a:gd name="connsiteX2" fmla="*/ 4282900 w 4282900"/>
                <a:gd name="connsiteY2" fmla="*/ 1239964 h 4282434"/>
                <a:gd name="connsiteX3" fmla="*/ 4282900 w 4282900"/>
                <a:gd name="connsiteY3" fmla="*/ 1529878 h 4282434"/>
                <a:gd name="connsiteX4" fmla="*/ 4282900 w 4282900"/>
                <a:gd name="connsiteY4" fmla="*/ 1929088 h 4282434"/>
                <a:gd name="connsiteX5" fmla="*/ 4282900 w 4282900"/>
                <a:gd name="connsiteY5" fmla="*/ 2233475 h 4282434"/>
                <a:gd name="connsiteX6" fmla="*/ 3723546 w 4282900"/>
                <a:gd name="connsiteY6" fmla="*/ 3426862 h 4282434"/>
                <a:gd name="connsiteX7" fmla="*/ 2332829 w 4282900"/>
                <a:gd name="connsiteY7" fmla="*/ 4117718 h 4282434"/>
                <a:gd name="connsiteX8" fmla="*/ 2137940 w 4282900"/>
                <a:gd name="connsiteY8" fmla="*/ 4282434 h 4282434"/>
                <a:gd name="connsiteX9" fmla="*/ 1950069 w 4282900"/>
                <a:gd name="connsiteY9" fmla="*/ 4117718 h 4282434"/>
                <a:gd name="connsiteX10" fmla="*/ 559353 w 4282900"/>
                <a:gd name="connsiteY10" fmla="*/ 3426862 h 4282434"/>
                <a:gd name="connsiteX11" fmla="*/ 0 w 4282900"/>
                <a:gd name="connsiteY11" fmla="*/ 2233475 h 4282434"/>
                <a:gd name="connsiteX12" fmla="*/ 0 w 4282900"/>
                <a:gd name="connsiteY12" fmla="*/ 1929088 h 4282434"/>
                <a:gd name="connsiteX13" fmla="*/ 0 w 4282900"/>
                <a:gd name="connsiteY13" fmla="*/ 1529878 h 4282434"/>
                <a:gd name="connsiteX14" fmla="*/ 0 w 4282900"/>
                <a:gd name="connsiteY14" fmla="*/ 1239964 h 4282434"/>
                <a:gd name="connsiteX15" fmla="*/ 0 w 4282900"/>
                <a:gd name="connsiteY15" fmla="*/ 718910 h 4282434"/>
                <a:gd name="connsiteX16" fmla="*/ 0 w 4282900"/>
                <a:gd name="connsiteY16" fmla="*/ 536366 h 4282434"/>
                <a:gd name="connsiteX17" fmla="*/ 64279 w 4282900"/>
                <a:gd name="connsiteY17" fmla="*/ 3825 h 4282434"/>
                <a:gd name="connsiteX0" fmla="*/ 4213242 w 4282900"/>
                <a:gd name="connsiteY0" fmla="*/ 0 h 4282434"/>
                <a:gd name="connsiteX1" fmla="*/ 4282900 w 4282900"/>
                <a:gd name="connsiteY1" fmla="*/ 718910 h 4282434"/>
                <a:gd name="connsiteX2" fmla="*/ 4282900 w 4282900"/>
                <a:gd name="connsiteY2" fmla="*/ 1239964 h 4282434"/>
                <a:gd name="connsiteX3" fmla="*/ 4282900 w 4282900"/>
                <a:gd name="connsiteY3" fmla="*/ 1529878 h 4282434"/>
                <a:gd name="connsiteX4" fmla="*/ 4282900 w 4282900"/>
                <a:gd name="connsiteY4" fmla="*/ 1929088 h 4282434"/>
                <a:gd name="connsiteX5" fmla="*/ 4282900 w 4282900"/>
                <a:gd name="connsiteY5" fmla="*/ 2233475 h 4282434"/>
                <a:gd name="connsiteX6" fmla="*/ 3723546 w 4282900"/>
                <a:gd name="connsiteY6" fmla="*/ 3426862 h 4282434"/>
                <a:gd name="connsiteX7" fmla="*/ 2332829 w 4282900"/>
                <a:gd name="connsiteY7" fmla="*/ 4117718 h 4282434"/>
                <a:gd name="connsiteX8" fmla="*/ 2137940 w 4282900"/>
                <a:gd name="connsiteY8" fmla="*/ 4282434 h 4282434"/>
                <a:gd name="connsiteX9" fmla="*/ 1950069 w 4282900"/>
                <a:gd name="connsiteY9" fmla="*/ 4117718 h 4282434"/>
                <a:gd name="connsiteX10" fmla="*/ 559353 w 4282900"/>
                <a:gd name="connsiteY10" fmla="*/ 3426862 h 4282434"/>
                <a:gd name="connsiteX11" fmla="*/ 0 w 4282900"/>
                <a:gd name="connsiteY11" fmla="*/ 2233475 h 4282434"/>
                <a:gd name="connsiteX12" fmla="*/ 0 w 4282900"/>
                <a:gd name="connsiteY12" fmla="*/ 1929088 h 4282434"/>
                <a:gd name="connsiteX13" fmla="*/ 0 w 4282900"/>
                <a:gd name="connsiteY13" fmla="*/ 1529878 h 4282434"/>
                <a:gd name="connsiteX14" fmla="*/ 0 w 4282900"/>
                <a:gd name="connsiteY14" fmla="*/ 1239964 h 4282434"/>
                <a:gd name="connsiteX15" fmla="*/ 0 w 4282900"/>
                <a:gd name="connsiteY15" fmla="*/ 718910 h 4282434"/>
                <a:gd name="connsiteX16" fmla="*/ 0 w 4282900"/>
                <a:gd name="connsiteY16" fmla="*/ 536366 h 4282434"/>
                <a:gd name="connsiteX17" fmla="*/ 64279 w 4282900"/>
                <a:gd name="connsiteY17" fmla="*/ 3825 h 42824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4282900" h="4282434">
                  <a:moveTo>
                    <a:pt x="4213242" y="0"/>
                  </a:moveTo>
                  <a:cubicBezTo>
                    <a:pt x="4294511" y="306972"/>
                    <a:pt x="4271290" y="481595"/>
                    <a:pt x="4282900" y="718910"/>
                  </a:cubicBezTo>
                  <a:lnTo>
                    <a:pt x="4282900" y="1239964"/>
                  </a:lnTo>
                  <a:lnTo>
                    <a:pt x="4282900" y="1529878"/>
                  </a:lnTo>
                  <a:lnTo>
                    <a:pt x="4282900" y="1929088"/>
                  </a:lnTo>
                  <a:lnTo>
                    <a:pt x="4282900" y="2233475"/>
                  </a:lnTo>
                  <a:cubicBezTo>
                    <a:pt x="4282900" y="2849584"/>
                    <a:pt x="4108103" y="3157966"/>
                    <a:pt x="3723546" y="3426862"/>
                  </a:cubicBezTo>
                  <a:cubicBezTo>
                    <a:pt x="3323617" y="3658565"/>
                    <a:pt x="2798672" y="3757725"/>
                    <a:pt x="2332829" y="4117718"/>
                  </a:cubicBezTo>
                  <a:lnTo>
                    <a:pt x="2137940" y="4282434"/>
                  </a:lnTo>
                  <a:lnTo>
                    <a:pt x="1950069" y="4117718"/>
                  </a:lnTo>
                  <a:cubicBezTo>
                    <a:pt x="1484225" y="3757725"/>
                    <a:pt x="959280" y="3658565"/>
                    <a:pt x="559353" y="3426862"/>
                  </a:cubicBezTo>
                  <a:cubicBezTo>
                    <a:pt x="174796" y="3157966"/>
                    <a:pt x="0" y="2849584"/>
                    <a:pt x="0" y="2233475"/>
                  </a:cubicBezTo>
                  <a:lnTo>
                    <a:pt x="0" y="1929088"/>
                  </a:lnTo>
                  <a:lnTo>
                    <a:pt x="0" y="1529878"/>
                  </a:lnTo>
                  <a:lnTo>
                    <a:pt x="0" y="1239964"/>
                  </a:lnTo>
                  <a:lnTo>
                    <a:pt x="0" y="718910"/>
                  </a:lnTo>
                  <a:lnTo>
                    <a:pt x="0" y="536366"/>
                  </a:lnTo>
                  <a:cubicBezTo>
                    <a:pt x="10713" y="417185"/>
                    <a:pt x="19813" y="133066"/>
                    <a:pt x="64279" y="3825"/>
                  </a:cubicBezTo>
                </a:path>
              </a:pathLst>
            </a:custGeom>
            <a:noFill/>
            <a:ln w="25400" cap="rnd">
              <a:solidFill>
                <a:schemeClr val="bg2">
                  <a:lumMod val="75000"/>
                  <a:alpha val="65000"/>
                </a:schemeClr>
              </a:solidFill>
              <a:prstDash val="sysDot"/>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1" name="Freeform: Shape 10">
              <a:extLst>
                <a:ext uri="{FF2B5EF4-FFF2-40B4-BE49-F238E27FC236}">
                  <a16:creationId xmlns:a16="http://schemas.microsoft.com/office/drawing/2014/main" id="{9F0D6A17-AA80-4608-8660-8D1587A17704}"/>
                </a:ext>
              </a:extLst>
            </p:cNvPr>
            <p:cNvSpPr/>
            <p:nvPr/>
          </p:nvSpPr>
          <p:spPr>
            <a:xfrm>
              <a:off x="10536649" y="1823190"/>
              <a:ext cx="1654608" cy="3209758"/>
            </a:xfrm>
            <a:custGeom>
              <a:avLst/>
              <a:gdLst>
                <a:gd name="connsiteX0" fmla="*/ 2144960 w 4282900"/>
                <a:gd name="connsiteY0" fmla="*/ 0 h 5795027"/>
                <a:gd name="connsiteX1" fmla="*/ 2332832 w 4282900"/>
                <a:gd name="connsiteY1" fmla="*/ 164715 h 5795027"/>
                <a:gd name="connsiteX2" fmla="*/ 3723546 w 4282900"/>
                <a:gd name="connsiteY2" fmla="*/ 855573 h 5795027"/>
                <a:gd name="connsiteX3" fmla="*/ 4282900 w 4282900"/>
                <a:gd name="connsiteY3" fmla="*/ 2048959 h 5795027"/>
                <a:gd name="connsiteX4" fmla="*/ 4282900 w 4282900"/>
                <a:gd name="connsiteY4" fmla="*/ 2231503 h 5795027"/>
                <a:gd name="connsiteX5" fmla="*/ 4282900 w 4282900"/>
                <a:gd name="connsiteY5" fmla="*/ 2752557 h 5795027"/>
                <a:gd name="connsiteX6" fmla="*/ 4282900 w 4282900"/>
                <a:gd name="connsiteY6" fmla="*/ 3042471 h 5795027"/>
                <a:gd name="connsiteX7" fmla="*/ 4282900 w 4282900"/>
                <a:gd name="connsiteY7" fmla="*/ 3441681 h 5795027"/>
                <a:gd name="connsiteX8" fmla="*/ 4282900 w 4282900"/>
                <a:gd name="connsiteY8" fmla="*/ 3746068 h 5795027"/>
                <a:gd name="connsiteX9" fmla="*/ 3723546 w 4282900"/>
                <a:gd name="connsiteY9" fmla="*/ 4939455 h 5795027"/>
                <a:gd name="connsiteX10" fmla="*/ 2332829 w 4282900"/>
                <a:gd name="connsiteY10" fmla="*/ 5630311 h 5795027"/>
                <a:gd name="connsiteX11" fmla="*/ 2137940 w 4282900"/>
                <a:gd name="connsiteY11" fmla="*/ 5795027 h 5795027"/>
                <a:gd name="connsiteX12" fmla="*/ 1950069 w 4282900"/>
                <a:gd name="connsiteY12" fmla="*/ 5630311 h 5795027"/>
                <a:gd name="connsiteX13" fmla="*/ 559353 w 4282900"/>
                <a:gd name="connsiteY13" fmla="*/ 4939455 h 5795027"/>
                <a:gd name="connsiteX14" fmla="*/ 0 w 4282900"/>
                <a:gd name="connsiteY14" fmla="*/ 3746068 h 5795027"/>
                <a:gd name="connsiteX15" fmla="*/ 0 w 4282900"/>
                <a:gd name="connsiteY15" fmla="*/ 3441681 h 5795027"/>
                <a:gd name="connsiteX16" fmla="*/ 0 w 4282900"/>
                <a:gd name="connsiteY16" fmla="*/ 3042471 h 5795027"/>
                <a:gd name="connsiteX17" fmla="*/ 0 w 4282900"/>
                <a:gd name="connsiteY17" fmla="*/ 2752557 h 5795027"/>
                <a:gd name="connsiteX18" fmla="*/ 0 w 4282900"/>
                <a:gd name="connsiteY18" fmla="*/ 2231503 h 5795027"/>
                <a:gd name="connsiteX19" fmla="*/ 0 w 4282900"/>
                <a:gd name="connsiteY19" fmla="*/ 2048959 h 5795027"/>
                <a:gd name="connsiteX20" fmla="*/ 559354 w 4282900"/>
                <a:gd name="connsiteY20" fmla="*/ 855573 h 5795027"/>
                <a:gd name="connsiteX21" fmla="*/ 1950071 w 4282900"/>
                <a:gd name="connsiteY21" fmla="*/ 164715 h 5795027"/>
                <a:gd name="connsiteX0" fmla="*/ 2144960 w 4282900"/>
                <a:gd name="connsiteY0" fmla="*/ 0 h 5795027"/>
                <a:gd name="connsiteX1" fmla="*/ 2332832 w 4282900"/>
                <a:gd name="connsiteY1" fmla="*/ 164715 h 5795027"/>
                <a:gd name="connsiteX2" fmla="*/ 2976290 w 4282900"/>
                <a:gd name="connsiteY2" fmla="*/ 524033 h 5795027"/>
                <a:gd name="connsiteX3" fmla="*/ 3723546 w 4282900"/>
                <a:gd name="connsiteY3" fmla="*/ 855573 h 5795027"/>
                <a:gd name="connsiteX4" fmla="*/ 4282900 w 4282900"/>
                <a:gd name="connsiteY4" fmla="*/ 2048959 h 5795027"/>
                <a:gd name="connsiteX5" fmla="*/ 4282900 w 4282900"/>
                <a:gd name="connsiteY5" fmla="*/ 2231503 h 5795027"/>
                <a:gd name="connsiteX6" fmla="*/ 4282900 w 4282900"/>
                <a:gd name="connsiteY6" fmla="*/ 2752557 h 5795027"/>
                <a:gd name="connsiteX7" fmla="*/ 4282900 w 4282900"/>
                <a:gd name="connsiteY7" fmla="*/ 3042471 h 5795027"/>
                <a:gd name="connsiteX8" fmla="*/ 4282900 w 4282900"/>
                <a:gd name="connsiteY8" fmla="*/ 3441681 h 5795027"/>
                <a:gd name="connsiteX9" fmla="*/ 4282900 w 4282900"/>
                <a:gd name="connsiteY9" fmla="*/ 3746068 h 5795027"/>
                <a:gd name="connsiteX10" fmla="*/ 3723546 w 4282900"/>
                <a:gd name="connsiteY10" fmla="*/ 4939455 h 5795027"/>
                <a:gd name="connsiteX11" fmla="*/ 2332829 w 4282900"/>
                <a:gd name="connsiteY11" fmla="*/ 5630311 h 5795027"/>
                <a:gd name="connsiteX12" fmla="*/ 2137940 w 4282900"/>
                <a:gd name="connsiteY12" fmla="*/ 5795027 h 5795027"/>
                <a:gd name="connsiteX13" fmla="*/ 1950069 w 4282900"/>
                <a:gd name="connsiteY13" fmla="*/ 5630311 h 5795027"/>
                <a:gd name="connsiteX14" fmla="*/ 559353 w 4282900"/>
                <a:gd name="connsiteY14" fmla="*/ 4939455 h 5795027"/>
                <a:gd name="connsiteX15" fmla="*/ 0 w 4282900"/>
                <a:gd name="connsiteY15" fmla="*/ 3746068 h 5795027"/>
                <a:gd name="connsiteX16" fmla="*/ 0 w 4282900"/>
                <a:gd name="connsiteY16" fmla="*/ 3441681 h 5795027"/>
                <a:gd name="connsiteX17" fmla="*/ 0 w 4282900"/>
                <a:gd name="connsiteY17" fmla="*/ 3042471 h 5795027"/>
                <a:gd name="connsiteX18" fmla="*/ 0 w 4282900"/>
                <a:gd name="connsiteY18" fmla="*/ 2752557 h 5795027"/>
                <a:gd name="connsiteX19" fmla="*/ 0 w 4282900"/>
                <a:gd name="connsiteY19" fmla="*/ 2231503 h 5795027"/>
                <a:gd name="connsiteX20" fmla="*/ 0 w 4282900"/>
                <a:gd name="connsiteY20" fmla="*/ 2048959 h 5795027"/>
                <a:gd name="connsiteX21" fmla="*/ 559354 w 4282900"/>
                <a:gd name="connsiteY21" fmla="*/ 855573 h 5795027"/>
                <a:gd name="connsiteX22" fmla="*/ 1950071 w 4282900"/>
                <a:gd name="connsiteY22" fmla="*/ 164715 h 5795027"/>
                <a:gd name="connsiteX23" fmla="*/ 2144960 w 4282900"/>
                <a:gd name="connsiteY23" fmla="*/ 0 h 5795027"/>
                <a:gd name="connsiteX0" fmla="*/ 3723546 w 4282900"/>
                <a:gd name="connsiteY0" fmla="*/ 855573 h 5795027"/>
                <a:gd name="connsiteX1" fmla="*/ 4282900 w 4282900"/>
                <a:gd name="connsiteY1" fmla="*/ 2048959 h 5795027"/>
                <a:gd name="connsiteX2" fmla="*/ 4282900 w 4282900"/>
                <a:gd name="connsiteY2" fmla="*/ 2231503 h 5795027"/>
                <a:gd name="connsiteX3" fmla="*/ 4282900 w 4282900"/>
                <a:gd name="connsiteY3" fmla="*/ 2752557 h 5795027"/>
                <a:gd name="connsiteX4" fmla="*/ 4282900 w 4282900"/>
                <a:gd name="connsiteY4" fmla="*/ 3042471 h 5795027"/>
                <a:gd name="connsiteX5" fmla="*/ 4282900 w 4282900"/>
                <a:gd name="connsiteY5" fmla="*/ 3441681 h 5795027"/>
                <a:gd name="connsiteX6" fmla="*/ 4282900 w 4282900"/>
                <a:gd name="connsiteY6" fmla="*/ 3746068 h 5795027"/>
                <a:gd name="connsiteX7" fmla="*/ 3723546 w 4282900"/>
                <a:gd name="connsiteY7" fmla="*/ 4939455 h 5795027"/>
                <a:gd name="connsiteX8" fmla="*/ 2332829 w 4282900"/>
                <a:gd name="connsiteY8" fmla="*/ 5630311 h 5795027"/>
                <a:gd name="connsiteX9" fmla="*/ 2137940 w 4282900"/>
                <a:gd name="connsiteY9" fmla="*/ 5795027 h 5795027"/>
                <a:gd name="connsiteX10" fmla="*/ 1950069 w 4282900"/>
                <a:gd name="connsiteY10" fmla="*/ 5630311 h 5795027"/>
                <a:gd name="connsiteX11" fmla="*/ 559353 w 4282900"/>
                <a:gd name="connsiteY11" fmla="*/ 4939455 h 5795027"/>
                <a:gd name="connsiteX12" fmla="*/ 0 w 4282900"/>
                <a:gd name="connsiteY12" fmla="*/ 3746068 h 5795027"/>
                <a:gd name="connsiteX13" fmla="*/ 0 w 4282900"/>
                <a:gd name="connsiteY13" fmla="*/ 3441681 h 5795027"/>
                <a:gd name="connsiteX14" fmla="*/ 0 w 4282900"/>
                <a:gd name="connsiteY14" fmla="*/ 3042471 h 5795027"/>
                <a:gd name="connsiteX15" fmla="*/ 0 w 4282900"/>
                <a:gd name="connsiteY15" fmla="*/ 2752557 h 5795027"/>
                <a:gd name="connsiteX16" fmla="*/ 0 w 4282900"/>
                <a:gd name="connsiteY16" fmla="*/ 2231503 h 5795027"/>
                <a:gd name="connsiteX17" fmla="*/ 0 w 4282900"/>
                <a:gd name="connsiteY17" fmla="*/ 2048959 h 5795027"/>
                <a:gd name="connsiteX18" fmla="*/ 559354 w 4282900"/>
                <a:gd name="connsiteY18" fmla="*/ 855573 h 5795027"/>
                <a:gd name="connsiteX19" fmla="*/ 1950071 w 4282900"/>
                <a:gd name="connsiteY19" fmla="*/ 164715 h 5795027"/>
                <a:gd name="connsiteX20" fmla="*/ 2144960 w 4282900"/>
                <a:gd name="connsiteY20" fmla="*/ 0 h 5795027"/>
                <a:gd name="connsiteX21" fmla="*/ 2332832 w 4282900"/>
                <a:gd name="connsiteY21" fmla="*/ 164715 h 5795027"/>
                <a:gd name="connsiteX22" fmla="*/ 2976290 w 4282900"/>
                <a:gd name="connsiteY22" fmla="*/ 524033 h 5795027"/>
                <a:gd name="connsiteX23" fmla="*/ 3888635 w 4282900"/>
                <a:gd name="connsiteY23" fmla="*/ 1020662 h 5795027"/>
                <a:gd name="connsiteX0" fmla="*/ 4282900 w 4282900"/>
                <a:gd name="connsiteY0" fmla="*/ 2048959 h 5795027"/>
                <a:gd name="connsiteX1" fmla="*/ 4282900 w 4282900"/>
                <a:gd name="connsiteY1" fmla="*/ 2231503 h 5795027"/>
                <a:gd name="connsiteX2" fmla="*/ 4282900 w 4282900"/>
                <a:gd name="connsiteY2" fmla="*/ 2752557 h 5795027"/>
                <a:gd name="connsiteX3" fmla="*/ 4282900 w 4282900"/>
                <a:gd name="connsiteY3" fmla="*/ 3042471 h 5795027"/>
                <a:gd name="connsiteX4" fmla="*/ 4282900 w 4282900"/>
                <a:gd name="connsiteY4" fmla="*/ 3441681 h 5795027"/>
                <a:gd name="connsiteX5" fmla="*/ 4282900 w 4282900"/>
                <a:gd name="connsiteY5" fmla="*/ 3746068 h 5795027"/>
                <a:gd name="connsiteX6" fmla="*/ 3723546 w 4282900"/>
                <a:gd name="connsiteY6" fmla="*/ 4939455 h 5795027"/>
                <a:gd name="connsiteX7" fmla="*/ 2332829 w 4282900"/>
                <a:gd name="connsiteY7" fmla="*/ 5630311 h 5795027"/>
                <a:gd name="connsiteX8" fmla="*/ 2137940 w 4282900"/>
                <a:gd name="connsiteY8" fmla="*/ 5795027 h 5795027"/>
                <a:gd name="connsiteX9" fmla="*/ 1950069 w 4282900"/>
                <a:gd name="connsiteY9" fmla="*/ 5630311 h 5795027"/>
                <a:gd name="connsiteX10" fmla="*/ 559353 w 4282900"/>
                <a:gd name="connsiteY10" fmla="*/ 4939455 h 5795027"/>
                <a:gd name="connsiteX11" fmla="*/ 0 w 4282900"/>
                <a:gd name="connsiteY11" fmla="*/ 3746068 h 5795027"/>
                <a:gd name="connsiteX12" fmla="*/ 0 w 4282900"/>
                <a:gd name="connsiteY12" fmla="*/ 3441681 h 5795027"/>
                <a:gd name="connsiteX13" fmla="*/ 0 w 4282900"/>
                <a:gd name="connsiteY13" fmla="*/ 3042471 h 5795027"/>
                <a:gd name="connsiteX14" fmla="*/ 0 w 4282900"/>
                <a:gd name="connsiteY14" fmla="*/ 2752557 h 5795027"/>
                <a:gd name="connsiteX15" fmla="*/ 0 w 4282900"/>
                <a:gd name="connsiteY15" fmla="*/ 2231503 h 5795027"/>
                <a:gd name="connsiteX16" fmla="*/ 0 w 4282900"/>
                <a:gd name="connsiteY16" fmla="*/ 2048959 h 5795027"/>
                <a:gd name="connsiteX17" fmla="*/ 559354 w 4282900"/>
                <a:gd name="connsiteY17" fmla="*/ 855573 h 5795027"/>
                <a:gd name="connsiteX18" fmla="*/ 1950071 w 4282900"/>
                <a:gd name="connsiteY18" fmla="*/ 164715 h 5795027"/>
                <a:gd name="connsiteX19" fmla="*/ 2144960 w 4282900"/>
                <a:gd name="connsiteY19" fmla="*/ 0 h 5795027"/>
                <a:gd name="connsiteX20" fmla="*/ 2332832 w 4282900"/>
                <a:gd name="connsiteY20" fmla="*/ 164715 h 5795027"/>
                <a:gd name="connsiteX21" fmla="*/ 2976290 w 4282900"/>
                <a:gd name="connsiteY21" fmla="*/ 524033 h 5795027"/>
                <a:gd name="connsiteX22" fmla="*/ 3888635 w 4282900"/>
                <a:gd name="connsiteY22" fmla="*/ 1020662 h 5795027"/>
                <a:gd name="connsiteX0" fmla="*/ 4282900 w 4282900"/>
                <a:gd name="connsiteY0" fmla="*/ 2048959 h 5795027"/>
                <a:gd name="connsiteX1" fmla="*/ 4282900 w 4282900"/>
                <a:gd name="connsiteY1" fmla="*/ 2231503 h 5795027"/>
                <a:gd name="connsiteX2" fmla="*/ 4282900 w 4282900"/>
                <a:gd name="connsiteY2" fmla="*/ 2752557 h 5795027"/>
                <a:gd name="connsiteX3" fmla="*/ 4282900 w 4282900"/>
                <a:gd name="connsiteY3" fmla="*/ 3042471 h 5795027"/>
                <a:gd name="connsiteX4" fmla="*/ 4282900 w 4282900"/>
                <a:gd name="connsiteY4" fmla="*/ 3441681 h 5795027"/>
                <a:gd name="connsiteX5" fmla="*/ 4282900 w 4282900"/>
                <a:gd name="connsiteY5" fmla="*/ 3746068 h 5795027"/>
                <a:gd name="connsiteX6" fmla="*/ 3723546 w 4282900"/>
                <a:gd name="connsiteY6" fmla="*/ 4939455 h 5795027"/>
                <a:gd name="connsiteX7" fmla="*/ 2332829 w 4282900"/>
                <a:gd name="connsiteY7" fmla="*/ 5630311 h 5795027"/>
                <a:gd name="connsiteX8" fmla="*/ 2137940 w 4282900"/>
                <a:gd name="connsiteY8" fmla="*/ 5795027 h 5795027"/>
                <a:gd name="connsiteX9" fmla="*/ 1950069 w 4282900"/>
                <a:gd name="connsiteY9" fmla="*/ 5630311 h 5795027"/>
                <a:gd name="connsiteX10" fmla="*/ 559353 w 4282900"/>
                <a:gd name="connsiteY10" fmla="*/ 4939455 h 5795027"/>
                <a:gd name="connsiteX11" fmla="*/ 0 w 4282900"/>
                <a:gd name="connsiteY11" fmla="*/ 3746068 h 5795027"/>
                <a:gd name="connsiteX12" fmla="*/ 0 w 4282900"/>
                <a:gd name="connsiteY12" fmla="*/ 3441681 h 5795027"/>
                <a:gd name="connsiteX13" fmla="*/ 0 w 4282900"/>
                <a:gd name="connsiteY13" fmla="*/ 3042471 h 5795027"/>
                <a:gd name="connsiteX14" fmla="*/ 0 w 4282900"/>
                <a:gd name="connsiteY14" fmla="*/ 2752557 h 5795027"/>
                <a:gd name="connsiteX15" fmla="*/ 0 w 4282900"/>
                <a:gd name="connsiteY15" fmla="*/ 2231503 h 5795027"/>
                <a:gd name="connsiteX16" fmla="*/ 0 w 4282900"/>
                <a:gd name="connsiteY16" fmla="*/ 2048959 h 5795027"/>
                <a:gd name="connsiteX17" fmla="*/ 559354 w 4282900"/>
                <a:gd name="connsiteY17" fmla="*/ 855573 h 5795027"/>
                <a:gd name="connsiteX18" fmla="*/ 1950071 w 4282900"/>
                <a:gd name="connsiteY18" fmla="*/ 164715 h 5795027"/>
                <a:gd name="connsiteX19" fmla="*/ 2144960 w 4282900"/>
                <a:gd name="connsiteY19" fmla="*/ 0 h 5795027"/>
                <a:gd name="connsiteX20" fmla="*/ 2332832 w 4282900"/>
                <a:gd name="connsiteY20" fmla="*/ 164715 h 5795027"/>
                <a:gd name="connsiteX21" fmla="*/ 2976290 w 4282900"/>
                <a:gd name="connsiteY21" fmla="*/ 524033 h 5795027"/>
                <a:gd name="connsiteX0" fmla="*/ 4282900 w 4282900"/>
                <a:gd name="connsiteY0" fmla="*/ 2231503 h 5795027"/>
                <a:gd name="connsiteX1" fmla="*/ 4282900 w 4282900"/>
                <a:gd name="connsiteY1" fmla="*/ 2752557 h 5795027"/>
                <a:gd name="connsiteX2" fmla="*/ 4282900 w 4282900"/>
                <a:gd name="connsiteY2" fmla="*/ 3042471 h 5795027"/>
                <a:gd name="connsiteX3" fmla="*/ 4282900 w 4282900"/>
                <a:gd name="connsiteY3" fmla="*/ 3441681 h 5795027"/>
                <a:gd name="connsiteX4" fmla="*/ 4282900 w 4282900"/>
                <a:gd name="connsiteY4" fmla="*/ 3746068 h 5795027"/>
                <a:gd name="connsiteX5" fmla="*/ 3723546 w 4282900"/>
                <a:gd name="connsiteY5" fmla="*/ 4939455 h 5795027"/>
                <a:gd name="connsiteX6" fmla="*/ 2332829 w 4282900"/>
                <a:gd name="connsiteY6" fmla="*/ 5630311 h 5795027"/>
                <a:gd name="connsiteX7" fmla="*/ 2137940 w 4282900"/>
                <a:gd name="connsiteY7" fmla="*/ 5795027 h 5795027"/>
                <a:gd name="connsiteX8" fmla="*/ 1950069 w 4282900"/>
                <a:gd name="connsiteY8" fmla="*/ 5630311 h 5795027"/>
                <a:gd name="connsiteX9" fmla="*/ 559353 w 4282900"/>
                <a:gd name="connsiteY9" fmla="*/ 4939455 h 5795027"/>
                <a:gd name="connsiteX10" fmla="*/ 0 w 4282900"/>
                <a:gd name="connsiteY10" fmla="*/ 3746068 h 5795027"/>
                <a:gd name="connsiteX11" fmla="*/ 0 w 4282900"/>
                <a:gd name="connsiteY11" fmla="*/ 3441681 h 5795027"/>
                <a:gd name="connsiteX12" fmla="*/ 0 w 4282900"/>
                <a:gd name="connsiteY12" fmla="*/ 3042471 h 5795027"/>
                <a:gd name="connsiteX13" fmla="*/ 0 w 4282900"/>
                <a:gd name="connsiteY13" fmla="*/ 2752557 h 5795027"/>
                <a:gd name="connsiteX14" fmla="*/ 0 w 4282900"/>
                <a:gd name="connsiteY14" fmla="*/ 2231503 h 5795027"/>
                <a:gd name="connsiteX15" fmla="*/ 0 w 4282900"/>
                <a:gd name="connsiteY15" fmla="*/ 2048959 h 5795027"/>
                <a:gd name="connsiteX16" fmla="*/ 559354 w 4282900"/>
                <a:gd name="connsiteY16" fmla="*/ 855573 h 5795027"/>
                <a:gd name="connsiteX17" fmla="*/ 1950071 w 4282900"/>
                <a:gd name="connsiteY17" fmla="*/ 164715 h 5795027"/>
                <a:gd name="connsiteX18" fmla="*/ 2144960 w 4282900"/>
                <a:gd name="connsiteY18" fmla="*/ 0 h 5795027"/>
                <a:gd name="connsiteX19" fmla="*/ 2332832 w 4282900"/>
                <a:gd name="connsiteY19" fmla="*/ 164715 h 5795027"/>
                <a:gd name="connsiteX20" fmla="*/ 2976290 w 4282900"/>
                <a:gd name="connsiteY20" fmla="*/ 524033 h 5795027"/>
                <a:gd name="connsiteX0" fmla="*/ 4282900 w 4282900"/>
                <a:gd name="connsiteY0" fmla="*/ 2752557 h 5795027"/>
                <a:gd name="connsiteX1" fmla="*/ 4282900 w 4282900"/>
                <a:gd name="connsiteY1" fmla="*/ 3042471 h 5795027"/>
                <a:gd name="connsiteX2" fmla="*/ 4282900 w 4282900"/>
                <a:gd name="connsiteY2" fmla="*/ 3441681 h 5795027"/>
                <a:gd name="connsiteX3" fmla="*/ 4282900 w 4282900"/>
                <a:gd name="connsiteY3" fmla="*/ 3746068 h 5795027"/>
                <a:gd name="connsiteX4" fmla="*/ 3723546 w 4282900"/>
                <a:gd name="connsiteY4" fmla="*/ 4939455 h 5795027"/>
                <a:gd name="connsiteX5" fmla="*/ 2332829 w 4282900"/>
                <a:gd name="connsiteY5" fmla="*/ 5630311 h 5795027"/>
                <a:gd name="connsiteX6" fmla="*/ 2137940 w 4282900"/>
                <a:gd name="connsiteY6" fmla="*/ 5795027 h 5795027"/>
                <a:gd name="connsiteX7" fmla="*/ 1950069 w 4282900"/>
                <a:gd name="connsiteY7" fmla="*/ 5630311 h 5795027"/>
                <a:gd name="connsiteX8" fmla="*/ 559353 w 4282900"/>
                <a:gd name="connsiteY8" fmla="*/ 4939455 h 5795027"/>
                <a:gd name="connsiteX9" fmla="*/ 0 w 4282900"/>
                <a:gd name="connsiteY9" fmla="*/ 3746068 h 5795027"/>
                <a:gd name="connsiteX10" fmla="*/ 0 w 4282900"/>
                <a:gd name="connsiteY10" fmla="*/ 3441681 h 5795027"/>
                <a:gd name="connsiteX11" fmla="*/ 0 w 4282900"/>
                <a:gd name="connsiteY11" fmla="*/ 3042471 h 5795027"/>
                <a:gd name="connsiteX12" fmla="*/ 0 w 4282900"/>
                <a:gd name="connsiteY12" fmla="*/ 2752557 h 5795027"/>
                <a:gd name="connsiteX13" fmla="*/ 0 w 4282900"/>
                <a:gd name="connsiteY13" fmla="*/ 2231503 h 5795027"/>
                <a:gd name="connsiteX14" fmla="*/ 0 w 4282900"/>
                <a:gd name="connsiteY14" fmla="*/ 2048959 h 5795027"/>
                <a:gd name="connsiteX15" fmla="*/ 559354 w 4282900"/>
                <a:gd name="connsiteY15" fmla="*/ 855573 h 5795027"/>
                <a:gd name="connsiteX16" fmla="*/ 1950071 w 4282900"/>
                <a:gd name="connsiteY16" fmla="*/ 164715 h 5795027"/>
                <a:gd name="connsiteX17" fmla="*/ 2144960 w 4282900"/>
                <a:gd name="connsiteY17" fmla="*/ 0 h 5795027"/>
                <a:gd name="connsiteX18" fmla="*/ 2332832 w 4282900"/>
                <a:gd name="connsiteY18" fmla="*/ 164715 h 5795027"/>
                <a:gd name="connsiteX19" fmla="*/ 2976290 w 4282900"/>
                <a:gd name="connsiteY19" fmla="*/ 524033 h 5795027"/>
                <a:gd name="connsiteX0" fmla="*/ 4282900 w 4282900"/>
                <a:gd name="connsiteY0" fmla="*/ 3042471 h 5795027"/>
                <a:gd name="connsiteX1" fmla="*/ 4282900 w 4282900"/>
                <a:gd name="connsiteY1" fmla="*/ 3441681 h 5795027"/>
                <a:gd name="connsiteX2" fmla="*/ 4282900 w 4282900"/>
                <a:gd name="connsiteY2" fmla="*/ 3746068 h 5795027"/>
                <a:gd name="connsiteX3" fmla="*/ 3723546 w 4282900"/>
                <a:gd name="connsiteY3" fmla="*/ 4939455 h 5795027"/>
                <a:gd name="connsiteX4" fmla="*/ 2332829 w 4282900"/>
                <a:gd name="connsiteY4" fmla="*/ 5630311 h 5795027"/>
                <a:gd name="connsiteX5" fmla="*/ 2137940 w 4282900"/>
                <a:gd name="connsiteY5" fmla="*/ 5795027 h 5795027"/>
                <a:gd name="connsiteX6" fmla="*/ 1950069 w 4282900"/>
                <a:gd name="connsiteY6" fmla="*/ 5630311 h 5795027"/>
                <a:gd name="connsiteX7" fmla="*/ 559353 w 4282900"/>
                <a:gd name="connsiteY7" fmla="*/ 4939455 h 5795027"/>
                <a:gd name="connsiteX8" fmla="*/ 0 w 4282900"/>
                <a:gd name="connsiteY8" fmla="*/ 3746068 h 5795027"/>
                <a:gd name="connsiteX9" fmla="*/ 0 w 4282900"/>
                <a:gd name="connsiteY9" fmla="*/ 3441681 h 5795027"/>
                <a:gd name="connsiteX10" fmla="*/ 0 w 4282900"/>
                <a:gd name="connsiteY10" fmla="*/ 3042471 h 5795027"/>
                <a:gd name="connsiteX11" fmla="*/ 0 w 4282900"/>
                <a:gd name="connsiteY11" fmla="*/ 2752557 h 5795027"/>
                <a:gd name="connsiteX12" fmla="*/ 0 w 4282900"/>
                <a:gd name="connsiteY12" fmla="*/ 2231503 h 5795027"/>
                <a:gd name="connsiteX13" fmla="*/ 0 w 4282900"/>
                <a:gd name="connsiteY13" fmla="*/ 2048959 h 5795027"/>
                <a:gd name="connsiteX14" fmla="*/ 559354 w 4282900"/>
                <a:gd name="connsiteY14" fmla="*/ 855573 h 5795027"/>
                <a:gd name="connsiteX15" fmla="*/ 1950071 w 4282900"/>
                <a:gd name="connsiteY15" fmla="*/ 164715 h 5795027"/>
                <a:gd name="connsiteX16" fmla="*/ 2144960 w 4282900"/>
                <a:gd name="connsiteY16" fmla="*/ 0 h 5795027"/>
                <a:gd name="connsiteX17" fmla="*/ 2332832 w 4282900"/>
                <a:gd name="connsiteY17" fmla="*/ 164715 h 5795027"/>
                <a:gd name="connsiteX18" fmla="*/ 2976290 w 4282900"/>
                <a:gd name="connsiteY18" fmla="*/ 524033 h 5795027"/>
                <a:gd name="connsiteX0" fmla="*/ 4282900 w 4282900"/>
                <a:gd name="connsiteY0" fmla="*/ 3441681 h 5795027"/>
                <a:gd name="connsiteX1" fmla="*/ 4282900 w 4282900"/>
                <a:gd name="connsiteY1" fmla="*/ 3746068 h 5795027"/>
                <a:gd name="connsiteX2" fmla="*/ 3723546 w 4282900"/>
                <a:gd name="connsiteY2" fmla="*/ 4939455 h 5795027"/>
                <a:gd name="connsiteX3" fmla="*/ 2332829 w 4282900"/>
                <a:gd name="connsiteY3" fmla="*/ 5630311 h 5795027"/>
                <a:gd name="connsiteX4" fmla="*/ 2137940 w 4282900"/>
                <a:gd name="connsiteY4" fmla="*/ 5795027 h 5795027"/>
                <a:gd name="connsiteX5" fmla="*/ 1950069 w 4282900"/>
                <a:gd name="connsiteY5" fmla="*/ 5630311 h 5795027"/>
                <a:gd name="connsiteX6" fmla="*/ 559353 w 4282900"/>
                <a:gd name="connsiteY6" fmla="*/ 4939455 h 5795027"/>
                <a:gd name="connsiteX7" fmla="*/ 0 w 4282900"/>
                <a:gd name="connsiteY7" fmla="*/ 3746068 h 5795027"/>
                <a:gd name="connsiteX8" fmla="*/ 0 w 4282900"/>
                <a:gd name="connsiteY8" fmla="*/ 3441681 h 5795027"/>
                <a:gd name="connsiteX9" fmla="*/ 0 w 4282900"/>
                <a:gd name="connsiteY9" fmla="*/ 3042471 h 5795027"/>
                <a:gd name="connsiteX10" fmla="*/ 0 w 4282900"/>
                <a:gd name="connsiteY10" fmla="*/ 2752557 h 5795027"/>
                <a:gd name="connsiteX11" fmla="*/ 0 w 4282900"/>
                <a:gd name="connsiteY11" fmla="*/ 2231503 h 5795027"/>
                <a:gd name="connsiteX12" fmla="*/ 0 w 4282900"/>
                <a:gd name="connsiteY12" fmla="*/ 2048959 h 5795027"/>
                <a:gd name="connsiteX13" fmla="*/ 559354 w 4282900"/>
                <a:gd name="connsiteY13" fmla="*/ 855573 h 5795027"/>
                <a:gd name="connsiteX14" fmla="*/ 1950071 w 4282900"/>
                <a:gd name="connsiteY14" fmla="*/ 164715 h 5795027"/>
                <a:gd name="connsiteX15" fmla="*/ 2144960 w 4282900"/>
                <a:gd name="connsiteY15" fmla="*/ 0 h 5795027"/>
                <a:gd name="connsiteX16" fmla="*/ 2332832 w 4282900"/>
                <a:gd name="connsiteY16" fmla="*/ 164715 h 5795027"/>
                <a:gd name="connsiteX17" fmla="*/ 2976290 w 4282900"/>
                <a:gd name="connsiteY17" fmla="*/ 524033 h 5795027"/>
                <a:gd name="connsiteX0" fmla="*/ 4282900 w 4282900"/>
                <a:gd name="connsiteY0" fmla="*/ 3441681 h 5795027"/>
                <a:gd name="connsiteX1" fmla="*/ 3723546 w 4282900"/>
                <a:gd name="connsiteY1" fmla="*/ 4939455 h 5795027"/>
                <a:gd name="connsiteX2" fmla="*/ 2332829 w 4282900"/>
                <a:gd name="connsiteY2" fmla="*/ 5630311 h 5795027"/>
                <a:gd name="connsiteX3" fmla="*/ 2137940 w 4282900"/>
                <a:gd name="connsiteY3" fmla="*/ 5795027 h 5795027"/>
                <a:gd name="connsiteX4" fmla="*/ 1950069 w 4282900"/>
                <a:gd name="connsiteY4" fmla="*/ 5630311 h 5795027"/>
                <a:gd name="connsiteX5" fmla="*/ 559353 w 4282900"/>
                <a:gd name="connsiteY5" fmla="*/ 4939455 h 5795027"/>
                <a:gd name="connsiteX6" fmla="*/ 0 w 4282900"/>
                <a:gd name="connsiteY6" fmla="*/ 3746068 h 5795027"/>
                <a:gd name="connsiteX7" fmla="*/ 0 w 4282900"/>
                <a:gd name="connsiteY7" fmla="*/ 3441681 h 5795027"/>
                <a:gd name="connsiteX8" fmla="*/ 0 w 4282900"/>
                <a:gd name="connsiteY8" fmla="*/ 3042471 h 5795027"/>
                <a:gd name="connsiteX9" fmla="*/ 0 w 4282900"/>
                <a:gd name="connsiteY9" fmla="*/ 2752557 h 5795027"/>
                <a:gd name="connsiteX10" fmla="*/ 0 w 4282900"/>
                <a:gd name="connsiteY10" fmla="*/ 2231503 h 5795027"/>
                <a:gd name="connsiteX11" fmla="*/ 0 w 4282900"/>
                <a:gd name="connsiteY11" fmla="*/ 2048959 h 5795027"/>
                <a:gd name="connsiteX12" fmla="*/ 559354 w 4282900"/>
                <a:gd name="connsiteY12" fmla="*/ 855573 h 5795027"/>
                <a:gd name="connsiteX13" fmla="*/ 1950071 w 4282900"/>
                <a:gd name="connsiteY13" fmla="*/ 164715 h 5795027"/>
                <a:gd name="connsiteX14" fmla="*/ 2144960 w 4282900"/>
                <a:gd name="connsiteY14" fmla="*/ 0 h 5795027"/>
                <a:gd name="connsiteX15" fmla="*/ 2332832 w 4282900"/>
                <a:gd name="connsiteY15" fmla="*/ 164715 h 5795027"/>
                <a:gd name="connsiteX16" fmla="*/ 2976290 w 4282900"/>
                <a:gd name="connsiteY16" fmla="*/ 524033 h 5795027"/>
                <a:gd name="connsiteX0" fmla="*/ 3723546 w 3723546"/>
                <a:gd name="connsiteY0" fmla="*/ 4939455 h 5795027"/>
                <a:gd name="connsiteX1" fmla="*/ 2332829 w 3723546"/>
                <a:gd name="connsiteY1" fmla="*/ 5630311 h 5795027"/>
                <a:gd name="connsiteX2" fmla="*/ 2137940 w 3723546"/>
                <a:gd name="connsiteY2" fmla="*/ 5795027 h 5795027"/>
                <a:gd name="connsiteX3" fmla="*/ 1950069 w 3723546"/>
                <a:gd name="connsiteY3" fmla="*/ 5630311 h 5795027"/>
                <a:gd name="connsiteX4" fmla="*/ 559353 w 3723546"/>
                <a:gd name="connsiteY4" fmla="*/ 4939455 h 5795027"/>
                <a:gd name="connsiteX5" fmla="*/ 0 w 3723546"/>
                <a:gd name="connsiteY5" fmla="*/ 3746068 h 5795027"/>
                <a:gd name="connsiteX6" fmla="*/ 0 w 3723546"/>
                <a:gd name="connsiteY6" fmla="*/ 3441681 h 5795027"/>
                <a:gd name="connsiteX7" fmla="*/ 0 w 3723546"/>
                <a:gd name="connsiteY7" fmla="*/ 3042471 h 5795027"/>
                <a:gd name="connsiteX8" fmla="*/ 0 w 3723546"/>
                <a:gd name="connsiteY8" fmla="*/ 2752557 h 5795027"/>
                <a:gd name="connsiteX9" fmla="*/ 0 w 3723546"/>
                <a:gd name="connsiteY9" fmla="*/ 2231503 h 5795027"/>
                <a:gd name="connsiteX10" fmla="*/ 0 w 3723546"/>
                <a:gd name="connsiteY10" fmla="*/ 2048959 h 5795027"/>
                <a:gd name="connsiteX11" fmla="*/ 559354 w 3723546"/>
                <a:gd name="connsiteY11" fmla="*/ 855573 h 5795027"/>
                <a:gd name="connsiteX12" fmla="*/ 1950071 w 3723546"/>
                <a:gd name="connsiteY12" fmla="*/ 164715 h 5795027"/>
                <a:gd name="connsiteX13" fmla="*/ 2144960 w 3723546"/>
                <a:gd name="connsiteY13" fmla="*/ 0 h 5795027"/>
                <a:gd name="connsiteX14" fmla="*/ 2332832 w 3723546"/>
                <a:gd name="connsiteY14" fmla="*/ 164715 h 5795027"/>
                <a:gd name="connsiteX15" fmla="*/ 2976290 w 3723546"/>
                <a:gd name="connsiteY15" fmla="*/ 524033 h 5795027"/>
                <a:gd name="connsiteX0" fmla="*/ 3723546 w 3723546"/>
                <a:gd name="connsiteY0" fmla="*/ 4939455 h 5795027"/>
                <a:gd name="connsiteX1" fmla="*/ 2989878 w 3723546"/>
                <a:gd name="connsiteY1" fmla="*/ 5266109 h 5795027"/>
                <a:gd name="connsiteX2" fmla="*/ 2332829 w 3723546"/>
                <a:gd name="connsiteY2" fmla="*/ 5630311 h 5795027"/>
                <a:gd name="connsiteX3" fmla="*/ 2137940 w 3723546"/>
                <a:gd name="connsiteY3" fmla="*/ 5795027 h 5795027"/>
                <a:gd name="connsiteX4" fmla="*/ 1950069 w 3723546"/>
                <a:gd name="connsiteY4" fmla="*/ 5630311 h 5795027"/>
                <a:gd name="connsiteX5" fmla="*/ 559353 w 3723546"/>
                <a:gd name="connsiteY5" fmla="*/ 4939455 h 5795027"/>
                <a:gd name="connsiteX6" fmla="*/ 0 w 3723546"/>
                <a:gd name="connsiteY6" fmla="*/ 3746068 h 5795027"/>
                <a:gd name="connsiteX7" fmla="*/ 0 w 3723546"/>
                <a:gd name="connsiteY7" fmla="*/ 3441681 h 5795027"/>
                <a:gd name="connsiteX8" fmla="*/ 0 w 3723546"/>
                <a:gd name="connsiteY8" fmla="*/ 3042471 h 5795027"/>
                <a:gd name="connsiteX9" fmla="*/ 0 w 3723546"/>
                <a:gd name="connsiteY9" fmla="*/ 2752557 h 5795027"/>
                <a:gd name="connsiteX10" fmla="*/ 0 w 3723546"/>
                <a:gd name="connsiteY10" fmla="*/ 2231503 h 5795027"/>
                <a:gd name="connsiteX11" fmla="*/ 0 w 3723546"/>
                <a:gd name="connsiteY11" fmla="*/ 2048959 h 5795027"/>
                <a:gd name="connsiteX12" fmla="*/ 559354 w 3723546"/>
                <a:gd name="connsiteY12" fmla="*/ 855573 h 5795027"/>
                <a:gd name="connsiteX13" fmla="*/ 1950071 w 3723546"/>
                <a:gd name="connsiteY13" fmla="*/ 164715 h 5795027"/>
                <a:gd name="connsiteX14" fmla="*/ 2144960 w 3723546"/>
                <a:gd name="connsiteY14" fmla="*/ 0 h 5795027"/>
                <a:gd name="connsiteX15" fmla="*/ 2332832 w 3723546"/>
                <a:gd name="connsiteY15" fmla="*/ 164715 h 5795027"/>
                <a:gd name="connsiteX16" fmla="*/ 2976290 w 3723546"/>
                <a:gd name="connsiteY16" fmla="*/ 524033 h 5795027"/>
                <a:gd name="connsiteX0" fmla="*/ 2989878 w 2989878"/>
                <a:gd name="connsiteY0" fmla="*/ 5266109 h 5795027"/>
                <a:gd name="connsiteX1" fmla="*/ 2332829 w 2989878"/>
                <a:gd name="connsiteY1" fmla="*/ 5630311 h 5795027"/>
                <a:gd name="connsiteX2" fmla="*/ 2137940 w 2989878"/>
                <a:gd name="connsiteY2" fmla="*/ 5795027 h 5795027"/>
                <a:gd name="connsiteX3" fmla="*/ 1950069 w 2989878"/>
                <a:gd name="connsiteY3" fmla="*/ 5630311 h 5795027"/>
                <a:gd name="connsiteX4" fmla="*/ 559353 w 2989878"/>
                <a:gd name="connsiteY4" fmla="*/ 4939455 h 5795027"/>
                <a:gd name="connsiteX5" fmla="*/ 0 w 2989878"/>
                <a:gd name="connsiteY5" fmla="*/ 3746068 h 5795027"/>
                <a:gd name="connsiteX6" fmla="*/ 0 w 2989878"/>
                <a:gd name="connsiteY6" fmla="*/ 3441681 h 5795027"/>
                <a:gd name="connsiteX7" fmla="*/ 0 w 2989878"/>
                <a:gd name="connsiteY7" fmla="*/ 3042471 h 5795027"/>
                <a:gd name="connsiteX8" fmla="*/ 0 w 2989878"/>
                <a:gd name="connsiteY8" fmla="*/ 2752557 h 5795027"/>
                <a:gd name="connsiteX9" fmla="*/ 0 w 2989878"/>
                <a:gd name="connsiteY9" fmla="*/ 2231503 h 5795027"/>
                <a:gd name="connsiteX10" fmla="*/ 0 w 2989878"/>
                <a:gd name="connsiteY10" fmla="*/ 2048959 h 5795027"/>
                <a:gd name="connsiteX11" fmla="*/ 559354 w 2989878"/>
                <a:gd name="connsiteY11" fmla="*/ 855573 h 5795027"/>
                <a:gd name="connsiteX12" fmla="*/ 1950071 w 2989878"/>
                <a:gd name="connsiteY12" fmla="*/ 164715 h 5795027"/>
                <a:gd name="connsiteX13" fmla="*/ 2144960 w 2989878"/>
                <a:gd name="connsiteY13" fmla="*/ 0 h 5795027"/>
                <a:gd name="connsiteX14" fmla="*/ 2332832 w 2989878"/>
                <a:gd name="connsiteY14" fmla="*/ 164715 h 5795027"/>
                <a:gd name="connsiteX15" fmla="*/ 2976290 w 2989878"/>
                <a:gd name="connsiteY15" fmla="*/ 524033 h 5795027"/>
                <a:gd name="connsiteX0" fmla="*/ 2989878 w 2989878"/>
                <a:gd name="connsiteY0" fmla="*/ 5266109 h 5795027"/>
                <a:gd name="connsiteX1" fmla="*/ 2332829 w 2989878"/>
                <a:gd name="connsiteY1" fmla="*/ 5630311 h 5795027"/>
                <a:gd name="connsiteX2" fmla="*/ 2137940 w 2989878"/>
                <a:gd name="connsiteY2" fmla="*/ 5795027 h 5795027"/>
                <a:gd name="connsiteX3" fmla="*/ 1950069 w 2989878"/>
                <a:gd name="connsiteY3" fmla="*/ 5630311 h 5795027"/>
                <a:gd name="connsiteX4" fmla="*/ 559353 w 2989878"/>
                <a:gd name="connsiteY4" fmla="*/ 4939455 h 5795027"/>
                <a:gd name="connsiteX5" fmla="*/ 0 w 2989878"/>
                <a:gd name="connsiteY5" fmla="*/ 3746068 h 5795027"/>
                <a:gd name="connsiteX6" fmla="*/ 0 w 2989878"/>
                <a:gd name="connsiteY6" fmla="*/ 3441681 h 5795027"/>
                <a:gd name="connsiteX7" fmla="*/ 0 w 2989878"/>
                <a:gd name="connsiteY7" fmla="*/ 3042471 h 5795027"/>
                <a:gd name="connsiteX8" fmla="*/ 0 w 2989878"/>
                <a:gd name="connsiteY8" fmla="*/ 2752557 h 5795027"/>
                <a:gd name="connsiteX9" fmla="*/ 0 w 2989878"/>
                <a:gd name="connsiteY9" fmla="*/ 2231503 h 5795027"/>
                <a:gd name="connsiteX10" fmla="*/ 0 w 2989878"/>
                <a:gd name="connsiteY10" fmla="*/ 2048959 h 5795027"/>
                <a:gd name="connsiteX11" fmla="*/ 559354 w 2989878"/>
                <a:gd name="connsiteY11" fmla="*/ 855573 h 5795027"/>
                <a:gd name="connsiteX12" fmla="*/ 1950071 w 2989878"/>
                <a:gd name="connsiteY12" fmla="*/ 164715 h 5795027"/>
                <a:gd name="connsiteX13" fmla="*/ 2144960 w 2989878"/>
                <a:gd name="connsiteY13" fmla="*/ 0 h 5795027"/>
                <a:gd name="connsiteX14" fmla="*/ 2332832 w 2989878"/>
                <a:gd name="connsiteY14" fmla="*/ 164715 h 5795027"/>
                <a:gd name="connsiteX15" fmla="*/ 2976290 w 2989878"/>
                <a:gd name="connsiteY15" fmla="*/ 524033 h 5795027"/>
                <a:gd name="connsiteX0" fmla="*/ 2955049 w 2976290"/>
                <a:gd name="connsiteY0" fmla="*/ 5266109 h 5795027"/>
                <a:gd name="connsiteX1" fmla="*/ 2332829 w 2976290"/>
                <a:gd name="connsiteY1" fmla="*/ 5630311 h 5795027"/>
                <a:gd name="connsiteX2" fmla="*/ 2137940 w 2976290"/>
                <a:gd name="connsiteY2" fmla="*/ 5795027 h 5795027"/>
                <a:gd name="connsiteX3" fmla="*/ 1950069 w 2976290"/>
                <a:gd name="connsiteY3" fmla="*/ 5630311 h 5795027"/>
                <a:gd name="connsiteX4" fmla="*/ 559353 w 2976290"/>
                <a:gd name="connsiteY4" fmla="*/ 4939455 h 5795027"/>
                <a:gd name="connsiteX5" fmla="*/ 0 w 2976290"/>
                <a:gd name="connsiteY5" fmla="*/ 3746068 h 5795027"/>
                <a:gd name="connsiteX6" fmla="*/ 0 w 2976290"/>
                <a:gd name="connsiteY6" fmla="*/ 3441681 h 5795027"/>
                <a:gd name="connsiteX7" fmla="*/ 0 w 2976290"/>
                <a:gd name="connsiteY7" fmla="*/ 3042471 h 5795027"/>
                <a:gd name="connsiteX8" fmla="*/ 0 w 2976290"/>
                <a:gd name="connsiteY8" fmla="*/ 2752557 h 5795027"/>
                <a:gd name="connsiteX9" fmla="*/ 0 w 2976290"/>
                <a:gd name="connsiteY9" fmla="*/ 2231503 h 5795027"/>
                <a:gd name="connsiteX10" fmla="*/ 0 w 2976290"/>
                <a:gd name="connsiteY10" fmla="*/ 2048959 h 5795027"/>
                <a:gd name="connsiteX11" fmla="*/ 559354 w 2976290"/>
                <a:gd name="connsiteY11" fmla="*/ 855573 h 5795027"/>
                <a:gd name="connsiteX12" fmla="*/ 1950071 w 2976290"/>
                <a:gd name="connsiteY12" fmla="*/ 164715 h 5795027"/>
                <a:gd name="connsiteX13" fmla="*/ 2144960 w 2976290"/>
                <a:gd name="connsiteY13" fmla="*/ 0 h 5795027"/>
                <a:gd name="connsiteX14" fmla="*/ 2332832 w 2976290"/>
                <a:gd name="connsiteY14" fmla="*/ 164715 h 5795027"/>
                <a:gd name="connsiteX15" fmla="*/ 2976290 w 2976290"/>
                <a:gd name="connsiteY15" fmla="*/ 524033 h 5795027"/>
                <a:gd name="connsiteX0" fmla="*/ 2955049 w 2976290"/>
                <a:gd name="connsiteY0" fmla="*/ 5266109 h 5795027"/>
                <a:gd name="connsiteX1" fmla="*/ 2332829 w 2976290"/>
                <a:gd name="connsiteY1" fmla="*/ 5630311 h 5795027"/>
                <a:gd name="connsiteX2" fmla="*/ 2137940 w 2976290"/>
                <a:gd name="connsiteY2" fmla="*/ 5795027 h 5795027"/>
                <a:gd name="connsiteX3" fmla="*/ 1950069 w 2976290"/>
                <a:gd name="connsiteY3" fmla="*/ 5630311 h 5795027"/>
                <a:gd name="connsiteX4" fmla="*/ 559353 w 2976290"/>
                <a:gd name="connsiteY4" fmla="*/ 4939455 h 5795027"/>
                <a:gd name="connsiteX5" fmla="*/ 0 w 2976290"/>
                <a:gd name="connsiteY5" fmla="*/ 3746068 h 5795027"/>
                <a:gd name="connsiteX6" fmla="*/ 0 w 2976290"/>
                <a:gd name="connsiteY6" fmla="*/ 3441681 h 5795027"/>
                <a:gd name="connsiteX7" fmla="*/ 0 w 2976290"/>
                <a:gd name="connsiteY7" fmla="*/ 3042471 h 5795027"/>
                <a:gd name="connsiteX8" fmla="*/ 0 w 2976290"/>
                <a:gd name="connsiteY8" fmla="*/ 2752557 h 5795027"/>
                <a:gd name="connsiteX9" fmla="*/ 0 w 2976290"/>
                <a:gd name="connsiteY9" fmla="*/ 2231503 h 5795027"/>
                <a:gd name="connsiteX10" fmla="*/ 0 w 2976290"/>
                <a:gd name="connsiteY10" fmla="*/ 2048959 h 5795027"/>
                <a:gd name="connsiteX11" fmla="*/ 559354 w 2976290"/>
                <a:gd name="connsiteY11" fmla="*/ 855573 h 5795027"/>
                <a:gd name="connsiteX12" fmla="*/ 1950071 w 2976290"/>
                <a:gd name="connsiteY12" fmla="*/ 164715 h 5795027"/>
                <a:gd name="connsiteX13" fmla="*/ 2144960 w 2976290"/>
                <a:gd name="connsiteY13" fmla="*/ 0 h 5795027"/>
                <a:gd name="connsiteX14" fmla="*/ 2332832 w 2976290"/>
                <a:gd name="connsiteY14" fmla="*/ 164715 h 5795027"/>
                <a:gd name="connsiteX15" fmla="*/ 2976290 w 2976290"/>
                <a:gd name="connsiteY15" fmla="*/ 524033 h 5795027"/>
                <a:gd name="connsiteX0" fmla="*/ 2955049 w 2976290"/>
                <a:gd name="connsiteY0" fmla="*/ 5266109 h 5795027"/>
                <a:gd name="connsiteX1" fmla="*/ 2332829 w 2976290"/>
                <a:gd name="connsiteY1" fmla="*/ 5630311 h 5795027"/>
                <a:gd name="connsiteX2" fmla="*/ 2137940 w 2976290"/>
                <a:gd name="connsiteY2" fmla="*/ 5795027 h 5795027"/>
                <a:gd name="connsiteX3" fmla="*/ 1950069 w 2976290"/>
                <a:gd name="connsiteY3" fmla="*/ 5630311 h 5795027"/>
                <a:gd name="connsiteX4" fmla="*/ 559353 w 2976290"/>
                <a:gd name="connsiteY4" fmla="*/ 4939455 h 5795027"/>
                <a:gd name="connsiteX5" fmla="*/ 0 w 2976290"/>
                <a:gd name="connsiteY5" fmla="*/ 3746068 h 5795027"/>
                <a:gd name="connsiteX6" fmla="*/ 0 w 2976290"/>
                <a:gd name="connsiteY6" fmla="*/ 3441681 h 5795027"/>
                <a:gd name="connsiteX7" fmla="*/ 0 w 2976290"/>
                <a:gd name="connsiteY7" fmla="*/ 3042471 h 5795027"/>
                <a:gd name="connsiteX8" fmla="*/ 0 w 2976290"/>
                <a:gd name="connsiteY8" fmla="*/ 2752557 h 5795027"/>
                <a:gd name="connsiteX9" fmla="*/ 0 w 2976290"/>
                <a:gd name="connsiteY9" fmla="*/ 2231503 h 5795027"/>
                <a:gd name="connsiteX10" fmla="*/ 0 w 2976290"/>
                <a:gd name="connsiteY10" fmla="*/ 2048959 h 5795027"/>
                <a:gd name="connsiteX11" fmla="*/ 559354 w 2976290"/>
                <a:gd name="connsiteY11" fmla="*/ 855573 h 5795027"/>
                <a:gd name="connsiteX12" fmla="*/ 1950071 w 2976290"/>
                <a:gd name="connsiteY12" fmla="*/ 164715 h 5795027"/>
                <a:gd name="connsiteX13" fmla="*/ 2144960 w 2976290"/>
                <a:gd name="connsiteY13" fmla="*/ 0 h 5795027"/>
                <a:gd name="connsiteX14" fmla="*/ 2332832 w 2976290"/>
                <a:gd name="connsiteY14" fmla="*/ 164715 h 5795027"/>
                <a:gd name="connsiteX15" fmla="*/ 2976290 w 2976290"/>
                <a:gd name="connsiteY15" fmla="*/ 524033 h 5795027"/>
                <a:gd name="connsiteX0" fmla="*/ 2955049 w 2976290"/>
                <a:gd name="connsiteY0" fmla="*/ 5266109 h 5795027"/>
                <a:gd name="connsiteX1" fmla="*/ 2332829 w 2976290"/>
                <a:gd name="connsiteY1" fmla="*/ 5630311 h 5795027"/>
                <a:gd name="connsiteX2" fmla="*/ 2137940 w 2976290"/>
                <a:gd name="connsiteY2" fmla="*/ 5795027 h 5795027"/>
                <a:gd name="connsiteX3" fmla="*/ 1950069 w 2976290"/>
                <a:gd name="connsiteY3" fmla="*/ 5630311 h 5795027"/>
                <a:gd name="connsiteX4" fmla="*/ 559353 w 2976290"/>
                <a:gd name="connsiteY4" fmla="*/ 4939455 h 5795027"/>
                <a:gd name="connsiteX5" fmla="*/ 0 w 2976290"/>
                <a:gd name="connsiteY5" fmla="*/ 3746068 h 5795027"/>
                <a:gd name="connsiteX6" fmla="*/ 0 w 2976290"/>
                <a:gd name="connsiteY6" fmla="*/ 3441681 h 5795027"/>
                <a:gd name="connsiteX7" fmla="*/ 0 w 2976290"/>
                <a:gd name="connsiteY7" fmla="*/ 3042471 h 5795027"/>
                <a:gd name="connsiteX8" fmla="*/ 0 w 2976290"/>
                <a:gd name="connsiteY8" fmla="*/ 2752557 h 5795027"/>
                <a:gd name="connsiteX9" fmla="*/ 0 w 2976290"/>
                <a:gd name="connsiteY9" fmla="*/ 2231503 h 5795027"/>
                <a:gd name="connsiteX10" fmla="*/ 0 w 2976290"/>
                <a:gd name="connsiteY10" fmla="*/ 2048959 h 5795027"/>
                <a:gd name="connsiteX11" fmla="*/ 559354 w 2976290"/>
                <a:gd name="connsiteY11" fmla="*/ 855573 h 5795027"/>
                <a:gd name="connsiteX12" fmla="*/ 1950071 w 2976290"/>
                <a:gd name="connsiteY12" fmla="*/ 164715 h 5795027"/>
                <a:gd name="connsiteX13" fmla="*/ 2144960 w 2976290"/>
                <a:gd name="connsiteY13" fmla="*/ 0 h 5795027"/>
                <a:gd name="connsiteX14" fmla="*/ 2332832 w 2976290"/>
                <a:gd name="connsiteY14" fmla="*/ 164715 h 5795027"/>
                <a:gd name="connsiteX15" fmla="*/ 2976290 w 2976290"/>
                <a:gd name="connsiteY15" fmla="*/ 524033 h 5795027"/>
                <a:gd name="connsiteX0" fmla="*/ 2955049 w 2976290"/>
                <a:gd name="connsiteY0" fmla="*/ 5266109 h 5795027"/>
                <a:gd name="connsiteX1" fmla="*/ 2332829 w 2976290"/>
                <a:gd name="connsiteY1" fmla="*/ 5630311 h 5795027"/>
                <a:gd name="connsiteX2" fmla="*/ 2137940 w 2976290"/>
                <a:gd name="connsiteY2" fmla="*/ 5795027 h 5795027"/>
                <a:gd name="connsiteX3" fmla="*/ 1950069 w 2976290"/>
                <a:gd name="connsiteY3" fmla="*/ 5630311 h 5795027"/>
                <a:gd name="connsiteX4" fmla="*/ 559353 w 2976290"/>
                <a:gd name="connsiteY4" fmla="*/ 4939455 h 5795027"/>
                <a:gd name="connsiteX5" fmla="*/ 0 w 2976290"/>
                <a:gd name="connsiteY5" fmla="*/ 3746068 h 5795027"/>
                <a:gd name="connsiteX6" fmla="*/ 0 w 2976290"/>
                <a:gd name="connsiteY6" fmla="*/ 3441681 h 5795027"/>
                <a:gd name="connsiteX7" fmla="*/ 0 w 2976290"/>
                <a:gd name="connsiteY7" fmla="*/ 3042471 h 5795027"/>
                <a:gd name="connsiteX8" fmla="*/ 0 w 2976290"/>
                <a:gd name="connsiteY8" fmla="*/ 2752557 h 5795027"/>
                <a:gd name="connsiteX9" fmla="*/ 0 w 2976290"/>
                <a:gd name="connsiteY9" fmla="*/ 2231503 h 5795027"/>
                <a:gd name="connsiteX10" fmla="*/ 0 w 2976290"/>
                <a:gd name="connsiteY10" fmla="*/ 2048959 h 5795027"/>
                <a:gd name="connsiteX11" fmla="*/ 559354 w 2976290"/>
                <a:gd name="connsiteY11" fmla="*/ 855573 h 5795027"/>
                <a:gd name="connsiteX12" fmla="*/ 1950071 w 2976290"/>
                <a:gd name="connsiteY12" fmla="*/ 164715 h 5795027"/>
                <a:gd name="connsiteX13" fmla="*/ 2144960 w 2976290"/>
                <a:gd name="connsiteY13" fmla="*/ 0 h 5795027"/>
                <a:gd name="connsiteX14" fmla="*/ 2332832 w 2976290"/>
                <a:gd name="connsiteY14" fmla="*/ 164715 h 5795027"/>
                <a:gd name="connsiteX15" fmla="*/ 2976290 w 2976290"/>
                <a:gd name="connsiteY15" fmla="*/ 524033 h 5795027"/>
                <a:gd name="connsiteX0" fmla="*/ 2955049 w 2987296"/>
                <a:gd name="connsiteY0" fmla="*/ 5266109 h 5795027"/>
                <a:gd name="connsiteX1" fmla="*/ 2332829 w 2987296"/>
                <a:gd name="connsiteY1" fmla="*/ 5630311 h 5795027"/>
                <a:gd name="connsiteX2" fmla="*/ 2137940 w 2987296"/>
                <a:gd name="connsiteY2" fmla="*/ 5795027 h 5795027"/>
                <a:gd name="connsiteX3" fmla="*/ 1950069 w 2987296"/>
                <a:gd name="connsiteY3" fmla="*/ 5630311 h 5795027"/>
                <a:gd name="connsiteX4" fmla="*/ 559353 w 2987296"/>
                <a:gd name="connsiteY4" fmla="*/ 4939455 h 5795027"/>
                <a:gd name="connsiteX5" fmla="*/ 0 w 2987296"/>
                <a:gd name="connsiteY5" fmla="*/ 3746068 h 5795027"/>
                <a:gd name="connsiteX6" fmla="*/ 0 w 2987296"/>
                <a:gd name="connsiteY6" fmla="*/ 3441681 h 5795027"/>
                <a:gd name="connsiteX7" fmla="*/ 0 w 2987296"/>
                <a:gd name="connsiteY7" fmla="*/ 3042471 h 5795027"/>
                <a:gd name="connsiteX8" fmla="*/ 0 w 2987296"/>
                <a:gd name="connsiteY8" fmla="*/ 2752557 h 5795027"/>
                <a:gd name="connsiteX9" fmla="*/ 0 w 2987296"/>
                <a:gd name="connsiteY9" fmla="*/ 2231503 h 5795027"/>
                <a:gd name="connsiteX10" fmla="*/ 0 w 2987296"/>
                <a:gd name="connsiteY10" fmla="*/ 2048959 h 5795027"/>
                <a:gd name="connsiteX11" fmla="*/ 559354 w 2987296"/>
                <a:gd name="connsiteY11" fmla="*/ 855573 h 5795027"/>
                <a:gd name="connsiteX12" fmla="*/ 1950071 w 2987296"/>
                <a:gd name="connsiteY12" fmla="*/ 164715 h 5795027"/>
                <a:gd name="connsiteX13" fmla="*/ 2144960 w 2987296"/>
                <a:gd name="connsiteY13" fmla="*/ 0 h 5795027"/>
                <a:gd name="connsiteX14" fmla="*/ 2332832 w 2987296"/>
                <a:gd name="connsiteY14" fmla="*/ 164715 h 5795027"/>
                <a:gd name="connsiteX15" fmla="*/ 2987296 w 2987296"/>
                <a:gd name="connsiteY15" fmla="*/ 557051 h 57950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2987296" h="5795027">
                  <a:moveTo>
                    <a:pt x="2955049" y="5266109"/>
                  </a:moveTo>
                  <a:cubicBezTo>
                    <a:pt x="2737194" y="5332489"/>
                    <a:pt x="2474819" y="5542158"/>
                    <a:pt x="2332829" y="5630311"/>
                  </a:cubicBezTo>
                  <a:lnTo>
                    <a:pt x="2137940" y="5795027"/>
                  </a:lnTo>
                  <a:lnTo>
                    <a:pt x="1950069" y="5630311"/>
                  </a:lnTo>
                  <a:cubicBezTo>
                    <a:pt x="1484225" y="5270318"/>
                    <a:pt x="959280" y="5171158"/>
                    <a:pt x="559353" y="4939455"/>
                  </a:cubicBezTo>
                  <a:cubicBezTo>
                    <a:pt x="174796" y="4670559"/>
                    <a:pt x="0" y="4362177"/>
                    <a:pt x="0" y="3746068"/>
                  </a:cubicBezTo>
                  <a:lnTo>
                    <a:pt x="0" y="3441681"/>
                  </a:lnTo>
                  <a:lnTo>
                    <a:pt x="0" y="3042471"/>
                  </a:lnTo>
                  <a:lnTo>
                    <a:pt x="0" y="2752557"/>
                  </a:lnTo>
                  <a:lnTo>
                    <a:pt x="0" y="2231503"/>
                  </a:lnTo>
                  <a:lnTo>
                    <a:pt x="0" y="2048959"/>
                  </a:lnTo>
                  <a:cubicBezTo>
                    <a:pt x="0" y="1432851"/>
                    <a:pt x="174797" y="1124469"/>
                    <a:pt x="559354" y="855573"/>
                  </a:cubicBezTo>
                  <a:cubicBezTo>
                    <a:pt x="959283" y="623869"/>
                    <a:pt x="1484227" y="524709"/>
                    <a:pt x="1950071" y="164715"/>
                  </a:cubicBezTo>
                  <a:lnTo>
                    <a:pt x="2144960" y="0"/>
                  </a:lnTo>
                  <a:lnTo>
                    <a:pt x="2332832" y="164715"/>
                  </a:lnTo>
                  <a:cubicBezTo>
                    <a:pt x="2471387" y="252054"/>
                    <a:pt x="2755510" y="441908"/>
                    <a:pt x="2987296" y="557051"/>
                  </a:cubicBezTo>
                </a:path>
              </a:pathLst>
            </a:custGeom>
            <a:noFill/>
            <a:ln w="25400" cap="rnd">
              <a:solidFill>
                <a:schemeClr val="bg2">
                  <a:lumMod val="75000"/>
                  <a:alpha val="65000"/>
                </a:schemeClr>
              </a:solidFill>
              <a:prstDash val="sysDot"/>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sp>
        <p:nvSpPr>
          <p:cNvPr id="2" name="Title Placeholder 1">
            <a:extLst>
              <a:ext uri="{FF2B5EF4-FFF2-40B4-BE49-F238E27FC236}">
                <a16:creationId xmlns:a16="http://schemas.microsoft.com/office/drawing/2014/main" id="{7E11B74D-DF90-4993-88AE-4D05C91F2A96}"/>
              </a:ext>
            </a:extLst>
          </p:cNvPr>
          <p:cNvSpPr>
            <a:spLocks noGrp="1"/>
          </p:cNvSpPr>
          <p:nvPr>
            <p:ph type="title"/>
          </p:nvPr>
        </p:nvSpPr>
        <p:spPr>
          <a:xfrm>
            <a:off x="966744" y="959587"/>
            <a:ext cx="9076329" cy="1064277"/>
          </a:xfrm>
          <a:prstGeom prst="rect">
            <a:avLst/>
          </a:prstGeom>
        </p:spPr>
        <p:txBody>
          <a:bodyPr lIns="109728" tIns="109728" rIns="109728" bIns="91440" anchor="ctr"/>
          <a:lstStyle/>
          <a:p>
            <a:r>
              <a:rPr lang="en-US" dirty="0"/>
              <a:t>Click to edit Master title style</a:t>
            </a:r>
          </a:p>
        </p:txBody>
      </p:sp>
      <p:sp>
        <p:nvSpPr>
          <p:cNvPr id="3" name="Text Placeholder 2">
            <a:extLst>
              <a:ext uri="{FF2B5EF4-FFF2-40B4-BE49-F238E27FC236}">
                <a16:creationId xmlns:a16="http://schemas.microsoft.com/office/drawing/2014/main" id="{E79B3DE9-A495-4E75-819D-E0B2E5505072}"/>
              </a:ext>
            </a:extLst>
          </p:cNvPr>
          <p:cNvSpPr>
            <a:spLocks noGrp="1"/>
          </p:cNvSpPr>
          <p:nvPr>
            <p:ph type="body" idx="1"/>
          </p:nvPr>
        </p:nvSpPr>
        <p:spPr>
          <a:xfrm>
            <a:off x="966744" y="2248257"/>
            <a:ext cx="9076329" cy="3650155"/>
          </a:xfrm>
          <a:prstGeom prst="rect">
            <a:avLst/>
          </a:prstGeom>
        </p:spPr>
        <p:txBody>
          <a:bodyPr lIns="109728" tIns="109728" rIns="109728" bIns="91440"/>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F02430AC-DB07-423B-A52A-0065639AFE68}"/>
              </a:ext>
            </a:extLst>
          </p:cNvPr>
          <p:cNvSpPr>
            <a:spLocks noGrp="1"/>
          </p:cNvSpPr>
          <p:nvPr>
            <p:ph type="dt" sz="half" idx="2"/>
          </p:nvPr>
        </p:nvSpPr>
        <p:spPr>
          <a:xfrm>
            <a:off x="8266975" y="6356350"/>
            <a:ext cx="2960914" cy="365125"/>
          </a:xfrm>
          <a:prstGeom prst="rect">
            <a:avLst/>
          </a:prstGeom>
        </p:spPr>
        <p:txBody>
          <a:bodyPr lIns="109728" tIns="109728" rIns="109728" bIns="91440" anchor="ctr"/>
          <a:lstStyle>
            <a:lvl1pPr algn="r">
              <a:defRPr sz="1000" i="0">
                <a:solidFill>
                  <a:schemeClr val="tx2">
                    <a:alpha val="85000"/>
                  </a:schemeClr>
                </a:solidFill>
              </a:defRPr>
            </a:lvl1pPr>
          </a:lstStyle>
          <a:p>
            <a:fld id="{11008460-8B2F-4AAA-A4E2-10730069204C}" type="datetimeFigureOut">
              <a:rPr lang="en-US" smtClean="0"/>
              <a:pPr/>
              <a:t>9/22/2023</a:t>
            </a:fld>
            <a:endParaRPr lang="en-US" dirty="0"/>
          </a:p>
        </p:txBody>
      </p:sp>
      <p:sp>
        <p:nvSpPr>
          <p:cNvPr id="5" name="Footer Placeholder 4">
            <a:extLst>
              <a:ext uri="{FF2B5EF4-FFF2-40B4-BE49-F238E27FC236}">
                <a16:creationId xmlns:a16="http://schemas.microsoft.com/office/drawing/2014/main" id="{485FAFC9-FA18-4C55-8C92-B17603CAEEDC}"/>
              </a:ext>
            </a:extLst>
          </p:cNvPr>
          <p:cNvSpPr>
            <a:spLocks noGrp="1"/>
          </p:cNvSpPr>
          <p:nvPr>
            <p:ph type="ftr" sz="quarter" idx="3"/>
          </p:nvPr>
        </p:nvSpPr>
        <p:spPr>
          <a:xfrm>
            <a:off x="966745" y="501128"/>
            <a:ext cx="3311342" cy="365125"/>
          </a:xfrm>
          <a:prstGeom prst="rect">
            <a:avLst/>
          </a:prstGeom>
        </p:spPr>
        <p:txBody>
          <a:bodyPr lIns="109728" tIns="109728" rIns="109728" bIns="91440" anchor="ctr"/>
          <a:lstStyle>
            <a:lvl1pPr algn="l">
              <a:defRPr sz="1000" i="0">
                <a:solidFill>
                  <a:schemeClr val="tx2">
                    <a:alpha val="85000"/>
                  </a:schemeClr>
                </a:solidFill>
              </a:defRPr>
            </a:lvl1pPr>
          </a:lstStyle>
          <a:p>
            <a:endParaRPr lang="en-US" dirty="0"/>
          </a:p>
        </p:txBody>
      </p:sp>
      <p:sp>
        <p:nvSpPr>
          <p:cNvPr id="6" name="Slide Number Placeholder 5">
            <a:extLst>
              <a:ext uri="{FF2B5EF4-FFF2-40B4-BE49-F238E27FC236}">
                <a16:creationId xmlns:a16="http://schemas.microsoft.com/office/drawing/2014/main" id="{67D5A493-61FB-4764-90B6-8CC218A781C9}"/>
              </a:ext>
            </a:extLst>
          </p:cNvPr>
          <p:cNvSpPr>
            <a:spLocks noGrp="1"/>
          </p:cNvSpPr>
          <p:nvPr>
            <p:ph type="sldNum" sz="quarter" idx="4"/>
          </p:nvPr>
        </p:nvSpPr>
        <p:spPr>
          <a:xfrm>
            <a:off x="11239498" y="6356350"/>
            <a:ext cx="515479" cy="365125"/>
          </a:xfrm>
          <a:prstGeom prst="rect">
            <a:avLst/>
          </a:prstGeom>
        </p:spPr>
        <p:txBody>
          <a:bodyPr lIns="109728" tIns="109728" rIns="109728" bIns="91440" anchor="ctr"/>
          <a:lstStyle>
            <a:lvl1pPr algn="r">
              <a:defRPr sz="1000" i="0">
                <a:solidFill>
                  <a:schemeClr val="tx2">
                    <a:alpha val="85000"/>
                  </a:schemeClr>
                </a:solidFill>
              </a:defRPr>
            </a:lvl1pPr>
          </a:lstStyle>
          <a:p>
            <a:fld id="{0946259B-8396-46CD-AD42-FDEDA89DA278}" type="slidenum">
              <a:rPr lang="en-US" smtClean="0"/>
              <a:pPr/>
              <a:t>‹#›</a:t>
            </a:fld>
            <a:endParaRPr lang="en-US" dirty="0"/>
          </a:p>
        </p:txBody>
      </p:sp>
    </p:spTree>
    <p:extLst>
      <p:ext uri="{BB962C8B-B14F-4D97-AF65-F5344CB8AC3E}">
        <p14:creationId xmlns:p14="http://schemas.microsoft.com/office/powerpoint/2010/main" val="20654188"/>
      </p:ext>
    </p:extLst>
  </p:cSld>
  <p:clrMap bg1="lt1" tx1="dk1" bg2="lt2" tx2="dk2" accent1="accent1" accent2="accent2" accent3="accent3" accent4="accent4" accent5="accent5" accent6="accent6" hlink="hlink" folHlink="folHlink"/>
  <p:sldLayoutIdLst>
    <p:sldLayoutId id="2147483747" r:id="rId1"/>
    <p:sldLayoutId id="2147483748" r:id="rId2"/>
    <p:sldLayoutId id="2147483749" r:id="rId3"/>
    <p:sldLayoutId id="2147483750" r:id="rId4"/>
    <p:sldLayoutId id="2147483740" r:id="rId5"/>
    <p:sldLayoutId id="2147483745" r:id="rId6"/>
    <p:sldLayoutId id="2147483741" r:id="rId7"/>
    <p:sldLayoutId id="2147483742" r:id="rId8"/>
    <p:sldLayoutId id="2147483743" r:id="rId9"/>
    <p:sldLayoutId id="2147483744" r:id="rId10"/>
    <p:sldLayoutId id="2147483746" r:id="rId11"/>
  </p:sldLayoutIdLst>
  <p:txStyles>
    <p:titleStyle>
      <a:lvl1pPr algn="l" defTabSz="914400" rtl="0" eaLnBrk="1" latinLnBrk="0" hangingPunct="1">
        <a:lnSpc>
          <a:spcPct val="100000"/>
        </a:lnSpc>
        <a:spcBef>
          <a:spcPct val="0"/>
        </a:spcBef>
        <a:buNone/>
        <a:defRPr sz="4000" kern="1200" spc="90">
          <a:solidFill>
            <a:schemeClr val="tx2"/>
          </a:solidFill>
          <a:latin typeface="+mj-lt"/>
          <a:ea typeface="+mj-ea"/>
          <a:cs typeface="+mj-cs"/>
        </a:defRPr>
      </a:lvl1pPr>
    </p:titleStyle>
    <p:bodyStyle>
      <a:lvl1pPr marL="228600" indent="-228600" algn="l" defTabSz="914400" rtl="0" eaLnBrk="1" latinLnBrk="0" hangingPunct="1">
        <a:lnSpc>
          <a:spcPct val="120000"/>
        </a:lnSpc>
        <a:spcBef>
          <a:spcPts val="1000"/>
        </a:spcBef>
        <a:buSzPct val="150000"/>
        <a:buFont typeface="Goudy Old Style" panose="02020502050305020303" pitchFamily="18" charset="0"/>
        <a:buChar char="∙"/>
        <a:defRPr sz="2000" kern="1200" spc="90">
          <a:solidFill>
            <a:schemeClr val="tx2"/>
          </a:solidFill>
          <a:latin typeface="+mn-lt"/>
          <a:ea typeface="+mn-ea"/>
          <a:cs typeface="+mn-cs"/>
        </a:defRPr>
      </a:lvl1pPr>
      <a:lvl2pPr marL="274320" indent="0" algn="l" defTabSz="914400" rtl="0" eaLnBrk="1" latinLnBrk="0" hangingPunct="1">
        <a:lnSpc>
          <a:spcPct val="120000"/>
        </a:lnSpc>
        <a:spcBef>
          <a:spcPts val="500"/>
        </a:spcBef>
        <a:buFontTx/>
        <a:buNone/>
        <a:defRPr sz="1800" kern="1200" spc="90">
          <a:solidFill>
            <a:schemeClr val="tx2"/>
          </a:solidFill>
          <a:latin typeface="+mn-lt"/>
          <a:ea typeface="+mn-ea"/>
          <a:cs typeface="+mn-cs"/>
        </a:defRPr>
      </a:lvl2pPr>
      <a:lvl3pPr marL="548640" indent="-228600" algn="l" defTabSz="914400" rtl="0" eaLnBrk="1" latinLnBrk="0" hangingPunct="1">
        <a:lnSpc>
          <a:spcPct val="120000"/>
        </a:lnSpc>
        <a:spcBef>
          <a:spcPts val="500"/>
        </a:spcBef>
        <a:buSzPct val="150000"/>
        <a:buFont typeface="Goudy Old Style" panose="02020502050305020303" pitchFamily="18" charset="0"/>
        <a:buChar char="∙"/>
        <a:defRPr sz="1600" kern="1200" spc="90">
          <a:solidFill>
            <a:schemeClr val="tx2"/>
          </a:solidFill>
          <a:latin typeface="+mn-lt"/>
          <a:ea typeface="+mn-ea"/>
          <a:cs typeface="+mn-cs"/>
        </a:defRPr>
      </a:lvl3pPr>
      <a:lvl4pPr marL="594360" indent="0" algn="l" defTabSz="914400" rtl="0" eaLnBrk="1" latinLnBrk="0" hangingPunct="1">
        <a:lnSpc>
          <a:spcPct val="120000"/>
        </a:lnSpc>
        <a:spcBef>
          <a:spcPts val="500"/>
        </a:spcBef>
        <a:buFontTx/>
        <a:buNone/>
        <a:defRPr sz="1400" kern="1200" spc="90">
          <a:solidFill>
            <a:schemeClr val="tx2"/>
          </a:solidFill>
          <a:latin typeface="+mn-lt"/>
          <a:ea typeface="+mn-ea"/>
          <a:cs typeface="+mn-cs"/>
        </a:defRPr>
      </a:lvl4pPr>
      <a:lvl5pPr marL="822960" indent="-228600" algn="l" defTabSz="914400" rtl="0" eaLnBrk="1" latinLnBrk="0" hangingPunct="1">
        <a:lnSpc>
          <a:spcPct val="120000"/>
        </a:lnSpc>
        <a:spcBef>
          <a:spcPts val="500"/>
        </a:spcBef>
        <a:buSzPct val="150000"/>
        <a:buFont typeface="Goudy Old Style" panose="02020502050305020303" pitchFamily="18" charset="0"/>
        <a:buChar char="∙"/>
        <a:defRPr sz="1400" kern="1200" spc="90">
          <a:solidFill>
            <a:schemeClr val="tx2"/>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image" Target="../media/image3.jpeg"/><Relationship Id="rId1" Type="http://schemas.openxmlformats.org/officeDocument/2006/relationships/slideLayout" Target="../slideLayouts/slideLayout2.xml"/><Relationship Id="rId4" Type="http://schemas.openxmlformats.org/officeDocument/2006/relationships/image" Target="../media/image5.jpeg"/></Relationships>
</file>

<file path=ppt/slides/_rels/slide4.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notesSlide" Target="../notesSlides/notesSlide1.xml"/><Relationship Id="rId1" Type="http://schemas.openxmlformats.org/officeDocument/2006/relationships/slideLayout" Target="../slideLayouts/slideLayout7.xml"/><Relationship Id="rId4" Type="http://schemas.openxmlformats.org/officeDocument/2006/relationships/image" Target="../media/image7.png"/></Relationships>
</file>

<file path=ppt/slides/_rels/slide5.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ECD84B89-83B1-AA44-B9BE-C68A3A34698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Picture 3">
            <a:extLst>
              <a:ext uri="{FF2B5EF4-FFF2-40B4-BE49-F238E27FC236}">
                <a16:creationId xmlns:a16="http://schemas.microsoft.com/office/drawing/2014/main" id="{34D3319E-ECDE-9D87-6820-03419BDFB850}"/>
              </a:ext>
            </a:extLst>
          </p:cNvPr>
          <p:cNvPicPr>
            <a:picLocks noChangeAspect="1"/>
          </p:cNvPicPr>
          <p:nvPr/>
        </p:nvPicPr>
        <p:blipFill rotWithShape="1">
          <a:blip r:embed="rId2"/>
          <a:srcRect l="1304" r="9807"/>
          <a:stretch/>
        </p:blipFill>
        <p:spPr>
          <a:xfrm>
            <a:off x="20" y="10"/>
            <a:ext cx="12191979" cy="6857989"/>
          </a:xfrm>
          <a:prstGeom prst="rect">
            <a:avLst/>
          </a:prstGeom>
        </p:spPr>
      </p:pic>
      <p:sp useBgFill="1">
        <p:nvSpPr>
          <p:cNvPr id="11" name="Freeform: Shape 10">
            <a:extLst>
              <a:ext uri="{FF2B5EF4-FFF2-40B4-BE49-F238E27FC236}">
                <a16:creationId xmlns:a16="http://schemas.microsoft.com/office/drawing/2014/main" id="{DF3B9D9F-2555-4B2E-AD17-056B66596D5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205594" y="812056"/>
            <a:ext cx="3876811" cy="5127565"/>
          </a:xfrm>
          <a:custGeom>
            <a:avLst/>
            <a:gdLst>
              <a:gd name="connsiteX0" fmla="*/ 1941583 w 3876811"/>
              <a:gd name="connsiteY0" fmla="*/ 0 h 5127565"/>
              <a:gd name="connsiteX1" fmla="*/ 2111641 w 3876811"/>
              <a:gd name="connsiteY1" fmla="*/ 149098 h 5127565"/>
              <a:gd name="connsiteX2" fmla="*/ 3370494 w 3876811"/>
              <a:gd name="connsiteY2" fmla="*/ 774450 h 5127565"/>
              <a:gd name="connsiteX3" fmla="*/ 3876811 w 3876811"/>
              <a:gd name="connsiteY3" fmla="*/ 1854685 h 5127565"/>
              <a:gd name="connsiteX4" fmla="*/ 3876810 w 3876811"/>
              <a:gd name="connsiteY4" fmla="*/ 2507216 h 5127565"/>
              <a:gd name="connsiteX5" fmla="*/ 3872563 w 3876811"/>
              <a:gd name="connsiteY5" fmla="*/ 5127565 h 5127565"/>
              <a:gd name="connsiteX6" fmla="*/ 4248 w 3876811"/>
              <a:gd name="connsiteY6" fmla="*/ 5127565 h 5127565"/>
              <a:gd name="connsiteX7" fmla="*/ 0 w 3876811"/>
              <a:gd name="connsiteY7" fmla="*/ 2507216 h 5127565"/>
              <a:gd name="connsiteX8" fmla="*/ 1 w 3876811"/>
              <a:gd name="connsiteY8" fmla="*/ 1854685 h 5127565"/>
              <a:gd name="connsiteX9" fmla="*/ 506320 w 3876811"/>
              <a:gd name="connsiteY9" fmla="*/ 774450 h 5127565"/>
              <a:gd name="connsiteX10" fmla="*/ 1765173 w 3876811"/>
              <a:gd name="connsiteY10" fmla="*/ 149098 h 51275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3876811" h="5127565">
                <a:moveTo>
                  <a:pt x="1941583" y="0"/>
                </a:moveTo>
                <a:lnTo>
                  <a:pt x="2111641" y="149098"/>
                </a:lnTo>
                <a:cubicBezTo>
                  <a:pt x="2533316" y="474958"/>
                  <a:pt x="3008486" y="564716"/>
                  <a:pt x="3370494" y="774450"/>
                </a:cubicBezTo>
                <a:cubicBezTo>
                  <a:pt x="3718589" y="1017851"/>
                  <a:pt x="3876811" y="1296993"/>
                  <a:pt x="3876811" y="1854685"/>
                </a:cubicBezTo>
                <a:cubicBezTo>
                  <a:pt x="3876811" y="2072195"/>
                  <a:pt x="3876810" y="2289706"/>
                  <a:pt x="3876810" y="2507216"/>
                </a:cubicBezTo>
                <a:lnTo>
                  <a:pt x="3872563" y="5127565"/>
                </a:lnTo>
                <a:lnTo>
                  <a:pt x="4248" y="5127565"/>
                </a:lnTo>
                <a:lnTo>
                  <a:pt x="0" y="2507216"/>
                </a:lnTo>
                <a:cubicBezTo>
                  <a:pt x="0" y="2289706"/>
                  <a:pt x="1" y="2072195"/>
                  <a:pt x="1" y="1854685"/>
                </a:cubicBezTo>
                <a:cubicBezTo>
                  <a:pt x="1" y="1296993"/>
                  <a:pt x="158225" y="1017851"/>
                  <a:pt x="506320" y="774450"/>
                </a:cubicBezTo>
                <a:cubicBezTo>
                  <a:pt x="868329" y="564716"/>
                  <a:pt x="1343500" y="474958"/>
                  <a:pt x="1765173" y="149098"/>
                </a:cubicBez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タイトル 1">
            <a:extLst>
              <a:ext uri="{FF2B5EF4-FFF2-40B4-BE49-F238E27FC236}">
                <a16:creationId xmlns:a16="http://schemas.microsoft.com/office/drawing/2014/main" id="{BF01ADC3-348F-606B-B321-08884F7CBF3F}"/>
              </a:ext>
            </a:extLst>
          </p:cNvPr>
          <p:cNvSpPr>
            <a:spLocks noGrp="1"/>
          </p:cNvSpPr>
          <p:nvPr>
            <p:ph type="ctrTitle"/>
          </p:nvPr>
        </p:nvSpPr>
        <p:spPr>
          <a:xfrm>
            <a:off x="7569389" y="1891412"/>
            <a:ext cx="3149221" cy="2149459"/>
          </a:xfrm>
        </p:spPr>
        <p:txBody>
          <a:bodyPr>
            <a:normAutofit/>
          </a:bodyPr>
          <a:lstStyle/>
          <a:p>
            <a:pPr algn="ctr"/>
            <a:r>
              <a:rPr kumimoji="1" lang="en-US" altLang="ja-JP" sz="4000"/>
              <a:t>VR</a:t>
            </a:r>
            <a:r>
              <a:rPr kumimoji="1" lang="ja-JP" altLang="en-US" sz="4000"/>
              <a:t>ゲームの草案</a:t>
            </a:r>
          </a:p>
        </p:txBody>
      </p:sp>
      <p:sp>
        <p:nvSpPr>
          <p:cNvPr id="3" name="字幕 2">
            <a:extLst>
              <a:ext uri="{FF2B5EF4-FFF2-40B4-BE49-F238E27FC236}">
                <a16:creationId xmlns:a16="http://schemas.microsoft.com/office/drawing/2014/main" id="{8F6E3332-A168-6708-63A6-2B8EF4C49397}"/>
              </a:ext>
            </a:extLst>
          </p:cNvPr>
          <p:cNvSpPr>
            <a:spLocks noGrp="1"/>
          </p:cNvSpPr>
          <p:nvPr>
            <p:ph type="subTitle" idx="1"/>
          </p:nvPr>
        </p:nvSpPr>
        <p:spPr>
          <a:xfrm>
            <a:off x="7772398" y="4313467"/>
            <a:ext cx="2765446" cy="1241171"/>
          </a:xfrm>
        </p:spPr>
        <p:txBody>
          <a:bodyPr>
            <a:normAutofit/>
          </a:bodyPr>
          <a:lstStyle/>
          <a:p>
            <a:pPr algn="ctr"/>
            <a:r>
              <a:rPr kumimoji="1" lang="en-US" altLang="ja-JP"/>
              <a:t>AT11F122</a:t>
            </a:r>
            <a:r>
              <a:rPr kumimoji="1" lang="ja-JP" altLang="en-US"/>
              <a:t>　安田晴人</a:t>
            </a:r>
          </a:p>
        </p:txBody>
      </p:sp>
      <p:sp>
        <p:nvSpPr>
          <p:cNvPr id="13" name="Freeform: Shape 10">
            <a:extLst>
              <a:ext uri="{FF2B5EF4-FFF2-40B4-BE49-F238E27FC236}">
                <a16:creationId xmlns:a16="http://schemas.microsoft.com/office/drawing/2014/main" id="{98F816C8-664D-4D46-87AC-DD705400676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136828" y="705180"/>
            <a:ext cx="4014345" cy="5316049"/>
          </a:xfrm>
          <a:custGeom>
            <a:avLst/>
            <a:gdLst>
              <a:gd name="connsiteX0" fmla="*/ 2010463 w 4014345"/>
              <a:gd name="connsiteY0" fmla="*/ 0 h 5302828"/>
              <a:gd name="connsiteX1" fmla="*/ 2186554 w 4014345"/>
              <a:gd name="connsiteY1" fmla="*/ 153908 h 5302828"/>
              <a:gd name="connsiteX2" fmla="*/ 3490066 w 4014345"/>
              <a:gd name="connsiteY2" fmla="*/ 799434 h 5302828"/>
              <a:gd name="connsiteX3" fmla="*/ 4014345 w 4014345"/>
              <a:gd name="connsiteY3" fmla="*/ 1914517 h 5302828"/>
              <a:gd name="connsiteX4" fmla="*/ 4014344 w 4014345"/>
              <a:gd name="connsiteY4" fmla="*/ 2588099 h 5302828"/>
              <a:gd name="connsiteX5" fmla="*/ 4009930 w 4014345"/>
              <a:gd name="connsiteY5" fmla="*/ 5302828 h 5302828"/>
              <a:gd name="connsiteX6" fmla="*/ 4415 w 4014345"/>
              <a:gd name="connsiteY6" fmla="*/ 5302828 h 5302828"/>
              <a:gd name="connsiteX7" fmla="*/ 0 w 4014345"/>
              <a:gd name="connsiteY7" fmla="*/ 2588099 h 5302828"/>
              <a:gd name="connsiteX8" fmla="*/ 1 w 4014345"/>
              <a:gd name="connsiteY8" fmla="*/ 1914517 h 5302828"/>
              <a:gd name="connsiteX9" fmla="*/ 524282 w 4014345"/>
              <a:gd name="connsiteY9" fmla="*/ 799434 h 5302828"/>
              <a:gd name="connsiteX10" fmla="*/ 1827794 w 4014345"/>
              <a:gd name="connsiteY10" fmla="*/ 153908 h 53028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014345" h="5302828">
                <a:moveTo>
                  <a:pt x="2010463" y="0"/>
                </a:moveTo>
                <a:lnTo>
                  <a:pt x="2186554" y="153908"/>
                </a:lnTo>
                <a:cubicBezTo>
                  <a:pt x="2623188" y="490280"/>
                  <a:pt x="3115215" y="582934"/>
                  <a:pt x="3490066" y="799434"/>
                </a:cubicBezTo>
                <a:cubicBezTo>
                  <a:pt x="3850510" y="1050687"/>
                  <a:pt x="4014345" y="1338834"/>
                  <a:pt x="4014345" y="1914517"/>
                </a:cubicBezTo>
                <a:cubicBezTo>
                  <a:pt x="4014345" y="2139044"/>
                  <a:pt x="4014344" y="2363572"/>
                  <a:pt x="4014344" y="2588099"/>
                </a:cubicBezTo>
                <a:lnTo>
                  <a:pt x="4009930" y="5302828"/>
                </a:lnTo>
                <a:lnTo>
                  <a:pt x="4415" y="5302828"/>
                </a:lnTo>
                <a:lnTo>
                  <a:pt x="0" y="2588099"/>
                </a:lnTo>
                <a:cubicBezTo>
                  <a:pt x="0" y="2363572"/>
                  <a:pt x="1" y="2139044"/>
                  <a:pt x="1" y="1914517"/>
                </a:cubicBezTo>
                <a:cubicBezTo>
                  <a:pt x="1" y="1338834"/>
                  <a:pt x="163838" y="1050687"/>
                  <a:pt x="524282" y="799434"/>
                </a:cubicBezTo>
                <a:cubicBezTo>
                  <a:pt x="899134" y="582934"/>
                  <a:pt x="1391162" y="490280"/>
                  <a:pt x="1827794" y="153908"/>
                </a:cubicBezTo>
                <a:close/>
              </a:path>
            </a:pathLst>
          </a:custGeom>
          <a:noFill/>
          <a:ln w="25400" cap="rnd">
            <a:solidFill>
              <a:schemeClr val="bg2">
                <a:alpha val="58000"/>
              </a:schemeClr>
            </a:solidFill>
            <a:prstDash val="sysDot"/>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Tree>
    <p:extLst>
      <p:ext uri="{BB962C8B-B14F-4D97-AF65-F5344CB8AC3E}">
        <p14:creationId xmlns:p14="http://schemas.microsoft.com/office/powerpoint/2010/main" val="32932966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useBgFill="1">
        <p:nvSpPr>
          <p:cNvPr id="1037" name="Rectangle 1030">
            <a:extLst>
              <a:ext uri="{FF2B5EF4-FFF2-40B4-BE49-F238E27FC236}">
                <a16:creationId xmlns:a16="http://schemas.microsoft.com/office/drawing/2014/main" id="{E7C80B9C-CCB9-42D2-B7D6-BDA09F3EA8E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026" name="Picture 2" descr="《牧場物語》新作負評聲量大，讀取久Bug多惹毛玩家 | 4Gamers">
            <a:extLst>
              <a:ext uri="{FF2B5EF4-FFF2-40B4-BE49-F238E27FC236}">
                <a16:creationId xmlns:a16="http://schemas.microsoft.com/office/drawing/2014/main" id="{81C83041-F8E8-B5CE-9815-CBFCD6C01A5F}"/>
              </a:ext>
            </a:extLst>
          </p:cNvPr>
          <p:cNvPicPr>
            <a:picLocks noGrp="1" noChangeAspect="1" noChangeArrowheads="1"/>
          </p:cNvPicPr>
          <p:nvPr>
            <p:ph idx="1"/>
          </p:nvPr>
        </p:nvPicPr>
        <p:blipFill rotWithShape="1">
          <a:blip r:embed="rId2">
            <a:extLst>
              <a:ext uri="{28A0092B-C50C-407E-A947-70E740481C1C}">
                <a14:useLocalDpi xmlns:a14="http://schemas.microsoft.com/office/drawing/2010/main" val="0"/>
              </a:ext>
            </a:extLst>
          </a:blip>
          <a:srcRect/>
          <a:stretch/>
        </p:blipFill>
        <p:spPr bwMode="auto">
          <a:xfrm>
            <a:off x="20" y="10"/>
            <a:ext cx="12191979" cy="6857990"/>
          </a:xfrm>
          <a:prstGeom prst="rect">
            <a:avLst/>
          </a:prstGeom>
          <a:noFill/>
          <a:extLst>
            <a:ext uri="{909E8E84-426E-40DD-AFC4-6F175D3DCCD1}">
              <a14:hiddenFill xmlns:a14="http://schemas.microsoft.com/office/drawing/2010/main">
                <a:solidFill>
                  <a:srgbClr val="FFFFFF"/>
                </a:solidFill>
              </a14:hiddenFill>
            </a:ext>
          </a:extLst>
        </p:spPr>
      </p:pic>
      <p:sp>
        <p:nvSpPr>
          <p:cNvPr id="1038" name="Freeform: Shape 1032">
            <a:extLst>
              <a:ext uri="{FF2B5EF4-FFF2-40B4-BE49-F238E27FC236}">
                <a16:creationId xmlns:a16="http://schemas.microsoft.com/office/drawing/2014/main" id="{B8C28122-AA8C-48D4-93E8-7C0082B688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605515" y="2926447"/>
            <a:ext cx="2576701" cy="3931552"/>
          </a:xfrm>
          <a:custGeom>
            <a:avLst/>
            <a:gdLst>
              <a:gd name="connsiteX0" fmla="*/ 1324902 w 2644724"/>
              <a:gd name="connsiteY0" fmla="*/ 0 h 2397243"/>
              <a:gd name="connsiteX1" fmla="*/ 1324529 w 2644724"/>
              <a:gd name="connsiteY1" fmla="*/ 2617 h 2397243"/>
              <a:gd name="connsiteX2" fmla="*/ 1440541 w 2644724"/>
              <a:gd name="connsiteY2" fmla="*/ 67117 h 2397243"/>
              <a:gd name="connsiteX3" fmla="*/ 2299319 w 2644724"/>
              <a:gd name="connsiteY3" fmla="*/ 337644 h 2397243"/>
              <a:gd name="connsiteX4" fmla="*/ 2644724 w 2644724"/>
              <a:gd name="connsiteY4" fmla="*/ 804953 h 2397243"/>
              <a:gd name="connsiteX5" fmla="*/ 2644724 w 2644724"/>
              <a:gd name="connsiteY5" fmla="*/ 2397217 h 2397243"/>
              <a:gd name="connsiteX6" fmla="*/ 2644719 w 2644724"/>
              <a:gd name="connsiteY6" fmla="*/ 2397243 h 2397243"/>
              <a:gd name="connsiteX7" fmla="*/ 6 w 2644724"/>
              <a:gd name="connsiteY7" fmla="*/ 2397243 h 2397243"/>
              <a:gd name="connsiteX8" fmla="*/ 0 w 2644724"/>
              <a:gd name="connsiteY8" fmla="*/ 2397217 h 2397243"/>
              <a:gd name="connsiteX9" fmla="*/ 0 w 2644724"/>
              <a:gd name="connsiteY9" fmla="*/ 804953 h 2397243"/>
              <a:gd name="connsiteX10" fmla="*/ 345405 w 2644724"/>
              <a:gd name="connsiteY10" fmla="*/ 337644 h 2397243"/>
              <a:gd name="connsiteX11" fmla="*/ 1204184 w 2644724"/>
              <a:gd name="connsiteY11" fmla="*/ 67117 h 2397243"/>
              <a:gd name="connsiteX12" fmla="*/ 1320196 w 2644724"/>
              <a:gd name="connsiteY12" fmla="*/ 2617 h 2397243"/>
              <a:gd name="connsiteX13" fmla="*/ 1322362 w 2644724"/>
              <a:gd name="connsiteY13" fmla="*/ 1412 h 2397243"/>
              <a:gd name="connsiteX0" fmla="*/ 1324902 w 2644724"/>
              <a:gd name="connsiteY0" fmla="*/ 0 h 2472784"/>
              <a:gd name="connsiteX1" fmla="*/ 1324529 w 2644724"/>
              <a:gd name="connsiteY1" fmla="*/ 78158 h 2472784"/>
              <a:gd name="connsiteX2" fmla="*/ 1440541 w 2644724"/>
              <a:gd name="connsiteY2" fmla="*/ 142658 h 2472784"/>
              <a:gd name="connsiteX3" fmla="*/ 2299319 w 2644724"/>
              <a:gd name="connsiteY3" fmla="*/ 413185 h 2472784"/>
              <a:gd name="connsiteX4" fmla="*/ 2644724 w 2644724"/>
              <a:gd name="connsiteY4" fmla="*/ 880494 h 2472784"/>
              <a:gd name="connsiteX5" fmla="*/ 2644724 w 2644724"/>
              <a:gd name="connsiteY5" fmla="*/ 2472758 h 2472784"/>
              <a:gd name="connsiteX6" fmla="*/ 2644719 w 2644724"/>
              <a:gd name="connsiteY6" fmla="*/ 2472784 h 2472784"/>
              <a:gd name="connsiteX7" fmla="*/ 6 w 2644724"/>
              <a:gd name="connsiteY7" fmla="*/ 2472784 h 2472784"/>
              <a:gd name="connsiteX8" fmla="*/ 0 w 2644724"/>
              <a:gd name="connsiteY8" fmla="*/ 2472758 h 2472784"/>
              <a:gd name="connsiteX9" fmla="*/ 0 w 2644724"/>
              <a:gd name="connsiteY9" fmla="*/ 880494 h 2472784"/>
              <a:gd name="connsiteX10" fmla="*/ 345405 w 2644724"/>
              <a:gd name="connsiteY10" fmla="*/ 413185 h 2472784"/>
              <a:gd name="connsiteX11" fmla="*/ 1204184 w 2644724"/>
              <a:gd name="connsiteY11" fmla="*/ 142658 h 2472784"/>
              <a:gd name="connsiteX12" fmla="*/ 1320196 w 2644724"/>
              <a:gd name="connsiteY12" fmla="*/ 78158 h 2472784"/>
              <a:gd name="connsiteX13" fmla="*/ 1322362 w 2644724"/>
              <a:gd name="connsiteY13" fmla="*/ 76953 h 2472784"/>
              <a:gd name="connsiteX14" fmla="*/ 1324902 w 2644724"/>
              <a:gd name="connsiteY14" fmla="*/ 0 h 2472784"/>
              <a:gd name="connsiteX0" fmla="*/ 1322362 w 2644724"/>
              <a:gd name="connsiteY0" fmla="*/ 3996 h 2399827"/>
              <a:gd name="connsiteX1" fmla="*/ 1324529 w 2644724"/>
              <a:gd name="connsiteY1" fmla="*/ 5201 h 2399827"/>
              <a:gd name="connsiteX2" fmla="*/ 1440541 w 2644724"/>
              <a:gd name="connsiteY2" fmla="*/ 69701 h 2399827"/>
              <a:gd name="connsiteX3" fmla="*/ 2299319 w 2644724"/>
              <a:gd name="connsiteY3" fmla="*/ 340228 h 2399827"/>
              <a:gd name="connsiteX4" fmla="*/ 2644724 w 2644724"/>
              <a:gd name="connsiteY4" fmla="*/ 807537 h 2399827"/>
              <a:gd name="connsiteX5" fmla="*/ 2644724 w 2644724"/>
              <a:gd name="connsiteY5" fmla="*/ 2399801 h 2399827"/>
              <a:gd name="connsiteX6" fmla="*/ 2644719 w 2644724"/>
              <a:gd name="connsiteY6" fmla="*/ 2399827 h 2399827"/>
              <a:gd name="connsiteX7" fmla="*/ 6 w 2644724"/>
              <a:gd name="connsiteY7" fmla="*/ 2399827 h 2399827"/>
              <a:gd name="connsiteX8" fmla="*/ 0 w 2644724"/>
              <a:gd name="connsiteY8" fmla="*/ 2399801 h 2399827"/>
              <a:gd name="connsiteX9" fmla="*/ 0 w 2644724"/>
              <a:gd name="connsiteY9" fmla="*/ 807537 h 2399827"/>
              <a:gd name="connsiteX10" fmla="*/ 345405 w 2644724"/>
              <a:gd name="connsiteY10" fmla="*/ 340228 h 2399827"/>
              <a:gd name="connsiteX11" fmla="*/ 1204184 w 2644724"/>
              <a:gd name="connsiteY11" fmla="*/ 69701 h 2399827"/>
              <a:gd name="connsiteX12" fmla="*/ 1320196 w 2644724"/>
              <a:gd name="connsiteY12" fmla="*/ 5201 h 2399827"/>
              <a:gd name="connsiteX13" fmla="*/ 1322362 w 2644724"/>
              <a:gd name="connsiteY13" fmla="*/ 3996 h 2399827"/>
              <a:gd name="connsiteX0" fmla="*/ 1322362 w 2644724"/>
              <a:gd name="connsiteY0" fmla="*/ 0 h 2461519"/>
              <a:gd name="connsiteX1" fmla="*/ 1324529 w 2644724"/>
              <a:gd name="connsiteY1" fmla="*/ 66893 h 2461519"/>
              <a:gd name="connsiteX2" fmla="*/ 1440541 w 2644724"/>
              <a:gd name="connsiteY2" fmla="*/ 131393 h 2461519"/>
              <a:gd name="connsiteX3" fmla="*/ 2299319 w 2644724"/>
              <a:gd name="connsiteY3" fmla="*/ 401920 h 2461519"/>
              <a:gd name="connsiteX4" fmla="*/ 2644724 w 2644724"/>
              <a:gd name="connsiteY4" fmla="*/ 869229 h 2461519"/>
              <a:gd name="connsiteX5" fmla="*/ 2644724 w 2644724"/>
              <a:gd name="connsiteY5" fmla="*/ 2461493 h 2461519"/>
              <a:gd name="connsiteX6" fmla="*/ 2644719 w 2644724"/>
              <a:gd name="connsiteY6" fmla="*/ 2461519 h 2461519"/>
              <a:gd name="connsiteX7" fmla="*/ 6 w 2644724"/>
              <a:gd name="connsiteY7" fmla="*/ 2461519 h 2461519"/>
              <a:gd name="connsiteX8" fmla="*/ 0 w 2644724"/>
              <a:gd name="connsiteY8" fmla="*/ 2461493 h 2461519"/>
              <a:gd name="connsiteX9" fmla="*/ 0 w 2644724"/>
              <a:gd name="connsiteY9" fmla="*/ 869229 h 2461519"/>
              <a:gd name="connsiteX10" fmla="*/ 345405 w 2644724"/>
              <a:gd name="connsiteY10" fmla="*/ 401920 h 2461519"/>
              <a:gd name="connsiteX11" fmla="*/ 1204184 w 2644724"/>
              <a:gd name="connsiteY11" fmla="*/ 131393 h 2461519"/>
              <a:gd name="connsiteX12" fmla="*/ 1320196 w 2644724"/>
              <a:gd name="connsiteY12" fmla="*/ 66893 h 2461519"/>
              <a:gd name="connsiteX13" fmla="*/ 1322362 w 2644724"/>
              <a:gd name="connsiteY13" fmla="*/ 0 h 2461519"/>
              <a:gd name="connsiteX0" fmla="*/ 1320196 w 2644724"/>
              <a:gd name="connsiteY0" fmla="*/ 0 h 2394626"/>
              <a:gd name="connsiteX1" fmla="*/ 1324529 w 2644724"/>
              <a:gd name="connsiteY1" fmla="*/ 0 h 2394626"/>
              <a:gd name="connsiteX2" fmla="*/ 1440541 w 2644724"/>
              <a:gd name="connsiteY2" fmla="*/ 64500 h 2394626"/>
              <a:gd name="connsiteX3" fmla="*/ 2299319 w 2644724"/>
              <a:gd name="connsiteY3" fmla="*/ 335027 h 2394626"/>
              <a:gd name="connsiteX4" fmla="*/ 2644724 w 2644724"/>
              <a:gd name="connsiteY4" fmla="*/ 802336 h 2394626"/>
              <a:gd name="connsiteX5" fmla="*/ 2644724 w 2644724"/>
              <a:gd name="connsiteY5" fmla="*/ 2394600 h 2394626"/>
              <a:gd name="connsiteX6" fmla="*/ 2644719 w 2644724"/>
              <a:gd name="connsiteY6" fmla="*/ 2394626 h 2394626"/>
              <a:gd name="connsiteX7" fmla="*/ 6 w 2644724"/>
              <a:gd name="connsiteY7" fmla="*/ 2394626 h 2394626"/>
              <a:gd name="connsiteX8" fmla="*/ 0 w 2644724"/>
              <a:gd name="connsiteY8" fmla="*/ 2394600 h 2394626"/>
              <a:gd name="connsiteX9" fmla="*/ 0 w 2644724"/>
              <a:gd name="connsiteY9" fmla="*/ 802336 h 2394626"/>
              <a:gd name="connsiteX10" fmla="*/ 345405 w 2644724"/>
              <a:gd name="connsiteY10" fmla="*/ 335027 h 2394626"/>
              <a:gd name="connsiteX11" fmla="*/ 1204184 w 2644724"/>
              <a:gd name="connsiteY11" fmla="*/ 64500 h 2394626"/>
              <a:gd name="connsiteX12" fmla="*/ 1320196 w 2644724"/>
              <a:gd name="connsiteY12" fmla="*/ 0 h 2394626"/>
              <a:gd name="connsiteX0" fmla="*/ 1204184 w 2644724"/>
              <a:gd name="connsiteY0" fmla="*/ 64500 h 2394626"/>
              <a:gd name="connsiteX1" fmla="*/ 1324529 w 2644724"/>
              <a:gd name="connsiteY1" fmla="*/ 0 h 2394626"/>
              <a:gd name="connsiteX2" fmla="*/ 1440541 w 2644724"/>
              <a:gd name="connsiteY2" fmla="*/ 64500 h 2394626"/>
              <a:gd name="connsiteX3" fmla="*/ 2299319 w 2644724"/>
              <a:gd name="connsiteY3" fmla="*/ 335027 h 2394626"/>
              <a:gd name="connsiteX4" fmla="*/ 2644724 w 2644724"/>
              <a:gd name="connsiteY4" fmla="*/ 802336 h 2394626"/>
              <a:gd name="connsiteX5" fmla="*/ 2644724 w 2644724"/>
              <a:gd name="connsiteY5" fmla="*/ 2394600 h 2394626"/>
              <a:gd name="connsiteX6" fmla="*/ 2644719 w 2644724"/>
              <a:gd name="connsiteY6" fmla="*/ 2394626 h 2394626"/>
              <a:gd name="connsiteX7" fmla="*/ 6 w 2644724"/>
              <a:gd name="connsiteY7" fmla="*/ 2394626 h 2394626"/>
              <a:gd name="connsiteX8" fmla="*/ 0 w 2644724"/>
              <a:gd name="connsiteY8" fmla="*/ 2394600 h 2394626"/>
              <a:gd name="connsiteX9" fmla="*/ 0 w 2644724"/>
              <a:gd name="connsiteY9" fmla="*/ 802336 h 2394626"/>
              <a:gd name="connsiteX10" fmla="*/ 345405 w 2644724"/>
              <a:gd name="connsiteY10" fmla="*/ 335027 h 2394626"/>
              <a:gd name="connsiteX11" fmla="*/ 1204184 w 2644724"/>
              <a:gd name="connsiteY11" fmla="*/ 64500 h 2394626"/>
              <a:gd name="connsiteX0" fmla="*/ 1204184 w 2644724"/>
              <a:gd name="connsiteY0" fmla="*/ 84206 h 2414332"/>
              <a:gd name="connsiteX1" fmla="*/ 1324529 w 2644724"/>
              <a:gd name="connsiteY1" fmla="*/ 0 h 2414332"/>
              <a:gd name="connsiteX2" fmla="*/ 1440541 w 2644724"/>
              <a:gd name="connsiteY2" fmla="*/ 84206 h 2414332"/>
              <a:gd name="connsiteX3" fmla="*/ 2299319 w 2644724"/>
              <a:gd name="connsiteY3" fmla="*/ 354733 h 2414332"/>
              <a:gd name="connsiteX4" fmla="*/ 2644724 w 2644724"/>
              <a:gd name="connsiteY4" fmla="*/ 822042 h 2414332"/>
              <a:gd name="connsiteX5" fmla="*/ 2644724 w 2644724"/>
              <a:gd name="connsiteY5" fmla="*/ 2414306 h 2414332"/>
              <a:gd name="connsiteX6" fmla="*/ 2644719 w 2644724"/>
              <a:gd name="connsiteY6" fmla="*/ 2414332 h 2414332"/>
              <a:gd name="connsiteX7" fmla="*/ 6 w 2644724"/>
              <a:gd name="connsiteY7" fmla="*/ 2414332 h 2414332"/>
              <a:gd name="connsiteX8" fmla="*/ 0 w 2644724"/>
              <a:gd name="connsiteY8" fmla="*/ 2414306 h 2414332"/>
              <a:gd name="connsiteX9" fmla="*/ 0 w 2644724"/>
              <a:gd name="connsiteY9" fmla="*/ 822042 h 2414332"/>
              <a:gd name="connsiteX10" fmla="*/ 345405 w 2644724"/>
              <a:gd name="connsiteY10" fmla="*/ 354733 h 2414332"/>
              <a:gd name="connsiteX11" fmla="*/ 1204184 w 2644724"/>
              <a:gd name="connsiteY11" fmla="*/ 84206 h 2414332"/>
              <a:gd name="connsiteX0" fmla="*/ 1204184 w 2644724"/>
              <a:gd name="connsiteY0" fmla="*/ 84206 h 2414332"/>
              <a:gd name="connsiteX1" fmla="*/ 1324529 w 2644724"/>
              <a:gd name="connsiteY1" fmla="*/ 0 h 2414332"/>
              <a:gd name="connsiteX2" fmla="*/ 1455933 w 2644724"/>
              <a:gd name="connsiteY2" fmla="*/ 80922 h 2414332"/>
              <a:gd name="connsiteX3" fmla="*/ 2299319 w 2644724"/>
              <a:gd name="connsiteY3" fmla="*/ 354733 h 2414332"/>
              <a:gd name="connsiteX4" fmla="*/ 2644724 w 2644724"/>
              <a:gd name="connsiteY4" fmla="*/ 822042 h 2414332"/>
              <a:gd name="connsiteX5" fmla="*/ 2644724 w 2644724"/>
              <a:gd name="connsiteY5" fmla="*/ 2414306 h 2414332"/>
              <a:gd name="connsiteX6" fmla="*/ 2644719 w 2644724"/>
              <a:gd name="connsiteY6" fmla="*/ 2414332 h 2414332"/>
              <a:gd name="connsiteX7" fmla="*/ 6 w 2644724"/>
              <a:gd name="connsiteY7" fmla="*/ 2414332 h 2414332"/>
              <a:gd name="connsiteX8" fmla="*/ 0 w 2644724"/>
              <a:gd name="connsiteY8" fmla="*/ 2414306 h 2414332"/>
              <a:gd name="connsiteX9" fmla="*/ 0 w 2644724"/>
              <a:gd name="connsiteY9" fmla="*/ 822042 h 2414332"/>
              <a:gd name="connsiteX10" fmla="*/ 345405 w 2644724"/>
              <a:gd name="connsiteY10" fmla="*/ 354733 h 2414332"/>
              <a:gd name="connsiteX11" fmla="*/ 1204184 w 2644724"/>
              <a:gd name="connsiteY11" fmla="*/ 84206 h 2414332"/>
              <a:gd name="connsiteX0" fmla="*/ 1188792 w 2644724"/>
              <a:gd name="connsiteY0" fmla="*/ 84206 h 2414332"/>
              <a:gd name="connsiteX1" fmla="*/ 1324529 w 2644724"/>
              <a:gd name="connsiteY1" fmla="*/ 0 h 2414332"/>
              <a:gd name="connsiteX2" fmla="*/ 1455933 w 2644724"/>
              <a:gd name="connsiteY2" fmla="*/ 80922 h 2414332"/>
              <a:gd name="connsiteX3" fmla="*/ 2299319 w 2644724"/>
              <a:gd name="connsiteY3" fmla="*/ 354733 h 2414332"/>
              <a:gd name="connsiteX4" fmla="*/ 2644724 w 2644724"/>
              <a:gd name="connsiteY4" fmla="*/ 822042 h 2414332"/>
              <a:gd name="connsiteX5" fmla="*/ 2644724 w 2644724"/>
              <a:gd name="connsiteY5" fmla="*/ 2414306 h 2414332"/>
              <a:gd name="connsiteX6" fmla="*/ 2644719 w 2644724"/>
              <a:gd name="connsiteY6" fmla="*/ 2414332 h 2414332"/>
              <a:gd name="connsiteX7" fmla="*/ 6 w 2644724"/>
              <a:gd name="connsiteY7" fmla="*/ 2414332 h 2414332"/>
              <a:gd name="connsiteX8" fmla="*/ 0 w 2644724"/>
              <a:gd name="connsiteY8" fmla="*/ 2414306 h 2414332"/>
              <a:gd name="connsiteX9" fmla="*/ 0 w 2644724"/>
              <a:gd name="connsiteY9" fmla="*/ 822042 h 2414332"/>
              <a:gd name="connsiteX10" fmla="*/ 345405 w 2644724"/>
              <a:gd name="connsiteY10" fmla="*/ 354733 h 2414332"/>
              <a:gd name="connsiteX11" fmla="*/ 1188792 w 2644724"/>
              <a:gd name="connsiteY11" fmla="*/ 84206 h 2414332"/>
              <a:gd name="connsiteX0" fmla="*/ 1181815 w 2644724"/>
              <a:gd name="connsiteY0" fmla="*/ 88701 h 2414332"/>
              <a:gd name="connsiteX1" fmla="*/ 1324529 w 2644724"/>
              <a:gd name="connsiteY1" fmla="*/ 0 h 2414332"/>
              <a:gd name="connsiteX2" fmla="*/ 1455933 w 2644724"/>
              <a:gd name="connsiteY2" fmla="*/ 80922 h 2414332"/>
              <a:gd name="connsiteX3" fmla="*/ 2299319 w 2644724"/>
              <a:gd name="connsiteY3" fmla="*/ 354733 h 2414332"/>
              <a:gd name="connsiteX4" fmla="*/ 2644724 w 2644724"/>
              <a:gd name="connsiteY4" fmla="*/ 822042 h 2414332"/>
              <a:gd name="connsiteX5" fmla="*/ 2644724 w 2644724"/>
              <a:gd name="connsiteY5" fmla="*/ 2414306 h 2414332"/>
              <a:gd name="connsiteX6" fmla="*/ 2644719 w 2644724"/>
              <a:gd name="connsiteY6" fmla="*/ 2414332 h 2414332"/>
              <a:gd name="connsiteX7" fmla="*/ 6 w 2644724"/>
              <a:gd name="connsiteY7" fmla="*/ 2414332 h 2414332"/>
              <a:gd name="connsiteX8" fmla="*/ 0 w 2644724"/>
              <a:gd name="connsiteY8" fmla="*/ 2414306 h 2414332"/>
              <a:gd name="connsiteX9" fmla="*/ 0 w 2644724"/>
              <a:gd name="connsiteY9" fmla="*/ 822042 h 2414332"/>
              <a:gd name="connsiteX10" fmla="*/ 345405 w 2644724"/>
              <a:gd name="connsiteY10" fmla="*/ 354733 h 2414332"/>
              <a:gd name="connsiteX11" fmla="*/ 1181815 w 2644724"/>
              <a:gd name="connsiteY11" fmla="*/ 88701 h 2414332"/>
              <a:gd name="connsiteX0" fmla="*/ 0 w 2644724"/>
              <a:gd name="connsiteY0" fmla="*/ 2414306 h 2453562"/>
              <a:gd name="connsiteX1" fmla="*/ 0 w 2644724"/>
              <a:gd name="connsiteY1" fmla="*/ 822042 h 2453562"/>
              <a:gd name="connsiteX2" fmla="*/ 345405 w 2644724"/>
              <a:gd name="connsiteY2" fmla="*/ 354733 h 2453562"/>
              <a:gd name="connsiteX3" fmla="*/ 1181815 w 2644724"/>
              <a:gd name="connsiteY3" fmla="*/ 88701 h 2453562"/>
              <a:gd name="connsiteX4" fmla="*/ 1324529 w 2644724"/>
              <a:gd name="connsiteY4" fmla="*/ 0 h 2453562"/>
              <a:gd name="connsiteX5" fmla="*/ 1455933 w 2644724"/>
              <a:gd name="connsiteY5" fmla="*/ 80922 h 2453562"/>
              <a:gd name="connsiteX6" fmla="*/ 2299319 w 2644724"/>
              <a:gd name="connsiteY6" fmla="*/ 354733 h 2453562"/>
              <a:gd name="connsiteX7" fmla="*/ 2644724 w 2644724"/>
              <a:gd name="connsiteY7" fmla="*/ 822042 h 2453562"/>
              <a:gd name="connsiteX8" fmla="*/ 2644724 w 2644724"/>
              <a:gd name="connsiteY8" fmla="*/ 2414306 h 2453562"/>
              <a:gd name="connsiteX9" fmla="*/ 2644719 w 2644724"/>
              <a:gd name="connsiteY9" fmla="*/ 2414332 h 2453562"/>
              <a:gd name="connsiteX10" fmla="*/ 6 w 2644724"/>
              <a:gd name="connsiteY10" fmla="*/ 2414332 h 2453562"/>
              <a:gd name="connsiteX11" fmla="*/ 60547 w 2644724"/>
              <a:gd name="connsiteY11" fmla="*/ 2453562 h 2453562"/>
              <a:gd name="connsiteX0" fmla="*/ 0 w 2644724"/>
              <a:gd name="connsiteY0" fmla="*/ 2414306 h 2414332"/>
              <a:gd name="connsiteX1" fmla="*/ 0 w 2644724"/>
              <a:gd name="connsiteY1" fmla="*/ 822042 h 2414332"/>
              <a:gd name="connsiteX2" fmla="*/ 345405 w 2644724"/>
              <a:gd name="connsiteY2" fmla="*/ 354733 h 2414332"/>
              <a:gd name="connsiteX3" fmla="*/ 1181815 w 2644724"/>
              <a:gd name="connsiteY3" fmla="*/ 88701 h 2414332"/>
              <a:gd name="connsiteX4" fmla="*/ 1324529 w 2644724"/>
              <a:gd name="connsiteY4" fmla="*/ 0 h 2414332"/>
              <a:gd name="connsiteX5" fmla="*/ 1455933 w 2644724"/>
              <a:gd name="connsiteY5" fmla="*/ 80922 h 2414332"/>
              <a:gd name="connsiteX6" fmla="*/ 2299319 w 2644724"/>
              <a:gd name="connsiteY6" fmla="*/ 354733 h 2414332"/>
              <a:gd name="connsiteX7" fmla="*/ 2644724 w 2644724"/>
              <a:gd name="connsiteY7" fmla="*/ 822042 h 2414332"/>
              <a:gd name="connsiteX8" fmla="*/ 2644724 w 2644724"/>
              <a:gd name="connsiteY8" fmla="*/ 2414306 h 2414332"/>
              <a:gd name="connsiteX9" fmla="*/ 2644719 w 2644724"/>
              <a:gd name="connsiteY9" fmla="*/ 2414332 h 2414332"/>
              <a:gd name="connsiteX10" fmla="*/ 6 w 2644724"/>
              <a:gd name="connsiteY10" fmla="*/ 2414332 h 2414332"/>
              <a:gd name="connsiteX0" fmla="*/ 0 w 2644724"/>
              <a:gd name="connsiteY0" fmla="*/ 2414306 h 2414332"/>
              <a:gd name="connsiteX1" fmla="*/ 0 w 2644724"/>
              <a:gd name="connsiteY1" fmla="*/ 822042 h 2414332"/>
              <a:gd name="connsiteX2" fmla="*/ 345405 w 2644724"/>
              <a:gd name="connsiteY2" fmla="*/ 354733 h 2414332"/>
              <a:gd name="connsiteX3" fmla="*/ 1181815 w 2644724"/>
              <a:gd name="connsiteY3" fmla="*/ 88701 h 2414332"/>
              <a:gd name="connsiteX4" fmla="*/ 1324529 w 2644724"/>
              <a:gd name="connsiteY4" fmla="*/ 0 h 2414332"/>
              <a:gd name="connsiteX5" fmla="*/ 1455933 w 2644724"/>
              <a:gd name="connsiteY5" fmla="*/ 80922 h 2414332"/>
              <a:gd name="connsiteX6" fmla="*/ 2299319 w 2644724"/>
              <a:gd name="connsiteY6" fmla="*/ 354733 h 2414332"/>
              <a:gd name="connsiteX7" fmla="*/ 2644724 w 2644724"/>
              <a:gd name="connsiteY7" fmla="*/ 822042 h 2414332"/>
              <a:gd name="connsiteX8" fmla="*/ 2644724 w 2644724"/>
              <a:gd name="connsiteY8" fmla="*/ 2414306 h 2414332"/>
              <a:gd name="connsiteX9" fmla="*/ 2644719 w 2644724"/>
              <a:gd name="connsiteY9" fmla="*/ 2414332 h 2414332"/>
              <a:gd name="connsiteX0" fmla="*/ 0 w 2644724"/>
              <a:gd name="connsiteY0" fmla="*/ 2414306 h 2414332"/>
              <a:gd name="connsiteX1" fmla="*/ 0 w 2644724"/>
              <a:gd name="connsiteY1" fmla="*/ 822042 h 2414332"/>
              <a:gd name="connsiteX2" fmla="*/ 345405 w 2644724"/>
              <a:gd name="connsiteY2" fmla="*/ 354733 h 2414332"/>
              <a:gd name="connsiteX3" fmla="*/ 1181815 w 2644724"/>
              <a:gd name="connsiteY3" fmla="*/ 88701 h 2414332"/>
              <a:gd name="connsiteX4" fmla="*/ 1324529 w 2644724"/>
              <a:gd name="connsiteY4" fmla="*/ 0 h 2414332"/>
              <a:gd name="connsiteX5" fmla="*/ 1455933 w 2644724"/>
              <a:gd name="connsiteY5" fmla="*/ 80922 h 2414332"/>
              <a:gd name="connsiteX6" fmla="*/ 2644724 w 2644724"/>
              <a:gd name="connsiteY6" fmla="*/ 822042 h 2414332"/>
              <a:gd name="connsiteX7" fmla="*/ 2644724 w 2644724"/>
              <a:gd name="connsiteY7" fmla="*/ 2414306 h 2414332"/>
              <a:gd name="connsiteX8" fmla="*/ 2644719 w 2644724"/>
              <a:gd name="connsiteY8" fmla="*/ 2414332 h 2414332"/>
              <a:gd name="connsiteX0" fmla="*/ 0 w 2644724"/>
              <a:gd name="connsiteY0" fmla="*/ 2414306 h 2414332"/>
              <a:gd name="connsiteX1" fmla="*/ 0 w 2644724"/>
              <a:gd name="connsiteY1" fmla="*/ 822042 h 2414332"/>
              <a:gd name="connsiteX2" fmla="*/ 345405 w 2644724"/>
              <a:gd name="connsiteY2" fmla="*/ 354733 h 2414332"/>
              <a:gd name="connsiteX3" fmla="*/ 1181815 w 2644724"/>
              <a:gd name="connsiteY3" fmla="*/ 88701 h 2414332"/>
              <a:gd name="connsiteX4" fmla="*/ 1324529 w 2644724"/>
              <a:gd name="connsiteY4" fmla="*/ 0 h 2414332"/>
              <a:gd name="connsiteX5" fmla="*/ 2644724 w 2644724"/>
              <a:gd name="connsiteY5" fmla="*/ 822042 h 2414332"/>
              <a:gd name="connsiteX6" fmla="*/ 2644724 w 2644724"/>
              <a:gd name="connsiteY6" fmla="*/ 2414306 h 2414332"/>
              <a:gd name="connsiteX7" fmla="*/ 2644719 w 2644724"/>
              <a:gd name="connsiteY7" fmla="*/ 2414332 h 2414332"/>
              <a:gd name="connsiteX0" fmla="*/ 0 w 2644724"/>
              <a:gd name="connsiteY0" fmla="*/ 2414306 h 2414332"/>
              <a:gd name="connsiteX1" fmla="*/ 0 w 2644724"/>
              <a:gd name="connsiteY1" fmla="*/ 822042 h 2414332"/>
              <a:gd name="connsiteX2" fmla="*/ 345405 w 2644724"/>
              <a:gd name="connsiteY2" fmla="*/ 354733 h 2414332"/>
              <a:gd name="connsiteX3" fmla="*/ 1181815 w 2644724"/>
              <a:gd name="connsiteY3" fmla="*/ 88701 h 2414332"/>
              <a:gd name="connsiteX4" fmla="*/ 1324529 w 2644724"/>
              <a:gd name="connsiteY4" fmla="*/ 0 h 2414332"/>
              <a:gd name="connsiteX5" fmla="*/ 2644724 w 2644724"/>
              <a:gd name="connsiteY5" fmla="*/ 2414306 h 2414332"/>
              <a:gd name="connsiteX6" fmla="*/ 2644719 w 2644724"/>
              <a:gd name="connsiteY6" fmla="*/ 2414332 h 2414332"/>
              <a:gd name="connsiteX0" fmla="*/ 0 w 2644724"/>
              <a:gd name="connsiteY0" fmla="*/ 2414306 h 2414306"/>
              <a:gd name="connsiteX1" fmla="*/ 0 w 2644724"/>
              <a:gd name="connsiteY1" fmla="*/ 822042 h 2414306"/>
              <a:gd name="connsiteX2" fmla="*/ 345405 w 2644724"/>
              <a:gd name="connsiteY2" fmla="*/ 354733 h 2414306"/>
              <a:gd name="connsiteX3" fmla="*/ 1181815 w 2644724"/>
              <a:gd name="connsiteY3" fmla="*/ 88701 h 2414306"/>
              <a:gd name="connsiteX4" fmla="*/ 1324529 w 2644724"/>
              <a:gd name="connsiteY4" fmla="*/ 0 h 2414306"/>
              <a:gd name="connsiteX5" fmla="*/ 2644724 w 2644724"/>
              <a:gd name="connsiteY5" fmla="*/ 2414306 h 2414306"/>
              <a:gd name="connsiteX0" fmla="*/ 0 w 1324529"/>
              <a:gd name="connsiteY0" fmla="*/ 2414306 h 2414306"/>
              <a:gd name="connsiteX1" fmla="*/ 0 w 1324529"/>
              <a:gd name="connsiteY1" fmla="*/ 822042 h 2414306"/>
              <a:gd name="connsiteX2" fmla="*/ 345405 w 1324529"/>
              <a:gd name="connsiteY2" fmla="*/ 354733 h 2414306"/>
              <a:gd name="connsiteX3" fmla="*/ 1181815 w 1324529"/>
              <a:gd name="connsiteY3" fmla="*/ 88701 h 2414306"/>
              <a:gd name="connsiteX4" fmla="*/ 1324529 w 1324529"/>
              <a:gd name="connsiteY4" fmla="*/ 0 h 2414306"/>
              <a:gd name="connsiteX0" fmla="*/ 2799 w 1324529"/>
              <a:gd name="connsiteY0" fmla="*/ 1285562 h 1285562"/>
              <a:gd name="connsiteX1" fmla="*/ 0 w 1324529"/>
              <a:gd name="connsiteY1" fmla="*/ 822042 h 1285562"/>
              <a:gd name="connsiteX2" fmla="*/ 345405 w 1324529"/>
              <a:gd name="connsiteY2" fmla="*/ 354733 h 1285562"/>
              <a:gd name="connsiteX3" fmla="*/ 1181815 w 1324529"/>
              <a:gd name="connsiteY3" fmla="*/ 88701 h 1285562"/>
              <a:gd name="connsiteX4" fmla="*/ 1324529 w 1324529"/>
              <a:gd name="connsiteY4" fmla="*/ 0 h 1285562"/>
              <a:gd name="connsiteX0" fmla="*/ 2799 w 1246160"/>
              <a:gd name="connsiteY0" fmla="*/ 1236565 h 1236565"/>
              <a:gd name="connsiteX1" fmla="*/ 0 w 1246160"/>
              <a:gd name="connsiteY1" fmla="*/ 773045 h 1236565"/>
              <a:gd name="connsiteX2" fmla="*/ 345405 w 1246160"/>
              <a:gd name="connsiteY2" fmla="*/ 305736 h 1236565"/>
              <a:gd name="connsiteX3" fmla="*/ 1181815 w 1246160"/>
              <a:gd name="connsiteY3" fmla="*/ 39704 h 1236565"/>
              <a:gd name="connsiteX4" fmla="*/ 1246160 w 1246160"/>
              <a:gd name="connsiteY4" fmla="*/ 0 h 123656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46160" h="1236565">
                <a:moveTo>
                  <a:pt x="2799" y="1236565"/>
                </a:moveTo>
                <a:lnTo>
                  <a:pt x="0" y="773045"/>
                </a:lnTo>
                <a:cubicBezTo>
                  <a:pt x="0" y="531788"/>
                  <a:pt x="107938" y="411031"/>
                  <a:pt x="345405" y="305736"/>
                </a:cubicBezTo>
                <a:cubicBezTo>
                  <a:pt x="592364" y="215005"/>
                  <a:pt x="894152" y="180671"/>
                  <a:pt x="1181815" y="39704"/>
                </a:cubicBezTo>
                <a:lnTo>
                  <a:pt x="1246160" y="0"/>
                </a:lnTo>
              </a:path>
            </a:pathLst>
          </a:custGeom>
          <a:noFill/>
          <a:ln w="25400" cap="rnd">
            <a:solidFill>
              <a:schemeClr val="bg2">
                <a:lumMod val="75000"/>
              </a:schemeClr>
            </a:solidFill>
            <a:prstDash val="sysDot"/>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039" name="Freeform: Shape 1034">
            <a:extLst>
              <a:ext uri="{FF2B5EF4-FFF2-40B4-BE49-F238E27FC236}">
                <a16:creationId xmlns:a16="http://schemas.microsoft.com/office/drawing/2014/main" id="{237B061B-7D22-401D-ACD7-A79B3A9FBC0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6868207" y="10934"/>
            <a:ext cx="5314147" cy="4209805"/>
          </a:xfrm>
          <a:custGeom>
            <a:avLst/>
            <a:gdLst>
              <a:gd name="connsiteX0" fmla="*/ 1324902 w 2644724"/>
              <a:gd name="connsiteY0" fmla="*/ 0 h 2397243"/>
              <a:gd name="connsiteX1" fmla="*/ 1324529 w 2644724"/>
              <a:gd name="connsiteY1" fmla="*/ 2617 h 2397243"/>
              <a:gd name="connsiteX2" fmla="*/ 1440541 w 2644724"/>
              <a:gd name="connsiteY2" fmla="*/ 67117 h 2397243"/>
              <a:gd name="connsiteX3" fmla="*/ 2299319 w 2644724"/>
              <a:gd name="connsiteY3" fmla="*/ 337644 h 2397243"/>
              <a:gd name="connsiteX4" fmla="*/ 2644724 w 2644724"/>
              <a:gd name="connsiteY4" fmla="*/ 804953 h 2397243"/>
              <a:gd name="connsiteX5" fmla="*/ 2644724 w 2644724"/>
              <a:gd name="connsiteY5" fmla="*/ 2397217 h 2397243"/>
              <a:gd name="connsiteX6" fmla="*/ 2644719 w 2644724"/>
              <a:gd name="connsiteY6" fmla="*/ 2397243 h 2397243"/>
              <a:gd name="connsiteX7" fmla="*/ 6 w 2644724"/>
              <a:gd name="connsiteY7" fmla="*/ 2397243 h 2397243"/>
              <a:gd name="connsiteX8" fmla="*/ 0 w 2644724"/>
              <a:gd name="connsiteY8" fmla="*/ 2397217 h 2397243"/>
              <a:gd name="connsiteX9" fmla="*/ 0 w 2644724"/>
              <a:gd name="connsiteY9" fmla="*/ 804953 h 2397243"/>
              <a:gd name="connsiteX10" fmla="*/ 345405 w 2644724"/>
              <a:gd name="connsiteY10" fmla="*/ 337644 h 2397243"/>
              <a:gd name="connsiteX11" fmla="*/ 1204184 w 2644724"/>
              <a:gd name="connsiteY11" fmla="*/ 67117 h 2397243"/>
              <a:gd name="connsiteX12" fmla="*/ 1320196 w 2644724"/>
              <a:gd name="connsiteY12" fmla="*/ 2617 h 2397243"/>
              <a:gd name="connsiteX13" fmla="*/ 1322362 w 2644724"/>
              <a:gd name="connsiteY13" fmla="*/ 1412 h 2397243"/>
              <a:gd name="connsiteX0" fmla="*/ 1324902 w 2644724"/>
              <a:gd name="connsiteY0" fmla="*/ 0 h 2472784"/>
              <a:gd name="connsiteX1" fmla="*/ 1324529 w 2644724"/>
              <a:gd name="connsiteY1" fmla="*/ 78158 h 2472784"/>
              <a:gd name="connsiteX2" fmla="*/ 1440541 w 2644724"/>
              <a:gd name="connsiteY2" fmla="*/ 142658 h 2472784"/>
              <a:gd name="connsiteX3" fmla="*/ 2299319 w 2644724"/>
              <a:gd name="connsiteY3" fmla="*/ 413185 h 2472784"/>
              <a:gd name="connsiteX4" fmla="*/ 2644724 w 2644724"/>
              <a:gd name="connsiteY4" fmla="*/ 880494 h 2472784"/>
              <a:gd name="connsiteX5" fmla="*/ 2644724 w 2644724"/>
              <a:gd name="connsiteY5" fmla="*/ 2472758 h 2472784"/>
              <a:gd name="connsiteX6" fmla="*/ 2644719 w 2644724"/>
              <a:gd name="connsiteY6" fmla="*/ 2472784 h 2472784"/>
              <a:gd name="connsiteX7" fmla="*/ 6 w 2644724"/>
              <a:gd name="connsiteY7" fmla="*/ 2472784 h 2472784"/>
              <a:gd name="connsiteX8" fmla="*/ 0 w 2644724"/>
              <a:gd name="connsiteY8" fmla="*/ 2472758 h 2472784"/>
              <a:gd name="connsiteX9" fmla="*/ 0 w 2644724"/>
              <a:gd name="connsiteY9" fmla="*/ 880494 h 2472784"/>
              <a:gd name="connsiteX10" fmla="*/ 345405 w 2644724"/>
              <a:gd name="connsiteY10" fmla="*/ 413185 h 2472784"/>
              <a:gd name="connsiteX11" fmla="*/ 1204184 w 2644724"/>
              <a:gd name="connsiteY11" fmla="*/ 142658 h 2472784"/>
              <a:gd name="connsiteX12" fmla="*/ 1320196 w 2644724"/>
              <a:gd name="connsiteY12" fmla="*/ 78158 h 2472784"/>
              <a:gd name="connsiteX13" fmla="*/ 1322362 w 2644724"/>
              <a:gd name="connsiteY13" fmla="*/ 76953 h 2472784"/>
              <a:gd name="connsiteX14" fmla="*/ 1324902 w 2644724"/>
              <a:gd name="connsiteY14" fmla="*/ 0 h 2472784"/>
              <a:gd name="connsiteX0" fmla="*/ 1322362 w 2644724"/>
              <a:gd name="connsiteY0" fmla="*/ 3996 h 2399827"/>
              <a:gd name="connsiteX1" fmla="*/ 1324529 w 2644724"/>
              <a:gd name="connsiteY1" fmla="*/ 5201 h 2399827"/>
              <a:gd name="connsiteX2" fmla="*/ 1440541 w 2644724"/>
              <a:gd name="connsiteY2" fmla="*/ 69701 h 2399827"/>
              <a:gd name="connsiteX3" fmla="*/ 2299319 w 2644724"/>
              <a:gd name="connsiteY3" fmla="*/ 340228 h 2399827"/>
              <a:gd name="connsiteX4" fmla="*/ 2644724 w 2644724"/>
              <a:gd name="connsiteY4" fmla="*/ 807537 h 2399827"/>
              <a:gd name="connsiteX5" fmla="*/ 2644724 w 2644724"/>
              <a:gd name="connsiteY5" fmla="*/ 2399801 h 2399827"/>
              <a:gd name="connsiteX6" fmla="*/ 2644719 w 2644724"/>
              <a:gd name="connsiteY6" fmla="*/ 2399827 h 2399827"/>
              <a:gd name="connsiteX7" fmla="*/ 6 w 2644724"/>
              <a:gd name="connsiteY7" fmla="*/ 2399827 h 2399827"/>
              <a:gd name="connsiteX8" fmla="*/ 0 w 2644724"/>
              <a:gd name="connsiteY8" fmla="*/ 2399801 h 2399827"/>
              <a:gd name="connsiteX9" fmla="*/ 0 w 2644724"/>
              <a:gd name="connsiteY9" fmla="*/ 807537 h 2399827"/>
              <a:gd name="connsiteX10" fmla="*/ 345405 w 2644724"/>
              <a:gd name="connsiteY10" fmla="*/ 340228 h 2399827"/>
              <a:gd name="connsiteX11" fmla="*/ 1204184 w 2644724"/>
              <a:gd name="connsiteY11" fmla="*/ 69701 h 2399827"/>
              <a:gd name="connsiteX12" fmla="*/ 1320196 w 2644724"/>
              <a:gd name="connsiteY12" fmla="*/ 5201 h 2399827"/>
              <a:gd name="connsiteX13" fmla="*/ 1322362 w 2644724"/>
              <a:gd name="connsiteY13" fmla="*/ 3996 h 2399827"/>
              <a:gd name="connsiteX0" fmla="*/ 1322362 w 2644724"/>
              <a:gd name="connsiteY0" fmla="*/ 0 h 2461519"/>
              <a:gd name="connsiteX1" fmla="*/ 1324529 w 2644724"/>
              <a:gd name="connsiteY1" fmla="*/ 66893 h 2461519"/>
              <a:gd name="connsiteX2" fmla="*/ 1440541 w 2644724"/>
              <a:gd name="connsiteY2" fmla="*/ 131393 h 2461519"/>
              <a:gd name="connsiteX3" fmla="*/ 2299319 w 2644724"/>
              <a:gd name="connsiteY3" fmla="*/ 401920 h 2461519"/>
              <a:gd name="connsiteX4" fmla="*/ 2644724 w 2644724"/>
              <a:gd name="connsiteY4" fmla="*/ 869229 h 2461519"/>
              <a:gd name="connsiteX5" fmla="*/ 2644724 w 2644724"/>
              <a:gd name="connsiteY5" fmla="*/ 2461493 h 2461519"/>
              <a:gd name="connsiteX6" fmla="*/ 2644719 w 2644724"/>
              <a:gd name="connsiteY6" fmla="*/ 2461519 h 2461519"/>
              <a:gd name="connsiteX7" fmla="*/ 6 w 2644724"/>
              <a:gd name="connsiteY7" fmla="*/ 2461519 h 2461519"/>
              <a:gd name="connsiteX8" fmla="*/ 0 w 2644724"/>
              <a:gd name="connsiteY8" fmla="*/ 2461493 h 2461519"/>
              <a:gd name="connsiteX9" fmla="*/ 0 w 2644724"/>
              <a:gd name="connsiteY9" fmla="*/ 869229 h 2461519"/>
              <a:gd name="connsiteX10" fmla="*/ 345405 w 2644724"/>
              <a:gd name="connsiteY10" fmla="*/ 401920 h 2461519"/>
              <a:gd name="connsiteX11" fmla="*/ 1204184 w 2644724"/>
              <a:gd name="connsiteY11" fmla="*/ 131393 h 2461519"/>
              <a:gd name="connsiteX12" fmla="*/ 1320196 w 2644724"/>
              <a:gd name="connsiteY12" fmla="*/ 66893 h 2461519"/>
              <a:gd name="connsiteX13" fmla="*/ 1322362 w 2644724"/>
              <a:gd name="connsiteY13" fmla="*/ 0 h 2461519"/>
              <a:gd name="connsiteX0" fmla="*/ 1320196 w 2644724"/>
              <a:gd name="connsiteY0" fmla="*/ 0 h 2394626"/>
              <a:gd name="connsiteX1" fmla="*/ 1324529 w 2644724"/>
              <a:gd name="connsiteY1" fmla="*/ 0 h 2394626"/>
              <a:gd name="connsiteX2" fmla="*/ 1440541 w 2644724"/>
              <a:gd name="connsiteY2" fmla="*/ 64500 h 2394626"/>
              <a:gd name="connsiteX3" fmla="*/ 2299319 w 2644724"/>
              <a:gd name="connsiteY3" fmla="*/ 335027 h 2394626"/>
              <a:gd name="connsiteX4" fmla="*/ 2644724 w 2644724"/>
              <a:gd name="connsiteY4" fmla="*/ 802336 h 2394626"/>
              <a:gd name="connsiteX5" fmla="*/ 2644724 w 2644724"/>
              <a:gd name="connsiteY5" fmla="*/ 2394600 h 2394626"/>
              <a:gd name="connsiteX6" fmla="*/ 2644719 w 2644724"/>
              <a:gd name="connsiteY6" fmla="*/ 2394626 h 2394626"/>
              <a:gd name="connsiteX7" fmla="*/ 6 w 2644724"/>
              <a:gd name="connsiteY7" fmla="*/ 2394626 h 2394626"/>
              <a:gd name="connsiteX8" fmla="*/ 0 w 2644724"/>
              <a:gd name="connsiteY8" fmla="*/ 2394600 h 2394626"/>
              <a:gd name="connsiteX9" fmla="*/ 0 w 2644724"/>
              <a:gd name="connsiteY9" fmla="*/ 802336 h 2394626"/>
              <a:gd name="connsiteX10" fmla="*/ 345405 w 2644724"/>
              <a:gd name="connsiteY10" fmla="*/ 335027 h 2394626"/>
              <a:gd name="connsiteX11" fmla="*/ 1204184 w 2644724"/>
              <a:gd name="connsiteY11" fmla="*/ 64500 h 2394626"/>
              <a:gd name="connsiteX12" fmla="*/ 1320196 w 2644724"/>
              <a:gd name="connsiteY12" fmla="*/ 0 h 2394626"/>
              <a:gd name="connsiteX0" fmla="*/ 1204184 w 2644724"/>
              <a:gd name="connsiteY0" fmla="*/ 64500 h 2394626"/>
              <a:gd name="connsiteX1" fmla="*/ 1324529 w 2644724"/>
              <a:gd name="connsiteY1" fmla="*/ 0 h 2394626"/>
              <a:gd name="connsiteX2" fmla="*/ 1440541 w 2644724"/>
              <a:gd name="connsiteY2" fmla="*/ 64500 h 2394626"/>
              <a:gd name="connsiteX3" fmla="*/ 2299319 w 2644724"/>
              <a:gd name="connsiteY3" fmla="*/ 335027 h 2394626"/>
              <a:gd name="connsiteX4" fmla="*/ 2644724 w 2644724"/>
              <a:gd name="connsiteY4" fmla="*/ 802336 h 2394626"/>
              <a:gd name="connsiteX5" fmla="*/ 2644724 w 2644724"/>
              <a:gd name="connsiteY5" fmla="*/ 2394600 h 2394626"/>
              <a:gd name="connsiteX6" fmla="*/ 2644719 w 2644724"/>
              <a:gd name="connsiteY6" fmla="*/ 2394626 h 2394626"/>
              <a:gd name="connsiteX7" fmla="*/ 6 w 2644724"/>
              <a:gd name="connsiteY7" fmla="*/ 2394626 h 2394626"/>
              <a:gd name="connsiteX8" fmla="*/ 0 w 2644724"/>
              <a:gd name="connsiteY8" fmla="*/ 2394600 h 2394626"/>
              <a:gd name="connsiteX9" fmla="*/ 0 w 2644724"/>
              <a:gd name="connsiteY9" fmla="*/ 802336 h 2394626"/>
              <a:gd name="connsiteX10" fmla="*/ 345405 w 2644724"/>
              <a:gd name="connsiteY10" fmla="*/ 335027 h 2394626"/>
              <a:gd name="connsiteX11" fmla="*/ 1204184 w 2644724"/>
              <a:gd name="connsiteY11" fmla="*/ 64500 h 2394626"/>
              <a:gd name="connsiteX0" fmla="*/ 1204184 w 2644724"/>
              <a:gd name="connsiteY0" fmla="*/ 84206 h 2414332"/>
              <a:gd name="connsiteX1" fmla="*/ 1324529 w 2644724"/>
              <a:gd name="connsiteY1" fmla="*/ 0 h 2414332"/>
              <a:gd name="connsiteX2" fmla="*/ 1440541 w 2644724"/>
              <a:gd name="connsiteY2" fmla="*/ 84206 h 2414332"/>
              <a:gd name="connsiteX3" fmla="*/ 2299319 w 2644724"/>
              <a:gd name="connsiteY3" fmla="*/ 354733 h 2414332"/>
              <a:gd name="connsiteX4" fmla="*/ 2644724 w 2644724"/>
              <a:gd name="connsiteY4" fmla="*/ 822042 h 2414332"/>
              <a:gd name="connsiteX5" fmla="*/ 2644724 w 2644724"/>
              <a:gd name="connsiteY5" fmla="*/ 2414306 h 2414332"/>
              <a:gd name="connsiteX6" fmla="*/ 2644719 w 2644724"/>
              <a:gd name="connsiteY6" fmla="*/ 2414332 h 2414332"/>
              <a:gd name="connsiteX7" fmla="*/ 6 w 2644724"/>
              <a:gd name="connsiteY7" fmla="*/ 2414332 h 2414332"/>
              <a:gd name="connsiteX8" fmla="*/ 0 w 2644724"/>
              <a:gd name="connsiteY8" fmla="*/ 2414306 h 2414332"/>
              <a:gd name="connsiteX9" fmla="*/ 0 w 2644724"/>
              <a:gd name="connsiteY9" fmla="*/ 822042 h 2414332"/>
              <a:gd name="connsiteX10" fmla="*/ 345405 w 2644724"/>
              <a:gd name="connsiteY10" fmla="*/ 354733 h 2414332"/>
              <a:gd name="connsiteX11" fmla="*/ 1204184 w 2644724"/>
              <a:gd name="connsiteY11" fmla="*/ 84206 h 2414332"/>
              <a:gd name="connsiteX0" fmla="*/ 1204184 w 2644724"/>
              <a:gd name="connsiteY0" fmla="*/ 84206 h 2414332"/>
              <a:gd name="connsiteX1" fmla="*/ 1324529 w 2644724"/>
              <a:gd name="connsiteY1" fmla="*/ 0 h 2414332"/>
              <a:gd name="connsiteX2" fmla="*/ 1455933 w 2644724"/>
              <a:gd name="connsiteY2" fmla="*/ 80922 h 2414332"/>
              <a:gd name="connsiteX3" fmla="*/ 2299319 w 2644724"/>
              <a:gd name="connsiteY3" fmla="*/ 354733 h 2414332"/>
              <a:gd name="connsiteX4" fmla="*/ 2644724 w 2644724"/>
              <a:gd name="connsiteY4" fmla="*/ 822042 h 2414332"/>
              <a:gd name="connsiteX5" fmla="*/ 2644724 w 2644724"/>
              <a:gd name="connsiteY5" fmla="*/ 2414306 h 2414332"/>
              <a:gd name="connsiteX6" fmla="*/ 2644719 w 2644724"/>
              <a:gd name="connsiteY6" fmla="*/ 2414332 h 2414332"/>
              <a:gd name="connsiteX7" fmla="*/ 6 w 2644724"/>
              <a:gd name="connsiteY7" fmla="*/ 2414332 h 2414332"/>
              <a:gd name="connsiteX8" fmla="*/ 0 w 2644724"/>
              <a:gd name="connsiteY8" fmla="*/ 2414306 h 2414332"/>
              <a:gd name="connsiteX9" fmla="*/ 0 w 2644724"/>
              <a:gd name="connsiteY9" fmla="*/ 822042 h 2414332"/>
              <a:gd name="connsiteX10" fmla="*/ 345405 w 2644724"/>
              <a:gd name="connsiteY10" fmla="*/ 354733 h 2414332"/>
              <a:gd name="connsiteX11" fmla="*/ 1204184 w 2644724"/>
              <a:gd name="connsiteY11" fmla="*/ 84206 h 2414332"/>
              <a:gd name="connsiteX0" fmla="*/ 1188792 w 2644724"/>
              <a:gd name="connsiteY0" fmla="*/ 84206 h 2414332"/>
              <a:gd name="connsiteX1" fmla="*/ 1324529 w 2644724"/>
              <a:gd name="connsiteY1" fmla="*/ 0 h 2414332"/>
              <a:gd name="connsiteX2" fmla="*/ 1455933 w 2644724"/>
              <a:gd name="connsiteY2" fmla="*/ 80922 h 2414332"/>
              <a:gd name="connsiteX3" fmla="*/ 2299319 w 2644724"/>
              <a:gd name="connsiteY3" fmla="*/ 354733 h 2414332"/>
              <a:gd name="connsiteX4" fmla="*/ 2644724 w 2644724"/>
              <a:gd name="connsiteY4" fmla="*/ 822042 h 2414332"/>
              <a:gd name="connsiteX5" fmla="*/ 2644724 w 2644724"/>
              <a:gd name="connsiteY5" fmla="*/ 2414306 h 2414332"/>
              <a:gd name="connsiteX6" fmla="*/ 2644719 w 2644724"/>
              <a:gd name="connsiteY6" fmla="*/ 2414332 h 2414332"/>
              <a:gd name="connsiteX7" fmla="*/ 6 w 2644724"/>
              <a:gd name="connsiteY7" fmla="*/ 2414332 h 2414332"/>
              <a:gd name="connsiteX8" fmla="*/ 0 w 2644724"/>
              <a:gd name="connsiteY8" fmla="*/ 2414306 h 2414332"/>
              <a:gd name="connsiteX9" fmla="*/ 0 w 2644724"/>
              <a:gd name="connsiteY9" fmla="*/ 822042 h 2414332"/>
              <a:gd name="connsiteX10" fmla="*/ 345405 w 2644724"/>
              <a:gd name="connsiteY10" fmla="*/ 354733 h 2414332"/>
              <a:gd name="connsiteX11" fmla="*/ 1188792 w 2644724"/>
              <a:gd name="connsiteY11" fmla="*/ 84206 h 2414332"/>
              <a:gd name="connsiteX0" fmla="*/ 1181815 w 2644724"/>
              <a:gd name="connsiteY0" fmla="*/ 88701 h 2414332"/>
              <a:gd name="connsiteX1" fmla="*/ 1324529 w 2644724"/>
              <a:gd name="connsiteY1" fmla="*/ 0 h 2414332"/>
              <a:gd name="connsiteX2" fmla="*/ 1455933 w 2644724"/>
              <a:gd name="connsiteY2" fmla="*/ 80922 h 2414332"/>
              <a:gd name="connsiteX3" fmla="*/ 2299319 w 2644724"/>
              <a:gd name="connsiteY3" fmla="*/ 354733 h 2414332"/>
              <a:gd name="connsiteX4" fmla="*/ 2644724 w 2644724"/>
              <a:gd name="connsiteY4" fmla="*/ 822042 h 2414332"/>
              <a:gd name="connsiteX5" fmla="*/ 2644724 w 2644724"/>
              <a:gd name="connsiteY5" fmla="*/ 2414306 h 2414332"/>
              <a:gd name="connsiteX6" fmla="*/ 2644719 w 2644724"/>
              <a:gd name="connsiteY6" fmla="*/ 2414332 h 2414332"/>
              <a:gd name="connsiteX7" fmla="*/ 6 w 2644724"/>
              <a:gd name="connsiteY7" fmla="*/ 2414332 h 2414332"/>
              <a:gd name="connsiteX8" fmla="*/ 0 w 2644724"/>
              <a:gd name="connsiteY8" fmla="*/ 2414306 h 2414332"/>
              <a:gd name="connsiteX9" fmla="*/ 0 w 2644724"/>
              <a:gd name="connsiteY9" fmla="*/ 822042 h 2414332"/>
              <a:gd name="connsiteX10" fmla="*/ 345405 w 2644724"/>
              <a:gd name="connsiteY10" fmla="*/ 354733 h 2414332"/>
              <a:gd name="connsiteX11" fmla="*/ 1181815 w 2644724"/>
              <a:gd name="connsiteY11" fmla="*/ 88701 h 2414332"/>
              <a:gd name="connsiteX0" fmla="*/ 0 w 2644724"/>
              <a:gd name="connsiteY0" fmla="*/ 2414306 h 2453562"/>
              <a:gd name="connsiteX1" fmla="*/ 0 w 2644724"/>
              <a:gd name="connsiteY1" fmla="*/ 822042 h 2453562"/>
              <a:gd name="connsiteX2" fmla="*/ 345405 w 2644724"/>
              <a:gd name="connsiteY2" fmla="*/ 354733 h 2453562"/>
              <a:gd name="connsiteX3" fmla="*/ 1181815 w 2644724"/>
              <a:gd name="connsiteY3" fmla="*/ 88701 h 2453562"/>
              <a:gd name="connsiteX4" fmla="*/ 1324529 w 2644724"/>
              <a:gd name="connsiteY4" fmla="*/ 0 h 2453562"/>
              <a:gd name="connsiteX5" fmla="*/ 1455933 w 2644724"/>
              <a:gd name="connsiteY5" fmla="*/ 80922 h 2453562"/>
              <a:gd name="connsiteX6" fmla="*/ 2299319 w 2644724"/>
              <a:gd name="connsiteY6" fmla="*/ 354733 h 2453562"/>
              <a:gd name="connsiteX7" fmla="*/ 2644724 w 2644724"/>
              <a:gd name="connsiteY7" fmla="*/ 822042 h 2453562"/>
              <a:gd name="connsiteX8" fmla="*/ 2644724 w 2644724"/>
              <a:gd name="connsiteY8" fmla="*/ 2414306 h 2453562"/>
              <a:gd name="connsiteX9" fmla="*/ 2644719 w 2644724"/>
              <a:gd name="connsiteY9" fmla="*/ 2414332 h 2453562"/>
              <a:gd name="connsiteX10" fmla="*/ 6 w 2644724"/>
              <a:gd name="connsiteY10" fmla="*/ 2414332 h 2453562"/>
              <a:gd name="connsiteX11" fmla="*/ 60547 w 2644724"/>
              <a:gd name="connsiteY11" fmla="*/ 2453562 h 2453562"/>
              <a:gd name="connsiteX0" fmla="*/ 0 w 2644724"/>
              <a:gd name="connsiteY0" fmla="*/ 2414306 h 2414332"/>
              <a:gd name="connsiteX1" fmla="*/ 0 w 2644724"/>
              <a:gd name="connsiteY1" fmla="*/ 822042 h 2414332"/>
              <a:gd name="connsiteX2" fmla="*/ 345405 w 2644724"/>
              <a:gd name="connsiteY2" fmla="*/ 354733 h 2414332"/>
              <a:gd name="connsiteX3" fmla="*/ 1181815 w 2644724"/>
              <a:gd name="connsiteY3" fmla="*/ 88701 h 2414332"/>
              <a:gd name="connsiteX4" fmla="*/ 1324529 w 2644724"/>
              <a:gd name="connsiteY4" fmla="*/ 0 h 2414332"/>
              <a:gd name="connsiteX5" fmla="*/ 1455933 w 2644724"/>
              <a:gd name="connsiteY5" fmla="*/ 80922 h 2414332"/>
              <a:gd name="connsiteX6" fmla="*/ 2299319 w 2644724"/>
              <a:gd name="connsiteY6" fmla="*/ 354733 h 2414332"/>
              <a:gd name="connsiteX7" fmla="*/ 2644724 w 2644724"/>
              <a:gd name="connsiteY7" fmla="*/ 822042 h 2414332"/>
              <a:gd name="connsiteX8" fmla="*/ 2644724 w 2644724"/>
              <a:gd name="connsiteY8" fmla="*/ 2414306 h 2414332"/>
              <a:gd name="connsiteX9" fmla="*/ 2644719 w 2644724"/>
              <a:gd name="connsiteY9" fmla="*/ 2414332 h 2414332"/>
              <a:gd name="connsiteX10" fmla="*/ 6 w 2644724"/>
              <a:gd name="connsiteY10" fmla="*/ 2414332 h 2414332"/>
              <a:gd name="connsiteX0" fmla="*/ 0 w 2644724"/>
              <a:gd name="connsiteY0" fmla="*/ 2414306 h 2414332"/>
              <a:gd name="connsiteX1" fmla="*/ 0 w 2644724"/>
              <a:gd name="connsiteY1" fmla="*/ 822042 h 2414332"/>
              <a:gd name="connsiteX2" fmla="*/ 345405 w 2644724"/>
              <a:gd name="connsiteY2" fmla="*/ 354733 h 2414332"/>
              <a:gd name="connsiteX3" fmla="*/ 1181815 w 2644724"/>
              <a:gd name="connsiteY3" fmla="*/ 88701 h 2414332"/>
              <a:gd name="connsiteX4" fmla="*/ 1324529 w 2644724"/>
              <a:gd name="connsiteY4" fmla="*/ 0 h 2414332"/>
              <a:gd name="connsiteX5" fmla="*/ 1455933 w 2644724"/>
              <a:gd name="connsiteY5" fmla="*/ 80922 h 2414332"/>
              <a:gd name="connsiteX6" fmla="*/ 2299319 w 2644724"/>
              <a:gd name="connsiteY6" fmla="*/ 354733 h 2414332"/>
              <a:gd name="connsiteX7" fmla="*/ 2644724 w 2644724"/>
              <a:gd name="connsiteY7" fmla="*/ 822042 h 2414332"/>
              <a:gd name="connsiteX8" fmla="*/ 2644724 w 2644724"/>
              <a:gd name="connsiteY8" fmla="*/ 2414306 h 2414332"/>
              <a:gd name="connsiteX9" fmla="*/ 2644719 w 2644724"/>
              <a:gd name="connsiteY9" fmla="*/ 2414332 h 2414332"/>
              <a:gd name="connsiteX0" fmla="*/ 0 w 2644724"/>
              <a:gd name="connsiteY0" fmla="*/ 822042 h 2414332"/>
              <a:gd name="connsiteX1" fmla="*/ 345405 w 2644724"/>
              <a:gd name="connsiteY1" fmla="*/ 354733 h 2414332"/>
              <a:gd name="connsiteX2" fmla="*/ 1181815 w 2644724"/>
              <a:gd name="connsiteY2" fmla="*/ 88701 h 2414332"/>
              <a:gd name="connsiteX3" fmla="*/ 1324529 w 2644724"/>
              <a:gd name="connsiteY3" fmla="*/ 0 h 2414332"/>
              <a:gd name="connsiteX4" fmla="*/ 1455933 w 2644724"/>
              <a:gd name="connsiteY4" fmla="*/ 80922 h 2414332"/>
              <a:gd name="connsiteX5" fmla="*/ 2299319 w 2644724"/>
              <a:gd name="connsiteY5" fmla="*/ 354733 h 2414332"/>
              <a:gd name="connsiteX6" fmla="*/ 2644724 w 2644724"/>
              <a:gd name="connsiteY6" fmla="*/ 822042 h 2414332"/>
              <a:gd name="connsiteX7" fmla="*/ 2644724 w 2644724"/>
              <a:gd name="connsiteY7" fmla="*/ 2414306 h 2414332"/>
              <a:gd name="connsiteX8" fmla="*/ 2644719 w 2644724"/>
              <a:gd name="connsiteY8" fmla="*/ 2414332 h 2414332"/>
              <a:gd name="connsiteX0" fmla="*/ 0 w 2644724"/>
              <a:gd name="connsiteY0" fmla="*/ 822042 h 2414306"/>
              <a:gd name="connsiteX1" fmla="*/ 345405 w 2644724"/>
              <a:gd name="connsiteY1" fmla="*/ 354733 h 2414306"/>
              <a:gd name="connsiteX2" fmla="*/ 1181815 w 2644724"/>
              <a:gd name="connsiteY2" fmla="*/ 88701 h 2414306"/>
              <a:gd name="connsiteX3" fmla="*/ 1324529 w 2644724"/>
              <a:gd name="connsiteY3" fmla="*/ 0 h 2414306"/>
              <a:gd name="connsiteX4" fmla="*/ 1455933 w 2644724"/>
              <a:gd name="connsiteY4" fmla="*/ 80922 h 2414306"/>
              <a:gd name="connsiteX5" fmla="*/ 2299319 w 2644724"/>
              <a:gd name="connsiteY5" fmla="*/ 354733 h 2414306"/>
              <a:gd name="connsiteX6" fmla="*/ 2644724 w 2644724"/>
              <a:gd name="connsiteY6" fmla="*/ 822042 h 2414306"/>
              <a:gd name="connsiteX7" fmla="*/ 2644724 w 2644724"/>
              <a:gd name="connsiteY7" fmla="*/ 2414306 h 2414306"/>
              <a:gd name="connsiteX8" fmla="*/ 2510372 w 2644724"/>
              <a:gd name="connsiteY8" fmla="*/ 1599532 h 2414306"/>
              <a:gd name="connsiteX0" fmla="*/ 0 w 2644724"/>
              <a:gd name="connsiteY0" fmla="*/ 822042 h 2414306"/>
              <a:gd name="connsiteX1" fmla="*/ 345405 w 2644724"/>
              <a:gd name="connsiteY1" fmla="*/ 354733 h 2414306"/>
              <a:gd name="connsiteX2" fmla="*/ 1181815 w 2644724"/>
              <a:gd name="connsiteY2" fmla="*/ 88701 h 2414306"/>
              <a:gd name="connsiteX3" fmla="*/ 1324529 w 2644724"/>
              <a:gd name="connsiteY3" fmla="*/ 0 h 2414306"/>
              <a:gd name="connsiteX4" fmla="*/ 1455933 w 2644724"/>
              <a:gd name="connsiteY4" fmla="*/ 80922 h 2414306"/>
              <a:gd name="connsiteX5" fmla="*/ 2299319 w 2644724"/>
              <a:gd name="connsiteY5" fmla="*/ 354733 h 2414306"/>
              <a:gd name="connsiteX6" fmla="*/ 2644724 w 2644724"/>
              <a:gd name="connsiteY6" fmla="*/ 822042 h 2414306"/>
              <a:gd name="connsiteX7" fmla="*/ 2644724 w 2644724"/>
              <a:gd name="connsiteY7" fmla="*/ 2414306 h 2414306"/>
              <a:gd name="connsiteX0" fmla="*/ 0 w 2644724"/>
              <a:gd name="connsiteY0" fmla="*/ 822042 h 1320042"/>
              <a:gd name="connsiteX1" fmla="*/ 345405 w 2644724"/>
              <a:gd name="connsiteY1" fmla="*/ 354733 h 1320042"/>
              <a:gd name="connsiteX2" fmla="*/ 1181815 w 2644724"/>
              <a:gd name="connsiteY2" fmla="*/ 88701 h 1320042"/>
              <a:gd name="connsiteX3" fmla="*/ 1324529 w 2644724"/>
              <a:gd name="connsiteY3" fmla="*/ 0 h 1320042"/>
              <a:gd name="connsiteX4" fmla="*/ 1455933 w 2644724"/>
              <a:gd name="connsiteY4" fmla="*/ 80922 h 1320042"/>
              <a:gd name="connsiteX5" fmla="*/ 2299319 w 2644724"/>
              <a:gd name="connsiteY5" fmla="*/ 354733 h 1320042"/>
              <a:gd name="connsiteX6" fmla="*/ 2644724 w 2644724"/>
              <a:gd name="connsiteY6" fmla="*/ 822042 h 1320042"/>
              <a:gd name="connsiteX7" fmla="*/ 2644724 w 2644724"/>
              <a:gd name="connsiteY7" fmla="*/ 1320042 h 1320042"/>
              <a:gd name="connsiteX0" fmla="*/ 0 w 2644724"/>
              <a:gd name="connsiteY0" fmla="*/ 822042 h 1320042"/>
              <a:gd name="connsiteX1" fmla="*/ 77463 w 2644724"/>
              <a:gd name="connsiteY1" fmla="*/ 552223 h 1320042"/>
              <a:gd name="connsiteX2" fmla="*/ 345405 w 2644724"/>
              <a:gd name="connsiteY2" fmla="*/ 354733 h 1320042"/>
              <a:gd name="connsiteX3" fmla="*/ 1181815 w 2644724"/>
              <a:gd name="connsiteY3" fmla="*/ 88701 h 1320042"/>
              <a:gd name="connsiteX4" fmla="*/ 1324529 w 2644724"/>
              <a:gd name="connsiteY4" fmla="*/ 0 h 1320042"/>
              <a:gd name="connsiteX5" fmla="*/ 1455933 w 2644724"/>
              <a:gd name="connsiteY5" fmla="*/ 80922 h 1320042"/>
              <a:gd name="connsiteX6" fmla="*/ 2299319 w 2644724"/>
              <a:gd name="connsiteY6" fmla="*/ 354733 h 1320042"/>
              <a:gd name="connsiteX7" fmla="*/ 2644724 w 2644724"/>
              <a:gd name="connsiteY7" fmla="*/ 822042 h 1320042"/>
              <a:gd name="connsiteX8" fmla="*/ 2644724 w 2644724"/>
              <a:gd name="connsiteY8" fmla="*/ 1320042 h 1320042"/>
              <a:gd name="connsiteX0" fmla="*/ 0 w 2644724"/>
              <a:gd name="connsiteY0" fmla="*/ 822042 h 1320042"/>
              <a:gd name="connsiteX1" fmla="*/ 74664 w 2644724"/>
              <a:gd name="connsiteY1" fmla="*/ 541335 h 1320042"/>
              <a:gd name="connsiteX2" fmla="*/ 345405 w 2644724"/>
              <a:gd name="connsiteY2" fmla="*/ 354733 h 1320042"/>
              <a:gd name="connsiteX3" fmla="*/ 1181815 w 2644724"/>
              <a:gd name="connsiteY3" fmla="*/ 88701 h 1320042"/>
              <a:gd name="connsiteX4" fmla="*/ 1324529 w 2644724"/>
              <a:gd name="connsiteY4" fmla="*/ 0 h 1320042"/>
              <a:gd name="connsiteX5" fmla="*/ 1455933 w 2644724"/>
              <a:gd name="connsiteY5" fmla="*/ 80922 h 1320042"/>
              <a:gd name="connsiteX6" fmla="*/ 2299319 w 2644724"/>
              <a:gd name="connsiteY6" fmla="*/ 354733 h 1320042"/>
              <a:gd name="connsiteX7" fmla="*/ 2644724 w 2644724"/>
              <a:gd name="connsiteY7" fmla="*/ 822042 h 1320042"/>
              <a:gd name="connsiteX8" fmla="*/ 2644724 w 2644724"/>
              <a:gd name="connsiteY8" fmla="*/ 1320042 h 1320042"/>
              <a:gd name="connsiteX0" fmla="*/ 0 w 2644724"/>
              <a:gd name="connsiteY0" fmla="*/ 822042 h 1320042"/>
              <a:gd name="connsiteX1" fmla="*/ 74664 w 2644724"/>
              <a:gd name="connsiteY1" fmla="*/ 541335 h 1320042"/>
              <a:gd name="connsiteX2" fmla="*/ 345405 w 2644724"/>
              <a:gd name="connsiteY2" fmla="*/ 354733 h 1320042"/>
              <a:gd name="connsiteX3" fmla="*/ 1181815 w 2644724"/>
              <a:gd name="connsiteY3" fmla="*/ 88701 h 1320042"/>
              <a:gd name="connsiteX4" fmla="*/ 1324529 w 2644724"/>
              <a:gd name="connsiteY4" fmla="*/ 0 h 1320042"/>
              <a:gd name="connsiteX5" fmla="*/ 1455933 w 2644724"/>
              <a:gd name="connsiteY5" fmla="*/ 80922 h 1320042"/>
              <a:gd name="connsiteX6" fmla="*/ 2299319 w 2644724"/>
              <a:gd name="connsiteY6" fmla="*/ 354733 h 1320042"/>
              <a:gd name="connsiteX7" fmla="*/ 2644724 w 2644724"/>
              <a:gd name="connsiteY7" fmla="*/ 822042 h 1320042"/>
              <a:gd name="connsiteX8" fmla="*/ 2644724 w 2644724"/>
              <a:gd name="connsiteY8" fmla="*/ 1320042 h 1320042"/>
              <a:gd name="connsiteX0" fmla="*/ 0 w 2570060"/>
              <a:gd name="connsiteY0" fmla="*/ 541335 h 1320042"/>
              <a:gd name="connsiteX1" fmla="*/ 270741 w 2570060"/>
              <a:gd name="connsiteY1" fmla="*/ 354733 h 1320042"/>
              <a:gd name="connsiteX2" fmla="*/ 1107151 w 2570060"/>
              <a:gd name="connsiteY2" fmla="*/ 88701 h 1320042"/>
              <a:gd name="connsiteX3" fmla="*/ 1249865 w 2570060"/>
              <a:gd name="connsiteY3" fmla="*/ 0 h 1320042"/>
              <a:gd name="connsiteX4" fmla="*/ 1381269 w 2570060"/>
              <a:gd name="connsiteY4" fmla="*/ 80922 h 1320042"/>
              <a:gd name="connsiteX5" fmla="*/ 2224655 w 2570060"/>
              <a:gd name="connsiteY5" fmla="*/ 354733 h 1320042"/>
              <a:gd name="connsiteX6" fmla="*/ 2570060 w 2570060"/>
              <a:gd name="connsiteY6" fmla="*/ 822042 h 1320042"/>
              <a:gd name="connsiteX7" fmla="*/ 2570060 w 2570060"/>
              <a:gd name="connsiteY7" fmla="*/ 1320042 h 13200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570060" h="1320042">
                <a:moveTo>
                  <a:pt x="0" y="541335"/>
                </a:moveTo>
                <a:cubicBezTo>
                  <a:pt x="57568" y="476153"/>
                  <a:pt x="86682" y="431987"/>
                  <a:pt x="270741" y="354733"/>
                </a:cubicBezTo>
                <a:cubicBezTo>
                  <a:pt x="517700" y="264002"/>
                  <a:pt x="819488" y="229668"/>
                  <a:pt x="1107151" y="88701"/>
                </a:cubicBezTo>
                <a:lnTo>
                  <a:pt x="1249865" y="0"/>
                </a:lnTo>
                <a:lnTo>
                  <a:pt x="1381269" y="80922"/>
                </a:lnTo>
                <a:cubicBezTo>
                  <a:pt x="1668932" y="221889"/>
                  <a:pt x="1977697" y="264002"/>
                  <a:pt x="2224655" y="354733"/>
                </a:cubicBezTo>
                <a:cubicBezTo>
                  <a:pt x="2462122" y="460028"/>
                  <a:pt x="2570060" y="580785"/>
                  <a:pt x="2570060" y="822042"/>
                </a:cubicBezTo>
                <a:lnTo>
                  <a:pt x="2570060" y="1320042"/>
                </a:lnTo>
              </a:path>
            </a:pathLst>
          </a:custGeom>
          <a:noFill/>
          <a:ln w="25400" cap="rnd">
            <a:solidFill>
              <a:schemeClr val="bg2">
                <a:lumMod val="75000"/>
              </a:schemeClr>
            </a:solidFill>
            <a:prstDash val="sysDot"/>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4" name="テキスト ボックス 3">
            <a:extLst>
              <a:ext uri="{FF2B5EF4-FFF2-40B4-BE49-F238E27FC236}">
                <a16:creationId xmlns:a16="http://schemas.microsoft.com/office/drawing/2014/main" id="{5155BA28-43AC-F97F-609B-04D2D92F70E8}"/>
              </a:ext>
            </a:extLst>
          </p:cNvPr>
          <p:cNvSpPr txBox="1"/>
          <p:nvPr/>
        </p:nvSpPr>
        <p:spPr>
          <a:xfrm>
            <a:off x="158620" y="765110"/>
            <a:ext cx="5666792" cy="584775"/>
          </a:xfrm>
          <a:prstGeom prst="rect">
            <a:avLst/>
          </a:prstGeom>
          <a:noFill/>
          <a:ln>
            <a:solidFill>
              <a:schemeClr val="tx1"/>
            </a:solidFill>
          </a:ln>
        </p:spPr>
        <p:txBody>
          <a:bodyPr wrap="square" rtlCol="0">
            <a:spAutoFit/>
          </a:bodyPr>
          <a:lstStyle/>
          <a:p>
            <a:r>
              <a:rPr kumimoji="1" lang="ja-JP" altLang="en-US" sz="3200" b="1" dirty="0">
                <a:ln>
                  <a:solidFill>
                    <a:schemeClr val="bg1"/>
                  </a:solidFill>
                </a:ln>
              </a:rPr>
              <a:t>牧場経営ゲームの</a:t>
            </a:r>
            <a:r>
              <a:rPr kumimoji="1" lang="en-US" altLang="ja-JP" sz="3200" b="1" dirty="0">
                <a:ln>
                  <a:solidFill>
                    <a:schemeClr val="bg1"/>
                  </a:solidFill>
                </a:ln>
              </a:rPr>
              <a:t>VR</a:t>
            </a:r>
            <a:r>
              <a:rPr kumimoji="1" lang="ja-JP" altLang="en-US" sz="3200" b="1" dirty="0">
                <a:ln>
                  <a:solidFill>
                    <a:schemeClr val="bg1"/>
                  </a:solidFill>
                </a:ln>
              </a:rPr>
              <a:t>版！！</a:t>
            </a:r>
          </a:p>
        </p:txBody>
      </p:sp>
    </p:spTree>
    <p:extLst>
      <p:ext uri="{BB962C8B-B14F-4D97-AF65-F5344CB8AC3E}">
        <p14:creationId xmlns:p14="http://schemas.microsoft.com/office/powerpoint/2010/main" val="373728123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grpSp>
        <p:nvGrpSpPr>
          <p:cNvPr id="2061" name="Group 2060">
            <a:extLst>
              <a:ext uri="{FF2B5EF4-FFF2-40B4-BE49-F238E27FC236}">
                <a16:creationId xmlns:a16="http://schemas.microsoft.com/office/drawing/2014/main" id="{D206359A-F1E3-49EE-BBC2-40888C4A3628}"/>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9265700" y="2026"/>
            <a:ext cx="2926300" cy="5030922"/>
            <a:chOff x="9265700" y="2026"/>
            <a:chExt cx="2926300" cy="5030922"/>
          </a:xfrm>
        </p:grpSpPr>
        <p:sp>
          <p:nvSpPr>
            <p:cNvPr id="2062" name="Freeform: Shape 2061">
              <a:extLst>
                <a:ext uri="{FF2B5EF4-FFF2-40B4-BE49-F238E27FC236}">
                  <a16:creationId xmlns:a16="http://schemas.microsoft.com/office/drawing/2014/main" id="{CED90C42-6A0F-48E8-BF96-7D3E2A395EC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326904" y="2026"/>
              <a:ext cx="2249810" cy="2294745"/>
            </a:xfrm>
            <a:custGeom>
              <a:avLst/>
              <a:gdLst>
                <a:gd name="connsiteX0" fmla="*/ 49162 w 2249810"/>
                <a:gd name="connsiteY0" fmla="*/ 0 h 2294745"/>
                <a:gd name="connsiteX1" fmla="*/ 2200648 w 2249810"/>
                <a:gd name="connsiteY1" fmla="*/ 0 h 2294745"/>
                <a:gd name="connsiteX2" fmla="*/ 2210105 w 2249810"/>
                <a:gd name="connsiteY2" fmla="*/ 23601 h 2294745"/>
                <a:gd name="connsiteX3" fmla="*/ 2249810 w 2249810"/>
                <a:gd name="connsiteY3" fmla="*/ 326934 h 2294745"/>
                <a:gd name="connsiteX4" fmla="*/ 2249810 w 2249810"/>
                <a:gd name="connsiteY4" fmla="*/ 422824 h 2294745"/>
                <a:gd name="connsiteX5" fmla="*/ 2249810 w 2249810"/>
                <a:gd name="connsiteY5" fmla="*/ 696534 h 2294745"/>
                <a:gd name="connsiteX6" fmla="*/ 2249810 w 2249810"/>
                <a:gd name="connsiteY6" fmla="*/ 848826 h 2294745"/>
                <a:gd name="connsiteX7" fmla="*/ 2249810 w 2249810"/>
                <a:gd name="connsiteY7" fmla="*/ 1058531 h 2294745"/>
                <a:gd name="connsiteX8" fmla="*/ 2249810 w 2249810"/>
                <a:gd name="connsiteY8" fmla="*/ 1218426 h 2294745"/>
                <a:gd name="connsiteX9" fmla="*/ 1955981 w 2249810"/>
                <a:gd name="connsiteY9" fmla="*/ 1845313 h 2294745"/>
                <a:gd name="connsiteX10" fmla="*/ 1225437 w 2249810"/>
                <a:gd name="connsiteY10" fmla="*/ 2208220 h 2294745"/>
                <a:gd name="connsiteX11" fmla="*/ 1123061 w 2249810"/>
                <a:gd name="connsiteY11" fmla="*/ 2294745 h 2294745"/>
                <a:gd name="connsiteX12" fmla="*/ 1024372 w 2249810"/>
                <a:gd name="connsiteY12" fmla="*/ 2208220 h 2294745"/>
                <a:gd name="connsiteX13" fmla="*/ 293828 w 2249810"/>
                <a:gd name="connsiteY13" fmla="*/ 1845313 h 2294745"/>
                <a:gd name="connsiteX14" fmla="*/ 0 w 2249810"/>
                <a:gd name="connsiteY14" fmla="*/ 1218426 h 2294745"/>
                <a:gd name="connsiteX15" fmla="*/ 0 w 2249810"/>
                <a:gd name="connsiteY15" fmla="*/ 1058531 h 2294745"/>
                <a:gd name="connsiteX16" fmla="*/ 0 w 2249810"/>
                <a:gd name="connsiteY16" fmla="*/ 848826 h 2294745"/>
                <a:gd name="connsiteX17" fmla="*/ 0 w 2249810"/>
                <a:gd name="connsiteY17" fmla="*/ 696534 h 2294745"/>
                <a:gd name="connsiteX18" fmla="*/ 0 w 2249810"/>
                <a:gd name="connsiteY18" fmla="*/ 422824 h 2294745"/>
                <a:gd name="connsiteX19" fmla="*/ 0 w 2249810"/>
                <a:gd name="connsiteY19" fmla="*/ 326934 h 2294745"/>
                <a:gd name="connsiteX20" fmla="*/ 39705 w 2249810"/>
                <a:gd name="connsiteY20" fmla="*/ 23601 h 22947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2249810" h="2294745">
                  <a:moveTo>
                    <a:pt x="49162" y="0"/>
                  </a:moveTo>
                  <a:lnTo>
                    <a:pt x="2200648" y="0"/>
                  </a:lnTo>
                  <a:lnTo>
                    <a:pt x="2210105" y="23601"/>
                  </a:lnTo>
                  <a:cubicBezTo>
                    <a:pt x="2236898" y="106934"/>
                    <a:pt x="2249810" y="205568"/>
                    <a:pt x="2249810" y="326934"/>
                  </a:cubicBezTo>
                  <a:lnTo>
                    <a:pt x="2249810" y="422824"/>
                  </a:lnTo>
                  <a:lnTo>
                    <a:pt x="2249810" y="696534"/>
                  </a:lnTo>
                  <a:lnTo>
                    <a:pt x="2249810" y="848826"/>
                  </a:lnTo>
                  <a:lnTo>
                    <a:pt x="2249810" y="1058531"/>
                  </a:lnTo>
                  <a:lnTo>
                    <a:pt x="2249810" y="1218426"/>
                  </a:lnTo>
                  <a:cubicBezTo>
                    <a:pt x="2249810" y="1542068"/>
                    <a:pt x="2157989" y="1704061"/>
                    <a:pt x="1955981" y="1845313"/>
                  </a:cubicBezTo>
                  <a:cubicBezTo>
                    <a:pt x="1745898" y="1967026"/>
                    <a:pt x="1470144" y="2019115"/>
                    <a:pt x="1225437" y="2208220"/>
                  </a:cubicBezTo>
                  <a:lnTo>
                    <a:pt x="1123061" y="2294745"/>
                  </a:lnTo>
                  <a:lnTo>
                    <a:pt x="1024372" y="2208220"/>
                  </a:lnTo>
                  <a:cubicBezTo>
                    <a:pt x="779664" y="2019115"/>
                    <a:pt x="503910" y="1967026"/>
                    <a:pt x="293828" y="1845313"/>
                  </a:cubicBezTo>
                  <a:cubicBezTo>
                    <a:pt x="91820" y="1704061"/>
                    <a:pt x="0" y="1542068"/>
                    <a:pt x="0" y="1218426"/>
                  </a:cubicBezTo>
                  <a:lnTo>
                    <a:pt x="0" y="1058531"/>
                  </a:lnTo>
                  <a:lnTo>
                    <a:pt x="0" y="848826"/>
                  </a:lnTo>
                  <a:lnTo>
                    <a:pt x="0" y="696534"/>
                  </a:lnTo>
                  <a:lnTo>
                    <a:pt x="0" y="422824"/>
                  </a:lnTo>
                  <a:lnTo>
                    <a:pt x="0" y="326934"/>
                  </a:lnTo>
                  <a:cubicBezTo>
                    <a:pt x="0" y="205568"/>
                    <a:pt x="12912" y="106934"/>
                    <a:pt x="39705" y="23601"/>
                  </a:cubicBezTo>
                  <a:close/>
                </a:path>
              </a:pathLst>
            </a:custGeom>
            <a:solidFill>
              <a:schemeClr val="bg2">
                <a:lumMod val="75000"/>
                <a:alpha val="15000"/>
              </a:scheme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63" name="Freeform: Shape 2062">
              <a:extLst>
                <a:ext uri="{FF2B5EF4-FFF2-40B4-BE49-F238E27FC236}">
                  <a16:creationId xmlns:a16="http://schemas.microsoft.com/office/drawing/2014/main" id="{5DA0863A-55F7-4EB0-9451-F3EE4D65DBD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597154" y="1907348"/>
              <a:ext cx="1594846" cy="3044131"/>
            </a:xfrm>
            <a:custGeom>
              <a:avLst/>
              <a:gdLst>
                <a:gd name="connsiteX0" fmla="*/ 1126749 w 1594846"/>
                <a:gd name="connsiteY0" fmla="*/ 0 h 3044131"/>
                <a:gd name="connsiteX1" fmla="*/ 1225438 w 1594846"/>
                <a:gd name="connsiteY1" fmla="*/ 86525 h 3044131"/>
                <a:gd name="connsiteX2" fmla="*/ 1413279 w 1594846"/>
                <a:gd name="connsiteY2" fmla="*/ 205892 h 3044131"/>
                <a:gd name="connsiteX3" fmla="*/ 1594846 w 1594846"/>
                <a:gd name="connsiteY3" fmla="*/ 289191 h 3044131"/>
                <a:gd name="connsiteX4" fmla="*/ 1594846 w 1594846"/>
                <a:gd name="connsiteY4" fmla="*/ 2754939 h 3044131"/>
                <a:gd name="connsiteX5" fmla="*/ 1413277 w 1594846"/>
                <a:gd name="connsiteY5" fmla="*/ 2838239 h 3044131"/>
                <a:gd name="connsiteX6" fmla="*/ 1225436 w 1594846"/>
                <a:gd name="connsiteY6" fmla="*/ 2957606 h 3044131"/>
                <a:gd name="connsiteX7" fmla="*/ 1123061 w 1594846"/>
                <a:gd name="connsiteY7" fmla="*/ 3044131 h 3044131"/>
                <a:gd name="connsiteX8" fmla="*/ 1024372 w 1594846"/>
                <a:gd name="connsiteY8" fmla="*/ 2957606 h 3044131"/>
                <a:gd name="connsiteX9" fmla="*/ 293828 w 1594846"/>
                <a:gd name="connsiteY9" fmla="*/ 2594699 h 3044131"/>
                <a:gd name="connsiteX10" fmla="*/ 0 w 1594846"/>
                <a:gd name="connsiteY10" fmla="*/ 1967812 h 3044131"/>
                <a:gd name="connsiteX11" fmla="*/ 0 w 1594846"/>
                <a:gd name="connsiteY11" fmla="*/ 1807917 h 3044131"/>
                <a:gd name="connsiteX12" fmla="*/ 0 w 1594846"/>
                <a:gd name="connsiteY12" fmla="*/ 1598212 h 3044131"/>
                <a:gd name="connsiteX13" fmla="*/ 0 w 1594846"/>
                <a:gd name="connsiteY13" fmla="*/ 1445920 h 3044131"/>
                <a:gd name="connsiteX14" fmla="*/ 0 w 1594846"/>
                <a:gd name="connsiteY14" fmla="*/ 1172210 h 3044131"/>
                <a:gd name="connsiteX15" fmla="*/ 0 w 1594846"/>
                <a:gd name="connsiteY15" fmla="*/ 1076320 h 3044131"/>
                <a:gd name="connsiteX16" fmla="*/ 293829 w 1594846"/>
                <a:gd name="connsiteY16" fmla="*/ 449433 h 3044131"/>
                <a:gd name="connsiteX17" fmla="*/ 1024374 w 1594846"/>
                <a:gd name="connsiteY17" fmla="*/ 86525 h 30441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594846" h="3044131">
                  <a:moveTo>
                    <a:pt x="1126749" y="0"/>
                  </a:moveTo>
                  <a:lnTo>
                    <a:pt x="1225438" y="86525"/>
                  </a:lnTo>
                  <a:cubicBezTo>
                    <a:pt x="1286615" y="133801"/>
                    <a:pt x="1349732" y="172514"/>
                    <a:pt x="1413279" y="205892"/>
                  </a:cubicBezTo>
                  <a:lnTo>
                    <a:pt x="1594846" y="289191"/>
                  </a:lnTo>
                  <a:lnTo>
                    <a:pt x="1594846" y="2754939"/>
                  </a:lnTo>
                  <a:lnTo>
                    <a:pt x="1413277" y="2838239"/>
                  </a:lnTo>
                  <a:cubicBezTo>
                    <a:pt x="1349730" y="2871617"/>
                    <a:pt x="1286613" y="2910330"/>
                    <a:pt x="1225436" y="2957606"/>
                  </a:cubicBezTo>
                  <a:lnTo>
                    <a:pt x="1123061" y="3044131"/>
                  </a:lnTo>
                  <a:lnTo>
                    <a:pt x="1024372" y="2957606"/>
                  </a:lnTo>
                  <a:cubicBezTo>
                    <a:pt x="779664" y="2768501"/>
                    <a:pt x="503910" y="2716412"/>
                    <a:pt x="293828" y="2594699"/>
                  </a:cubicBezTo>
                  <a:cubicBezTo>
                    <a:pt x="91820" y="2453447"/>
                    <a:pt x="0" y="2291454"/>
                    <a:pt x="0" y="1967812"/>
                  </a:cubicBezTo>
                  <a:lnTo>
                    <a:pt x="0" y="1807917"/>
                  </a:lnTo>
                  <a:lnTo>
                    <a:pt x="0" y="1598212"/>
                  </a:lnTo>
                  <a:lnTo>
                    <a:pt x="0" y="1445920"/>
                  </a:lnTo>
                  <a:lnTo>
                    <a:pt x="0" y="1172210"/>
                  </a:lnTo>
                  <a:lnTo>
                    <a:pt x="0" y="1076320"/>
                  </a:lnTo>
                  <a:cubicBezTo>
                    <a:pt x="0" y="752678"/>
                    <a:pt x="91821" y="590684"/>
                    <a:pt x="293829" y="449433"/>
                  </a:cubicBezTo>
                  <a:cubicBezTo>
                    <a:pt x="503912" y="327719"/>
                    <a:pt x="779665" y="275630"/>
                    <a:pt x="1024374" y="86525"/>
                  </a:cubicBezTo>
                  <a:close/>
                </a:path>
              </a:pathLst>
            </a:custGeom>
            <a:solidFill>
              <a:schemeClr val="bg2">
                <a:lumMod val="75000"/>
                <a:alpha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064" name="Freeform: Shape 2063">
              <a:extLst>
                <a:ext uri="{FF2B5EF4-FFF2-40B4-BE49-F238E27FC236}">
                  <a16:creationId xmlns:a16="http://schemas.microsoft.com/office/drawing/2014/main" id="{5FE7CFE2-40F6-44B2-8AAD-0C384EEFCF7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265700" y="7622"/>
              <a:ext cx="2372219" cy="2371961"/>
            </a:xfrm>
            <a:custGeom>
              <a:avLst/>
              <a:gdLst>
                <a:gd name="connsiteX0" fmla="*/ 2144960 w 4282900"/>
                <a:gd name="connsiteY0" fmla="*/ 0 h 5795027"/>
                <a:gd name="connsiteX1" fmla="*/ 2332832 w 4282900"/>
                <a:gd name="connsiteY1" fmla="*/ 164715 h 5795027"/>
                <a:gd name="connsiteX2" fmla="*/ 3723546 w 4282900"/>
                <a:gd name="connsiteY2" fmla="*/ 855573 h 5795027"/>
                <a:gd name="connsiteX3" fmla="*/ 4282900 w 4282900"/>
                <a:gd name="connsiteY3" fmla="*/ 2048959 h 5795027"/>
                <a:gd name="connsiteX4" fmla="*/ 4282900 w 4282900"/>
                <a:gd name="connsiteY4" fmla="*/ 2231503 h 5795027"/>
                <a:gd name="connsiteX5" fmla="*/ 4282900 w 4282900"/>
                <a:gd name="connsiteY5" fmla="*/ 2752557 h 5795027"/>
                <a:gd name="connsiteX6" fmla="*/ 4282900 w 4282900"/>
                <a:gd name="connsiteY6" fmla="*/ 3042471 h 5795027"/>
                <a:gd name="connsiteX7" fmla="*/ 4282900 w 4282900"/>
                <a:gd name="connsiteY7" fmla="*/ 3441681 h 5795027"/>
                <a:gd name="connsiteX8" fmla="*/ 4282900 w 4282900"/>
                <a:gd name="connsiteY8" fmla="*/ 3746068 h 5795027"/>
                <a:gd name="connsiteX9" fmla="*/ 3723546 w 4282900"/>
                <a:gd name="connsiteY9" fmla="*/ 4939455 h 5795027"/>
                <a:gd name="connsiteX10" fmla="*/ 2332829 w 4282900"/>
                <a:gd name="connsiteY10" fmla="*/ 5630311 h 5795027"/>
                <a:gd name="connsiteX11" fmla="*/ 2137940 w 4282900"/>
                <a:gd name="connsiteY11" fmla="*/ 5795027 h 5795027"/>
                <a:gd name="connsiteX12" fmla="*/ 1950069 w 4282900"/>
                <a:gd name="connsiteY12" fmla="*/ 5630311 h 5795027"/>
                <a:gd name="connsiteX13" fmla="*/ 559353 w 4282900"/>
                <a:gd name="connsiteY13" fmla="*/ 4939455 h 5795027"/>
                <a:gd name="connsiteX14" fmla="*/ 0 w 4282900"/>
                <a:gd name="connsiteY14" fmla="*/ 3746068 h 5795027"/>
                <a:gd name="connsiteX15" fmla="*/ 0 w 4282900"/>
                <a:gd name="connsiteY15" fmla="*/ 3441681 h 5795027"/>
                <a:gd name="connsiteX16" fmla="*/ 0 w 4282900"/>
                <a:gd name="connsiteY16" fmla="*/ 3042471 h 5795027"/>
                <a:gd name="connsiteX17" fmla="*/ 0 w 4282900"/>
                <a:gd name="connsiteY17" fmla="*/ 2752557 h 5795027"/>
                <a:gd name="connsiteX18" fmla="*/ 0 w 4282900"/>
                <a:gd name="connsiteY18" fmla="*/ 2231503 h 5795027"/>
                <a:gd name="connsiteX19" fmla="*/ 0 w 4282900"/>
                <a:gd name="connsiteY19" fmla="*/ 2048959 h 5795027"/>
                <a:gd name="connsiteX20" fmla="*/ 559354 w 4282900"/>
                <a:gd name="connsiteY20" fmla="*/ 855573 h 5795027"/>
                <a:gd name="connsiteX21" fmla="*/ 1950071 w 4282900"/>
                <a:gd name="connsiteY21" fmla="*/ 164715 h 5795027"/>
                <a:gd name="connsiteX0" fmla="*/ 4282900 w 4447989"/>
                <a:gd name="connsiteY0" fmla="*/ 2048959 h 5795027"/>
                <a:gd name="connsiteX1" fmla="*/ 4282900 w 4447989"/>
                <a:gd name="connsiteY1" fmla="*/ 2231503 h 5795027"/>
                <a:gd name="connsiteX2" fmla="*/ 4282900 w 4447989"/>
                <a:gd name="connsiteY2" fmla="*/ 2752557 h 5795027"/>
                <a:gd name="connsiteX3" fmla="*/ 4282900 w 4447989"/>
                <a:gd name="connsiteY3" fmla="*/ 3042471 h 5795027"/>
                <a:gd name="connsiteX4" fmla="*/ 4282900 w 4447989"/>
                <a:gd name="connsiteY4" fmla="*/ 3441681 h 5795027"/>
                <a:gd name="connsiteX5" fmla="*/ 4282900 w 4447989"/>
                <a:gd name="connsiteY5" fmla="*/ 3746068 h 5795027"/>
                <a:gd name="connsiteX6" fmla="*/ 3723546 w 4447989"/>
                <a:gd name="connsiteY6" fmla="*/ 4939455 h 5795027"/>
                <a:gd name="connsiteX7" fmla="*/ 2332829 w 4447989"/>
                <a:gd name="connsiteY7" fmla="*/ 5630311 h 5795027"/>
                <a:gd name="connsiteX8" fmla="*/ 2137940 w 4447989"/>
                <a:gd name="connsiteY8" fmla="*/ 5795027 h 5795027"/>
                <a:gd name="connsiteX9" fmla="*/ 1950069 w 4447989"/>
                <a:gd name="connsiteY9" fmla="*/ 5630311 h 5795027"/>
                <a:gd name="connsiteX10" fmla="*/ 559353 w 4447989"/>
                <a:gd name="connsiteY10" fmla="*/ 4939455 h 5795027"/>
                <a:gd name="connsiteX11" fmla="*/ 0 w 4447989"/>
                <a:gd name="connsiteY11" fmla="*/ 3746068 h 5795027"/>
                <a:gd name="connsiteX12" fmla="*/ 0 w 4447989"/>
                <a:gd name="connsiteY12" fmla="*/ 3441681 h 5795027"/>
                <a:gd name="connsiteX13" fmla="*/ 0 w 4447989"/>
                <a:gd name="connsiteY13" fmla="*/ 3042471 h 5795027"/>
                <a:gd name="connsiteX14" fmla="*/ 0 w 4447989"/>
                <a:gd name="connsiteY14" fmla="*/ 2752557 h 5795027"/>
                <a:gd name="connsiteX15" fmla="*/ 0 w 4447989"/>
                <a:gd name="connsiteY15" fmla="*/ 2231503 h 5795027"/>
                <a:gd name="connsiteX16" fmla="*/ 0 w 4447989"/>
                <a:gd name="connsiteY16" fmla="*/ 2048959 h 5795027"/>
                <a:gd name="connsiteX17" fmla="*/ 559354 w 4447989"/>
                <a:gd name="connsiteY17" fmla="*/ 855573 h 5795027"/>
                <a:gd name="connsiteX18" fmla="*/ 1950071 w 4447989"/>
                <a:gd name="connsiteY18" fmla="*/ 164715 h 5795027"/>
                <a:gd name="connsiteX19" fmla="*/ 2144960 w 4447989"/>
                <a:gd name="connsiteY19" fmla="*/ 0 h 5795027"/>
                <a:gd name="connsiteX20" fmla="*/ 2332832 w 4447989"/>
                <a:gd name="connsiteY20" fmla="*/ 164715 h 5795027"/>
                <a:gd name="connsiteX21" fmla="*/ 3723546 w 4447989"/>
                <a:gd name="connsiteY21" fmla="*/ 855573 h 5795027"/>
                <a:gd name="connsiteX22" fmla="*/ 4447989 w 4447989"/>
                <a:gd name="connsiteY22" fmla="*/ 2214048 h 5795027"/>
                <a:gd name="connsiteX0" fmla="*/ 4282900 w 4282900"/>
                <a:gd name="connsiteY0" fmla="*/ 2048959 h 5795027"/>
                <a:gd name="connsiteX1" fmla="*/ 4282900 w 4282900"/>
                <a:gd name="connsiteY1" fmla="*/ 2231503 h 5795027"/>
                <a:gd name="connsiteX2" fmla="*/ 4282900 w 4282900"/>
                <a:gd name="connsiteY2" fmla="*/ 2752557 h 5795027"/>
                <a:gd name="connsiteX3" fmla="*/ 4282900 w 4282900"/>
                <a:gd name="connsiteY3" fmla="*/ 3042471 h 5795027"/>
                <a:gd name="connsiteX4" fmla="*/ 4282900 w 4282900"/>
                <a:gd name="connsiteY4" fmla="*/ 3441681 h 5795027"/>
                <a:gd name="connsiteX5" fmla="*/ 4282900 w 4282900"/>
                <a:gd name="connsiteY5" fmla="*/ 3746068 h 5795027"/>
                <a:gd name="connsiteX6" fmla="*/ 3723546 w 4282900"/>
                <a:gd name="connsiteY6" fmla="*/ 4939455 h 5795027"/>
                <a:gd name="connsiteX7" fmla="*/ 2332829 w 4282900"/>
                <a:gd name="connsiteY7" fmla="*/ 5630311 h 5795027"/>
                <a:gd name="connsiteX8" fmla="*/ 2137940 w 4282900"/>
                <a:gd name="connsiteY8" fmla="*/ 5795027 h 5795027"/>
                <a:gd name="connsiteX9" fmla="*/ 1950069 w 4282900"/>
                <a:gd name="connsiteY9" fmla="*/ 5630311 h 5795027"/>
                <a:gd name="connsiteX10" fmla="*/ 559353 w 4282900"/>
                <a:gd name="connsiteY10" fmla="*/ 4939455 h 5795027"/>
                <a:gd name="connsiteX11" fmla="*/ 0 w 4282900"/>
                <a:gd name="connsiteY11" fmla="*/ 3746068 h 5795027"/>
                <a:gd name="connsiteX12" fmla="*/ 0 w 4282900"/>
                <a:gd name="connsiteY12" fmla="*/ 3441681 h 5795027"/>
                <a:gd name="connsiteX13" fmla="*/ 0 w 4282900"/>
                <a:gd name="connsiteY13" fmla="*/ 3042471 h 5795027"/>
                <a:gd name="connsiteX14" fmla="*/ 0 w 4282900"/>
                <a:gd name="connsiteY14" fmla="*/ 2752557 h 5795027"/>
                <a:gd name="connsiteX15" fmla="*/ 0 w 4282900"/>
                <a:gd name="connsiteY15" fmla="*/ 2231503 h 5795027"/>
                <a:gd name="connsiteX16" fmla="*/ 0 w 4282900"/>
                <a:gd name="connsiteY16" fmla="*/ 2048959 h 5795027"/>
                <a:gd name="connsiteX17" fmla="*/ 559354 w 4282900"/>
                <a:gd name="connsiteY17" fmla="*/ 855573 h 5795027"/>
                <a:gd name="connsiteX18" fmla="*/ 1950071 w 4282900"/>
                <a:gd name="connsiteY18" fmla="*/ 164715 h 5795027"/>
                <a:gd name="connsiteX19" fmla="*/ 2144960 w 4282900"/>
                <a:gd name="connsiteY19" fmla="*/ 0 h 5795027"/>
                <a:gd name="connsiteX20" fmla="*/ 2332832 w 4282900"/>
                <a:gd name="connsiteY20" fmla="*/ 164715 h 5795027"/>
                <a:gd name="connsiteX21" fmla="*/ 3723546 w 4282900"/>
                <a:gd name="connsiteY21" fmla="*/ 855573 h 5795027"/>
                <a:gd name="connsiteX0" fmla="*/ 4248071 w 4282900"/>
                <a:gd name="connsiteY0" fmla="*/ 1519558 h 5795027"/>
                <a:gd name="connsiteX1" fmla="*/ 4282900 w 4282900"/>
                <a:gd name="connsiteY1" fmla="*/ 2231503 h 5795027"/>
                <a:gd name="connsiteX2" fmla="*/ 4282900 w 4282900"/>
                <a:gd name="connsiteY2" fmla="*/ 2752557 h 5795027"/>
                <a:gd name="connsiteX3" fmla="*/ 4282900 w 4282900"/>
                <a:gd name="connsiteY3" fmla="*/ 3042471 h 5795027"/>
                <a:gd name="connsiteX4" fmla="*/ 4282900 w 4282900"/>
                <a:gd name="connsiteY4" fmla="*/ 3441681 h 5795027"/>
                <a:gd name="connsiteX5" fmla="*/ 4282900 w 4282900"/>
                <a:gd name="connsiteY5" fmla="*/ 3746068 h 5795027"/>
                <a:gd name="connsiteX6" fmla="*/ 3723546 w 4282900"/>
                <a:gd name="connsiteY6" fmla="*/ 4939455 h 5795027"/>
                <a:gd name="connsiteX7" fmla="*/ 2332829 w 4282900"/>
                <a:gd name="connsiteY7" fmla="*/ 5630311 h 5795027"/>
                <a:gd name="connsiteX8" fmla="*/ 2137940 w 4282900"/>
                <a:gd name="connsiteY8" fmla="*/ 5795027 h 5795027"/>
                <a:gd name="connsiteX9" fmla="*/ 1950069 w 4282900"/>
                <a:gd name="connsiteY9" fmla="*/ 5630311 h 5795027"/>
                <a:gd name="connsiteX10" fmla="*/ 559353 w 4282900"/>
                <a:gd name="connsiteY10" fmla="*/ 4939455 h 5795027"/>
                <a:gd name="connsiteX11" fmla="*/ 0 w 4282900"/>
                <a:gd name="connsiteY11" fmla="*/ 3746068 h 5795027"/>
                <a:gd name="connsiteX12" fmla="*/ 0 w 4282900"/>
                <a:gd name="connsiteY12" fmla="*/ 3441681 h 5795027"/>
                <a:gd name="connsiteX13" fmla="*/ 0 w 4282900"/>
                <a:gd name="connsiteY13" fmla="*/ 3042471 h 5795027"/>
                <a:gd name="connsiteX14" fmla="*/ 0 w 4282900"/>
                <a:gd name="connsiteY14" fmla="*/ 2752557 h 5795027"/>
                <a:gd name="connsiteX15" fmla="*/ 0 w 4282900"/>
                <a:gd name="connsiteY15" fmla="*/ 2231503 h 5795027"/>
                <a:gd name="connsiteX16" fmla="*/ 0 w 4282900"/>
                <a:gd name="connsiteY16" fmla="*/ 2048959 h 5795027"/>
                <a:gd name="connsiteX17" fmla="*/ 559354 w 4282900"/>
                <a:gd name="connsiteY17" fmla="*/ 855573 h 5795027"/>
                <a:gd name="connsiteX18" fmla="*/ 1950071 w 4282900"/>
                <a:gd name="connsiteY18" fmla="*/ 164715 h 5795027"/>
                <a:gd name="connsiteX19" fmla="*/ 2144960 w 4282900"/>
                <a:gd name="connsiteY19" fmla="*/ 0 h 5795027"/>
                <a:gd name="connsiteX20" fmla="*/ 2332832 w 4282900"/>
                <a:gd name="connsiteY20" fmla="*/ 164715 h 5795027"/>
                <a:gd name="connsiteX21" fmla="*/ 3723546 w 4282900"/>
                <a:gd name="connsiteY21" fmla="*/ 855573 h 5795027"/>
                <a:gd name="connsiteX0" fmla="*/ 4248071 w 4292243"/>
                <a:gd name="connsiteY0" fmla="*/ 1519558 h 5795027"/>
                <a:gd name="connsiteX1" fmla="*/ 4282900 w 4292243"/>
                <a:gd name="connsiteY1" fmla="*/ 2231503 h 5795027"/>
                <a:gd name="connsiteX2" fmla="*/ 4282900 w 4292243"/>
                <a:gd name="connsiteY2" fmla="*/ 2752557 h 5795027"/>
                <a:gd name="connsiteX3" fmla="*/ 4282900 w 4292243"/>
                <a:gd name="connsiteY3" fmla="*/ 3042471 h 5795027"/>
                <a:gd name="connsiteX4" fmla="*/ 4282900 w 4292243"/>
                <a:gd name="connsiteY4" fmla="*/ 3441681 h 5795027"/>
                <a:gd name="connsiteX5" fmla="*/ 4282900 w 4292243"/>
                <a:gd name="connsiteY5" fmla="*/ 3746068 h 5795027"/>
                <a:gd name="connsiteX6" fmla="*/ 3723546 w 4292243"/>
                <a:gd name="connsiteY6" fmla="*/ 4939455 h 5795027"/>
                <a:gd name="connsiteX7" fmla="*/ 2332829 w 4292243"/>
                <a:gd name="connsiteY7" fmla="*/ 5630311 h 5795027"/>
                <a:gd name="connsiteX8" fmla="*/ 2137940 w 4292243"/>
                <a:gd name="connsiteY8" fmla="*/ 5795027 h 5795027"/>
                <a:gd name="connsiteX9" fmla="*/ 1950069 w 4292243"/>
                <a:gd name="connsiteY9" fmla="*/ 5630311 h 5795027"/>
                <a:gd name="connsiteX10" fmla="*/ 559353 w 4292243"/>
                <a:gd name="connsiteY10" fmla="*/ 4939455 h 5795027"/>
                <a:gd name="connsiteX11" fmla="*/ 0 w 4292243"/>
                <a:gd name="connsiteY11" fmla="*/ 3746068 h 5795027"/>
                <a:gd name="connsiteX12" fmla="*/ 0 w 4292243"/>
                <a:gd name="connsiteY12" fmla="*/ 3441681 h 5795027"/>
                <a:gd name="connsiteX13" fmla="*/ 0 w 4292243"/>
                <a:gd name="connsiteY13" fmla="*/ 3042471 h 5795027"/>
                <a:gd name="connsiteX14" fmla="*/ 0 w 4292243"/>
                <a:gd name="connsiteY14" fmla="*/ 2752557 h 5795027"/>
                <a:gd name="connsiteX15" fmla="*/ 0 w 4292243"/>
                <a:gd name="connsiteY15" fmla="*/ 2231503 h 5795027"/>
                <a:gd name="connsiteX16" fmla="*/ 0 w 4292243"/>
                <a:gd name="connsiteY16" fmla="*/ 2048959 h 5795027"/>
                <a:gd name="connsiteX17" fmla="*/ 559354 w 4292243"/>
                <a:gd name="connsiteY17" fmla="*/ 855573 h 5795027"/>
                <a:gd name="connsiteX18" fmla="*/ 1950071 w 4292243"/>
                <a:gd name="connsiteY18" fmla="*/ 164715 h 5795027"/>
                <a:gd name="connsiteX19" fmla="*/ 2144960 w 4292243"/>
                <a:gd name="connsiteY19" fmla="*/ 0 h 5795027"/>
                <a:gd name="connsiteX20" fmla="*/ 2332832 w 4292243"/>
                <a:gd name="connsiteY20" fmla="*/ 164715 h 5795027"/>
                <a:gd name="connsiteX21" fmla="*/ 3723546 w 4292243"/>
                <a:gd name="connsiteY21" fmla="*/ 855573 h 5795027"/>
                <a:gd name="connsiteX0" fmla="*/ 4213242 w 4282900"/>
                <a:gd name="connsiteY0" fmla="*/ 1512593 h 5795027"/>
                <a:gd name="connsiteX1" fmla="*/ 4282900 w 4282900"/>
                <a:gd name="connsiteY1" fmla="*/ 2231503 h 5795027"/>
                <a:gd name="connsiteX2" fmla="*/ 4282900 w 4282900"/>
                <a:gd name="connsiteY2" fmla="*/ 2752557 h 5795027"/>
                <a:gd name="connsiteX3" fmla="*/ 4282900 w 4282900"/>
                <a:gd name="connsiteY3" fmla="*/ 3042471 h 5795027"/>
                <a:gd name="connsiteX4" fmla="*/ 4282900 w 4282900"/>
                <a:gd name="connsiteY4" fmla="*/ 3441681 h 5795027"/>
                <a:gd name="connsiteX5" fmla="*/ 4282900 w 4282900"/>
                <a:gd name="connsiteY5" fmla="*/ 3746068 h 5795027"/>
                <a:gd name="connsiteX6" fmla="*/ 3723546 w 4282900"/>
                <a:gd name="connsiteY6" fmla="*/ 4939455 h 5795027"/>
                <a:gd name="connsiteX7" fmla="*/ 2332829 w 4282900"/>
                <a:gd name="connsiteY7" fmla="*/ 5630311 h 5795027"/>
                <a:gd name="connsiteX8" fmla="*/ 2137940 w 4282900"/>
                <a:gd name="connsiteY8" fmla="*/ 5795027 h 5795027"/>
                <a:gd name="connsiteX9" fmla="*/ 1950069 w 4282900"/>
                <a:gd name="connsiteY9" fmla="*/ 5630311 h 5795027"/>
                <a:gd name="connsiteX10" fmla="*/ 559353 w 4282900"/>
                <a:gd name="connsiteY10" fmla="*/ 4939455 h 5795027"/>
                <a:gd name="connsiteX11" fmla="*/ 0 w 4282900"/>
                <a:gd name="connsiteY11" fmla="*/ 3746068 h 5795027"/>
                <a:gd name="connsiteX12" fmla="*/ 0 w 4282900"/>
                <a:gd name="connsiteY12" fmla="*/ 3441681 h 5795027"/>
                <a:gd name="connsiteX13" fmla="*/ 0 w 4282900"/>
                <a:gd name="connsiteY13" fmla="*/ 3042471 h 5795027"/>
                <a:gd name="connsiteX14" fmla="*/ 0 w 4282900"/>
                <a:gd name="connsiteY14" fmla="*/ 2752557 h 5795027"/>
                <a:gd name="connsiteX15" fmla="*/ 0 w 4282900"/>
                <a:gd name="connsiteY15" fmla="*/ 2231503 h 5795027"/>
                <a:gd name="connsiteX16" fmla="*/ 0 w 4282900"/>
                <a:gd name="connsiteY16" fmla="*/ 2048959 h 5795027"/>
                <a:gd name="connsiteX17" fmla="*/ 559354 w 4282900"/>
                <a:gd name="connsiteY17" fmla="*/ 855573 h 5795027"/>
                <a:gd name="connsiteX18" fmla="*/ 1950071 w 4282900"/>
                <a:gd name="connsiteY18" fmla="*/ 164715 h 5795027"/>
                <a:gd name="connsiteX19" fmla="*/ 2144960 w 4282900"/>
                <a:gd name="connsiteY19" fmla="*/ 0 h 5795027"/>
                <a:gd name="connsiteX20" fmla="*/ 2332832 w 4282900"/>
                <a:gd name="connsiteY20" fmla="*/ 164715 h 5795027"/>
                <a:gd name="connsiteX21" fmla="*/ 3723546 w 4282900"/>
                <a:gd name="connsiteY21" fmla="*/ 855573 h 5795027"/>
                <a:gd name="connsiteX0" fmla="*/ 4213242 w 4282900"/>
                <a:gd name="connsiteY0" fmla="*/ 1512593 h 5795027"/>
                <a:gd name="connsiteX1" fmla="*/ 4282900 w 4282900"/>
                <a:gd name="connsiteY1" fmla="*/ 2231503 h 5795027"/>
                <a:gd name="connsiteX2" fmla="*/ 4282900 w 4282900"/>
                <a:gd name="connsiteY2" fmla="*/ 2752557 h 5795027"/>
                <a:gd name="connsiteX3" fmla="*/ 4282900 w 4282900"/>
                <a:gd name="connsiteY3" fmla="*/ 3042471 h 5795027"/>
                <a:gd name="connsiteX4" fmla="*/ 4282900 w 4282900"/>
                <a:gd name="connsiteY4" fmla="*/ 3441681 h 5795027"/>
                <a:gd name="connsiteX5" fmla="*/ 4282900 w 4282900"/>
                <a:gd name="connsiteY5" fmla="*/ 3746068 h 5795027"/>
                <a:gd name="connsiteX6" fmla="*/ 3723546 w 4282900"/>
                <a:gd name="connsiteY6" fmla="*/ 4939455 h 5795027"/>
                <a:gd name="connsiteX7" fmla="*/ 2332829 w 4282900"/>
                <a:gd name="connsiteY7" fmla="*/ 5630311 h 5795027"/>
                <a:gd name="connsiteX8" fmla="*/ 2137940 w 4282900"/>
                <a:gd name="connsiteY8" fmla="*/ 5795027 h 5795027"/>
                <a:gd name="connsiteX9" fmla="*/ 1950069 w 4282900"/>
                <a:gd name="connsiteY9" fmla="*/ 5630311 h 5795027"/>
                <a:gd name="connsiteX10" fmla="*/ 559353 w 4282900"/>
                <a:gd name="connsiteY10" fmla="*/ 4939455 h 5795027"/>
                <a:gd name="connsiteX11" fmla="*/ 0 w 4282900"/>
                <a:gd name="connsiteY11" fmla="*/ 3746068 h 5795027"/>
                <a:gd name="connsiteX12" fmla="*/ 0 w 4282900"/>
                <a:gd name="connsiteY12" fmla="*/ 3441681 h 5795027"/>
                <a:gd name="connsiteX13" fmla="*/ 0 w 4282900"/>
                <a:gd name="connsiteY13" fmla="*/ 3042471 h 5795027"/>
                <a:gd name="connsiteX14" fmla="*/ 0 w 4282900"/>
                <a:gd name="connsiteY14" fmla="*/ 2752557 h 5795027"/>
                <a:gd name="connsiteX15" fmla="*/ 0 w 4282900"/>
                <a:gd name="connsiteY15" fmla="*/ 2231503 h 5795027"/>
                <a:gd name="connsiteX16" fmla="*/ 0 w 4282900"/>
                <a:gd name="connsiteY16" fmla="*/ 2048959 h 5795027"/>
                <a:gd name="connsiteX17" fmla="*/ 559354 w 4282900"/>
                <a:gd name="connsiteY17" fmla="*/ 855573 h 5795027"/>
                <a:gd name="connsiteX18" fmla="*/ 1950071 w 4282900"/>
                <a:gd name="connsiteY18" fmla="*/ 164715 h 5795027"/>
                <a:gd name="connsiteX19" fmla="*/ 2144960 w 4282900"/>
                <a:gd name="connsiteY19" fmla="*/ 0 h 5795027"/>
                <a:gd name="connsiteX20" fmla="*/ 2332832 w 4282900"/>
                <a:gd name="connsiteY20" fmla="*/ 164715 h 5795027"/>
                <a:gd name="connsiteX0" fmla="*/ 4213242 w 4282900"/>
                <a:gd name="connsiteY0" fmla="*/ 1512593 h 5795027"/>
                <a:gd name="connsiteX1" fmla="*/ 4282900 w 4282900"/>
                <a:gd name="connsiteY1" fmla="*/ 2231503 h 5795027"/>
                <a:gd name="connsiteX2" fmla="*/ 4282900 w 4282900"/>
                <a:gd name="connsiteY2" fmla="*/ 2752557 h 5795027"/>
                <a:gd name="connsiteX3" fmla="*/ 4282900 w 4282900"/>
                <a:gd name="connsiteY3" fmla="*/ 3042471 h 5795027"/>
                <a:gd name="connsiteX4" fmla="*/ 4282900 w 4282900"/>
                <a:gd name="connsiteY4" fmla="*/ 3441681 h 5795027"/>
                <a:gd name="connsiteX5" fmla="*/ 4282900 w 4282900"/>
                <a:gd name="connsiteY5" fmla="*/ 3746068 h 5795027"/>
                <a:gd name="connsiteX6" fmla="*/ 3723546 w 4282900"/>
                <a:gd name="connsiteY6" fmla="*/ 4939455 h 5795027"/>
                <a:gd name="connsiteX7" fmla="*/ 2332829 w 4282900"/>
                <a:gd name="connsiteY7" fmla="*/ 5630311 h 5795027"/>
                <a:gd name="connsiteX8" fmla="*/ 2137940 w 4282900"/>
                <a:gd name="connsiteY8" fmla="*/ 5795027 h 5795027"/>
                <a:gd name="connsiteX9" fmla="*/ 1950069 w 4282900"/>
                <a:gd name="connsiteY9" fmla="*/ 5630311 h 5795027"/>
                <a:gd name="connsiteX10" fmla="*/ 559353 w 4282900"/>
                <a:gd name="connsiteY10" fmla="*/ 4939455 h 5795027"/>
                <a:gd name="connsiteX11" fmla="*/ 0 w 4282900"/>
                <a:gd name="connsiteY11" fmla="*/ 3746068 h 5795027"/>
                <a:gd name="connsiteX12" fmla="*/ 0 w 4282900"/>
                <a:gd name="connsiteY12" fmla="*/ 3441681 h 5795027"/>
                <a:gd name="connsiteX13" fmla="*/ 0 w 4282900"/>
                <a:gd name="connsiteY13" fmla="*/ 3042471 h 5795027"/>
                <a:gd name="connsiteX14" fmla="*/ 0 w 4282900"/>
                <a:gd name="connsiteY14" fmla="*/ 2752557 h 5795027"/>
                <a:gd name="connsiteX15" fmla="*/ 0 w 4282900"/>
                <a:gd name="connsiteY15" fmla="*/ 2231503 h 5795027"/>
                <a:gd name="connsiteX16" fmla="*/ 0 w 4282900"/>
                <a:gd name="connsiteY16" fmla="*/ 2048959 h 5795027"/>
                <a:gd name="connsiteX17" fmla="*/ 559354 w 4282900"/>
                <a:gd name="connsiteY17" fmla="*/ 855573 h 5795027"/>
                <a:gd name="connsiteX18" fmla="*/ 1950071 w 4282900"/>
                <a:gd name="connsiteY18" fmla="*/ 164715 h 5795027"/>
                <a:gd name="connsiteX19" fmla="*/ 2144960 w 4282900"/>
                <a:gd name="connsiteY19" fmla="*/ 0 h 5795027"/>
                <a:gd name="connsiteX0" fmla="*/ 4213242 w 4282900"/>
                <a:gd name="connsiteY0" fmla="*/ 1512593 h 5795027"/>
                <a:gd name="connsiteX1" fmla="*/ 4282900 w 4282900"/>
                <a:gd name="connsiteY1" fmla="*/ 2231503 h 5795027"/>
                <a:gd name="connsiteX2" fmla="*/ 4282900 w 4282900"/>
                <a:gd name="connsiteY2" fmla="*/ 2752557 h 5795027"/>
                <a:gd name="connsiteX3" fmla="*/ 4282900 w 4282900"/>
                <a:gd name="connsiteY3" fmla="*/ 3042471 h 5795027"/>
                <a:gd name="connsiteX4" fmla="*/ 4282900 w 4282900"/>
                <a:gd name="connsiteY4" fmla="*/ 3441681 h 5795027"/>
                <a:gd name="connsiteX5" fmla="*/ 4282900 w 4282900"/>
                <a:gd name="connsiteY5" fmla="*/ 3746068 h 5795027"/>
                <a:gd name="connsiteX6" fmla="*/ 3723546 w 4282900"/>
                <a:gd name="connsiteY6" fmla="*/ 4939455 h 5795027"/>
                <a:gd name="connsiteX7" fmla="*/ 2332829 w 4282900"/>
                <a:gd name="connsiteY7" fmla="*/ 5630311 h 5795027"/>
                <a:gd name="connsiteX8" fmla="*/ 2137940 w 4282900"/>
                <a:gd name="connsiteY8" fmla="*/ 5795027 h 5795027"/>
                <a:gd name="connsiteX9" fmla="*/ 1950069 w 4282900"/>
                <a:gd name="connsiteY9" fmla="*/ 5630311 h 5795027"/>
                <a:gd name="connsiteX10" fmla="*/ 559353 w 4282900"/>
                <a:gd name="connsiteY10" fmla="*/ 4939455 h 5795027"/>
                <a:gd name="connsiteX11" fmla="*/ 0 w 4282900"/>
                <a:gd name="connsiteY11" fmla="*/ 3746068 h 5795027"/>
                <a:gd name="connsiteX12" fmla="*/ 0 w 4282900"/>
                <a:gd name="connsiteY12" fmla="*/ 3441681 h 5795027"/>
                <a:gd name="connsiteX13" fmla="*/ 0 w 4282900"/>
                <a:gd name="connsiteY13" fmla="*/ 3042471 h 5795027"/>
                <a:gd name="connsiteX14" fmla="*/ 0 w 4282900"/>
                <a:gd name="connsiteY14" fmla="*/ 2752557 h 5795027"/>
                <a:gd name="connsiteX15" fmla="*/ 0 w 4282900"/>
                <a:gd name="connsiteY15" fmla="*/ 2231503 h 5795027"/>
                <a:gd name="connsiteX16" fmla="*/ 0 w 4282900"/>
                <a:gd name="connsiteY16" fmla="*/ 2048959 h 5795027"/>
                <a:gd name="connsiteX17" fmla="*/ 559354 w 4282900"/>
                <a:gd name="connsiteY17" fmla="*/ 855573 h 5795027"/>
                <a:gd name="connsiteX18" fmla="*/ 2144960 w 4282900"/>
                <a:gd name="connsiteY18" fmla="*/ 0 h 5795027"/>
                <a:gd name="connsiteX0" fmla="*/ 4213242 w 4282900"/>
                <a:gd name="connsiteY0" fmla="*/ 1512593 h 5795027"/>
                <a:gd name="connsiteX1" fmla="*/ 4282900 w 4282900"/>
                <a:gd name="connsiteY1" fmla="*/ 2231503 h 5795027"/>
                <a:gd name="connsiteX2" fmla="*/ 4282900 w 4282900"/>
                <a:gd name="connsiteY2" fmla="*/ 2752557 h 5795027"/>
                <a:gd name="connsiteX3" fmla="*/ 4282900 w 4282900"/>
                <a:gd name="connsiteY3" fmla="*/ 3042471 h 5795027"/>
                <a:gd name="connsiteX4" fmla="*/ 4282900 w 4282900"/>
                <a:gd name="connsiteY4" fmla="*/ 3441681 h 5795027"/>
                <a:gd name="connsiteX5" fmla="*/ 4282900 w 4282900"/>
                <a:gd name="connsiteY5" fmla="*/ 3746068 h 5795027"/>
                <a:gd name="connsiteX6" fmla="*/ 3723546 w 4282900"/>
                <a:gd name="connsiteY6" fmla="*/ 4939455 h 5795027"/>
                <a:gd name="connsiteX7" fmla="*/ 2332829 w 4282900"/>
                <a:gd name="connsiteY7" fmla="*/ 5630311 h 5795027"/>
                <a:gd name="connsiteX8" fmla="*/ 2137940 w 4282900"/>
                <a:gd name="connsiteY8" fmla="*/ 5795027 h 5795027"/>
                <a:gd name="connsiteX9" fmla="*/ 1950069 w 4282900"/>
                <a:gd name="connsiteY9" fmla="*/ 5630311 h 5795027"/>
                <a:gd name="connsiteX10" fmla="*/ 559353 w 4282900"/>
                <a:gd name="connsiteY10" fmla="*/ 4939455 h 5795027"/>
                <a:gd name="connsiteX11" fmla="*/ 0 w 4282900"/>
                <a:gd name="connsiteY11" fmla="*/ 3746068 h 5795027"/>
                <a:gd name="connsiteX12" fmla="*/ 0 w 4282900"/>
                <a:gd name="connsiteY12" fmla="*/ 3441681 h 5795027"/>
                <a:gd name="connsiteX13" fmla="*/ 0 w 4282900"/>
                <a:gd name="connsiteY13" fmla="*/ 3042471 h 5795027"/>
                <a:gd name="connsiteX14" fmla="*/ 0 w 4282900"/>
                <a:gd name="connsiteY14" fmla="*/ 2752557 h 5795027"/>
                <a:gd name="connsiteX15" fmla="*/ 0 w 4282900"/>
                <a:gd name="connsiteY15" fmla="*/ 2231503 h 5795027"/>
                <a:gd name="connsiteX16" fmla="*/ 0 w 4282900"/>
                <a:gd name="connsiteY16" fmla="*/ 2048959 h 5795027"/>
                <a:gd name="connsiteX17" fmla="*/ 64279 w 4282900"/>
                <a:gd name="connsiteY17" fmla="*/ 1516418 h 5795027"/>
                <a:gd name="connsiteX18" fmla="*/ 559354 w 4282900"/>
                <a:gd name="connsiteY18" fmla="*/ 855573 h 5795027"/>
                <a:gd name="connsiteX19" fmla="*/ 2144960 w 4282900"/>
                <a:gd name="connsiteY19" fmla="*/ 0 h 5795027"/>
                <a:gd name="connsiteX0" fmla="*/ 4213242 w 4282900"/>
                <a:gd name="connsiteY0" fmla="*/ 657020 h 4939454"/>
                <a:gd name="connsiteX1" fmla="*/ 4282900 w 4282900"/>
                <a:gd name="connsiteY1" fmla="*/ 1375930 h 4939454"/>
                <a:gd name="connsiteX2" fmla="*/ 4282900 w 4282900"/>
                <a:gd name="connsiteY2" fmla="*/ 1896984 h 4939454"/>
                <a:gd name="connsiteX3" fmla="*/ 4282900 w 4282900"/>
                <a:gd name="connsiteY3" fmla="*/ 2186898 h 4939454"/>
                <a:gd name="connsiteX4" fmla="*/ 4282900 w 4282900"/>
                <a:gd name="connsiteY4" fmla="*/ 2586108 h 4939454"/>
                <a:gd name="connsiteX5" fmla="*/ 4282900 w 4282900"/>
                <a:gd name="connsiteY5" fmla="*/ 2890495 h 4939454"/>
                <a:gd name="connsiteX6" fmla="*/ 3723546 w 4282900"/>
                <a:gd name="connsiteY6" fmla="*/ 4083882 h 4939454"/>
                <a:gd name="connsiteX7" fmla="*/ 2332829 w 4282900"/>
                <a:gd name="connsiteY7" fmla="*/ 4774738 h 4939454"/>
                <a:gd name="connsiteX8" fmla="*/ 2137940 w 4282900"/>
                <a:gd name="connsiteY8" fmla="*/ 4939454 h 4939454"/>
                <a:gd name="connsiteX9" fmla="*/ 1950069 w 4282900"/>
                <a:gd name="connsiteY9" fmla="*/ 4774738 h 4939454"/>
                <a:gd name="connsiteX10" fmla="*/ 559353 w 4282900"/>
                <a:gd name="connsiteY10" fmla="*/ 4083882 h 4939454"/>
                <a:gd name="connsiteX11" fmla="*/ 0 w 4282900"/>
                <a:gd name="connsiteY11" fmla="*/ 2890495 h 4939454"/>
                <a:gd name="connsiteX12" fmla="*/ 0 w 4282900"/>
                <a:gd name="connsiteY12" fmla="*/ 2586108 h 4939454"/>
                <a:gd name="connsiteX13" fmla="*/ 0 w 4282900"/>
                <a:gd name="connsiteY13" fmla="*/ 2186898 h 4939454"/>
                <a:gd name="connsiteX14" fmla="*/ 0 w 4282900"/>
                <a:gd name="connsiteY14" fmla="*/ 1896984 h 4939454"/>
                <a:gd name="connsiteX15" fmla="*/ 0 w 4282900"/>
                <a:gd name="connsiteY15" fmla="*/ 1375930 h 4939454"/>
                <a:gd name="connsiteX16" fmla="*/ 0 w 4282900"/>
                <a:gd name="connsiteY16" fmla="*/ 1193386 h 4939454"/>
                <a:gd name="connsiteX17" fmla="*/ 64279 w 4282900"/>
                <a:gd name="connsiteY17" fmla="*/ 660845 h 4939454"/>
                <a:gd name="connsiteX18" fmla="*/ 559354 w 4282900"/>
                <a:gd name="connsiteY18" fmla="*/ 0 h 4939454"/>
                <a:gd name="connsiteX0" fmla="*/ 4213242 w 4282900"/>
                <a:gd name="connsiteY0" fmla="*/ 0 h 4282434"/>
                <a:gd name="connsiteX1" fmla="*/ 4282900 w 4282900"/>
                <a:gd name="connsiteY1" fmla="*/ 718910 h 4282434"/>
                <a:gd name="connsiteX2" fmla="*/ 4282900 w 4282900"/>
                <a:gd name="connsiteY2" fmla="*/ 1239964 h 4282434"/>
                <a:gd name="connsiteX3" fmla="*/ 4282900 w 4282900"/>
                <a:gd name="connsiteY3" fmla="*/ 1529878 h 4282434"/>
                <a:gd name="connsiteX4" fmla="*/ 4282900 w 4282900"/>
                <a:gd name="connsiteY4" fmla="*/ 1929088 h 4282434"/>
                <a:gd name="connsiteX5" fmla="*/ 4282900 w 4282900"/>
                <a:gd name="connsiteY5" fmla="*/ 2233475 h 4282434"/>
                <a:gd name="connsiteX6" fmla="*/ 3723546 w 4282900"/>
                <a:gd name="connsiteY6" fmla="*/ 3426862 h 4282434"/>
                <a:gd name="connsiteX7" fmla="*/ 2332829 w 4282900"/>
                <a:gd name="connsiteY7" fmla="*/ 4117718 h 4282434"/>
                <a:gd name="connsiteX8" fmla="*/ 2137940 w 4282900"/>
                <a:gd name="connsiteY8" fmla="*/ 4282434 h 4282434"/>
                <a:gd name="connsiteX9" fmla="*/ 1950069 w 4282900"/>
                <a:gd name="connsiteY9" fmla="*/ 4117718 h 4282434"/>
                <a:gd name="connsiteX10" fmla="*/ 559353 w 4282900"/>
                <a:gd name="connsiteY10" fmla="*/ 3426862 h 4282434"/>
                <a:gd name="connsiteX11" fmla="*/ 0 w 4282900"/>
                <a:gd name="connsiteY11" fmla="*/ 2233475 h 4282434"/>
                <a:gd name="connsiteX12" fmla="*/ 0 w 4282900"/>
                <a:gd name="connsiteY12" fmla="*/ 1929088 h 4282434"/>
                <a:gd name="connsiteX13" fmla="*/ 0 w 4282900"/>
                <a:gd name="connsiteY13" fmla="*/ 1529878 h 4282434"/>
                <a:gd name="connsiteX14" fmla="*/ 0 w 4282900"/>
                <a:gd name="connsiteY14" fmla="*/ 1239964 h 4282434"/>
                <a:gd name="connsiteX15" fmla="*/ 0 w 4282900"/>
                <a:gd name="connsiteY15" fmla="*/ 718910 h 4282434"/>
                <a:gd name="connsiteX16" fmla="*/ 0 w 4282900"/>
                <a:gd name="connsiteY16" fmla="*/ 536366 h 4282434"/>
                <a:gd name="connsiteX17" fmla="*/ 64279 w 4282900"/>
                <a:gd name="connsiteY17" fmla="*/ 3825 h 4282434"/>
                <a:gd name="connsiteX0" fmla="*/ 4213242 w 4282900"/>
                <a:gd name="connsiteY0" fmla="*/ 0 h 4282434"/>
                <a:gd name="connsiteX1" fmla="*/ 4282900 w 4282900"/>
                <a:gd name="connsiteY1" fmla="*/ 718910 h 4282434"/>
                <a:gd name="connsiteX2" fmla="*/ 4282900 w 4282900"/>
                <a:gd name="connsiteY2" fmla="*/ 1239964 h 4282434"/>
                <a:gd name="connsiteX3" fmla="*/ 4282900 w 4282900"/>
                <a:gd name="connsiteY3" fmla="*/ 1529878 h 4282434"/>
                <a:gd name="connsiteX4" fmla="*/ 4282900 w 4282900"/>
                <a:gd name="connsiteY4" fmla="*/ 1929088 h 4282434"/>
                <a:gd name="connsiteX5" fmla="*/ 4282900 w 4282900"/>
                <a:gd name="connsiteY5" fmla="*/ 2233475 h 4282434"/>
                <a:gd name="connsiteX6" fmla="*/ 3723546 w 4282900"/>
                <a:gd name="connsiteY6" fmla="*/ 3426862 h 4282434"/>
                <a:gd name="connsiteX7" fmla="*/ 2332829 w 4282900"/>
                <a:gd name="connsiteY7" fmla="*/ 4117718 h 4282434"/>
                <a:gd name="connsiteX8" fmla="*/ 2137940 w 4282900"/>
                <a:gd name="connsiteY8" fmla="*/ 4282434 h 4282434"/>
                <a:gd name="connsiteX9" fmla="*/ 1950069 w 4282900"/>
                <a:gd name="connsiteY9" fmla="*/ 4117718 h 4282434"/>
                <a:gd name="connsiteX10" fmla="*/ 559353 w 4282900"/>
                <a:gd name="connsiteY10" fmla="*/ 3426862 h 4282434"/>
                <a:gd name="connsiteX11" fmla="*/ 0 w 4282900"/>
                <a:gd name="connsiteY11" fmla="*/ 2233475 h 4282434"/>
                <a:gd name="connsiteX12" fmla="*/ 0 w 4282900"/>
                <a:gd name="connsiteY12" fmla="*/ 1929088 h 4282434"/>
                <a:gd name="connsiteX13" fmla="*/ 0 w 4282900"/>
                <a:gd name="connsiteY13" fmla="*/ 1529878 h 4282434"/>
                <a:gd name="connsiteX14" fmla="*/ 0 w 4282900"/>
                <a:gd name="connsiteY14" fmla="*/ 1239964 h 4282434"/>
                <a:gd name="connsiteX15" fmla="*/ 0 w 4282900"/>
                <a:gd name="connsiteY15" fmla="*/ 718910 h 4282434"/>
                <a:gd name="connsiteX16" fmla="*/ 0 w 4282900"/>
                <a:gd name="connsiteY16" fmla="*/ 536366 h 4282434"/>
                <a:gd name="connsiteX17" fmla="*/ 64279 w 4282900"/>
                <a:gd name="connsiteY17" fmla="*/ 3825 h 42824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4282900" h="4282434">
                  <a:moveTo>
                    <a:pt x="4213242" y="0"/>
                  </a:moveTo>
                  <a:cubicBezTo>
                    <a:pt x="4294511" y="306972"/>
                    <a:pt x="4271290" y="481595"/>
                    <a:pt x="4282900" y="718910"/>
                  </a:cubicBezTo>
                  <a:lnTo>
                    <a:pt x="4282900" y="1239964"/>
                  </a:lnTo>
                  <a:lnTo>
                    <a:pt x="4282900" y="1529878"/>
                  </a:lnTo>
                  <a:lnTo>
                    <a:pt x="4282900" y="1929088"/>
                  </a:lnTo>
                  <a:lnTo>
                    <a:pt x="4282900" y="2233475"/>
                  </a:lnTo>
                  <a:cubicBezTo>
                    <a:pt x="4282900" y="2849584"/>
                    <a:pt x="4108103" y="3157966"/>
                    <a:pt x="3723546" y="3426862"/>
                  </a:cubicBezTo>
                  <a:cubicBezTo>
                    <a:pt x="3323617" y="3658565"/>
                    <a:pt x="2798672" y="3757725"/>
                    <a:pt x="2332829" y="4117718"/>
                  </a:cubicBezTo>
                  <a:lnTo>
                    <a:pt x="2137940" y="4282434"/>
                  </a:lnTo>
                  <a:lnTo>
                    <a:pt x="1950069" y="4117718"/>
                  </a:lnTo>
                  <a:cubicBezTo>
                    <a:pt x="1484225" y="3757725"/>
                    <a:pt x="959280" y="3658565"/>
                    <a:pt x="559353" y="3426862"/>
                  </a:cubicBezTo>
                  <a:cubicBezTo>
                    <a:pt x="174796" y="3157966"/>
                    <a:pt x="0" y="2849584"/>
                    <a:pt x="0" y="2233475"/>
                  </a:cubicBezTo>
                  <a:lnTo>
                    <a:pt x="0" y="1929088"/>
                  </a:lnTo>
                  <a:lnTo>
                    <a:pt x="0" y="1529878"/>
                  </a:lnTo>
                  <a:lnTo>
                    <a:pt x="0" y="1239964"/>
                  </a:lnTo>
                  <a:lnTo>
                    <a:pt x="0" y="718910"/>
                  </a:lnTo>
                  <a:lnTo>
                    <a:pt x="0" y="536366"/>
                  </a:lnTo>
                  <a:cubicBezTo>
                    <a:pt x="10713" y="417185"/>
                    <a:pt x="19813" y="133066"/>
                    <a:pt x="64279" y="3825"/>
                  </a:cubicBezTo>
                </a:path>
              </a:pathLst>
            </a:custGeom>
            <a:noFill/>
            <a:ln w="25400" cap="rnd">
              <a:solidFill>
                <a:schemeClr val="bg2">
                  <a:lumMod val="75000"/>
                  <a:alpha val="65000"/>
                </a:schemeClr>
              </a:solidFill>
              <a:prstDash val="sysDot"/>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065" name="Freeform: Shape 2064">
              <a:extLst>
                <a:ext uri="{FF2B5EF4-FFF2-40B4-BE49-F238E27FC236}">
                  <a16:creationId xmlns:a16="http://schemas.microsoft.com/office/drawing/2014/main" id="{9F0D6A17-AA80-4608-8660-8D1587A1770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536649" y="1823190"/>
              <a:ext cx="1654608" cy="3209758"/>
            </a:xfrm>
            <a:custGeom>
              <a:avLst/>
              <a:gdLst>
                <a:gd name="connsiteX0" fmla="*/ 2144960 w 4282900"/>
                <a:gd name="connsiteY0" fmla="*/ 0 h 5795027"/>
                <a:gd name="connsiteX1" fmla="*/ 2332832 w 4282900"/>
                <a:gd name="connsiteY1" fmla="*/ 164715 h 5795027"/>
                <a:gd name="connsiteX2" fmla="*/ 3723546 w 4282900"/>
                <a:gd name="connsiteY2" fmla="*/ 855573 h 5795027"/>
                <a:gd name="connsiteX3" fmla="*/ 4282900 w 4282900"/>
                <a:gd name="connsiteY3" fmla="*/ 2048959 h 5795027"/>
                <a:gd name="connsiteX4" fmla="*/ 4282900 w 4282900"/>
                <a:gd name="connsiteY4" fmla="*/ 2231503 h 5795027"/>
                <a:gd name="connsiteX5" fmla="*/ 4282900 w 4282900"/>
                <a:gd name="connsiteY5" fmla="*/ 2752557 h 5795027"/>
                <a:gd name="connsiteX6" fmla="*/ 4282900 w 4282900"/>
                <a:gd name="connsiteY6" fmla="*/ 3042471 h 5795027"/>
                <a:gd name="connsiteX7" fmla="*/ 4282900 w 4282900"/>
                <a:gd name="connsiteY7" fmla="*/ 3441681 h 5795027"/>
                <a:gd name="connsiteX8" fmla="*/ 4282900 w 4282900"/>
                <a:gd name="connsiteY8" fmla="*/ 3746068 h 5795027"/>
                <a:gd name="connsiteX9" fmla="*/ 3723546 w 4282900"/>
                <a:gd name="connsiteY9" fmla="*/ 4939455 h 5795027"/>
                <a:gd name="connsiteX10" fmla="*/ 2332829 w 4282900"/>
                <a:gd name="connsiteY10" fmla="*/ 5630311 h 5795027"/>
                <a:gd name="connsiteX11" fmla="*/ 2137940 w 4282900"/>
                <a:gd name="connsiteY11" fmla="*/ 5795027 h 5795027"/>
                <a:gd name="connsiteX12" fmla="*/ 1950069 w 4282900"/>
                <a:gd name="connsiteY12" fmla="*/ 5630311 h 5795027"/>
                <a:gd name="connsiteX13" fmla="*/ 559353 w 4282900"/>
                <a:gd name="connsiteY13" fmla="*/ 4939455 h 5795027"/>
                <a:gd name="connsiteX14" fmla="*/ 0 w 4282900"/>
                <a:gd name="connsiteY14" fmla="*/ 3746068 h 5795027"/>
                <a:gd name="connsiteX15" fmla="*/ 0 w 4282900"/>
                <a:gd name="connsiteY15" fmla="*/ 3441681 h 5795027"/>
                <a:gd name="connsiteX16" fmla="*/ 0 w 4282900"/>
                <a:gd name="connsiteY16" fmla="*/ 3042471 h 5795027"/>
                <a:gd name="connsiteX17" fmla="*/ 0 w 4282900"/>
                <a:gd name="connsiteY17" fmla="*/ 2752557 h 5795027"/>
                <a:gd name="connsiteX18" fmla="*/ 0 w 4282900"/>
                <a:gd name="connsiteY18" fmla="*/ 2231503 h 5795027"/>
                <a:gd name="connsiteX19" fmla="*/ 0 w 4282900"/>
                <a:gd name="connsiteY19" fmla="*/ 2048959 h 5795027"/>
                <a:gd name="connsiteX20" fmla="*/ 559354 w 4282900"/>
                <a:gd name="connsiteY20" fmla="*/ 855573 h 5795027"/>
                <a:gd name="connsiteX21" fmla="*/ 1950071 w 4282900"/>
                <a:gd name="connsiteY21" fmla="*/ 164715 h 5795027"/>
                <a:gd name="connsiteX0" fmla="*/ 2144960 w 4282900"/>
                <a:gd name="connsiteY0" fmla="*/ 0 h 5795027"/>
                <a:gd name="connsiteX1" fmla="*/ 2332832 w 4282900"/>
                <a:gd name="connsiteY1" fmla="*/ 164715 h 5795027"/>
                <a:gd name="connsiteX2" fmla="*/ 2976290 w 4282900"/>
                <a:gd name="connsiteY2" fmla="*/ 524033 h 5795027"/>
                <a:gd name="connsiteX3" fmla="*/ 3723546 w 4282900"/>
                <a:gd name="connsiteY3" fmla="*/ 855573 h 5795027"/>
                <a:gd name="connsiteX4" fmla="*/ 4282900 w 4282900"/>
                <a:gd name="connsiteY4" fmla="*/ 2048959 h 5795027"/>
                <a:gd name="connsiteX5" fmla="*/ 4282900 w 4282900"/>
                <a:gd name="connsiteY5" fmla="*/ 2231503 h 5795027"/>
                <a:gd name="connsiteX6" fmla="*/ 4282900 w 4282900"/>
                <a:gd name="connsiteY6" fmla="*/ 2752557 h 5795027"/>
                <a:gd name="connsiteX7" fmla="*/ 4282900 w 4282900"/>
                <a:gd name="connsiteY7" fmla="*/ 3042471 h 5795027"/>
                <a:gd name="connsiteX8" fmla="*/ 4282900 w 4282900"/>
                <a:gd name="connsiteY8" fmla="*/ 3441681 h 5795027"/>
                <a:gd name="connsiteX9" fmla="*/ 4282900 w 4282900"/>
                <a:gd name="connsiteY9" fmla="*/ 3746068 h 5795027"/>
                <a:gd name="connsiteX10" fmla="*/ 3723546 w 4282900"/>
                <a:gd name="connsiteY10" fmla="*/ 4939455 h 5795027"/>
                <a:gd name="connsiteX11" fmla="*/ 2332829 w 4282900"/>
                <a:gd name="connsiteY11" fmla="*/ 5630311 h 5795027"/>
                <a:gd name="connsiteX12" fmla="*/ 2137940 w 4282900"/>
                <a:gd name="connsiteY12" fmla="*/ 5795027 h 5795027"/>
                <a:gd name="connsiteX13" fmla="*/ 1950069 w 4282900"/>
                <a:gd name="connsiteY13" fmla="*/ 5630311 h 5795027"/>
                <a:gd name="connsiteX14" fmla="*/ 559353 w 4282900"/>
                <a:gd name="connsiteY14" fmla="*/ 4939455 h 5795027"/>
                <a:gd name="connsiteX15" fmla="*/ 0 w 4282900"/>
                <a:gd name="connsiteY15" fmla="*/ 3746068 h 5795027"/>
                <a:gd name="connsiteX16" fmla="*/ 0 w 4282900"/>
                <a:gd name="connsiteY16" fmla="*/ 3441681 h 5795027"/>
                <a:gd name="connsiteX17" fmla="*/ 0 w 4282900"/>
                <a:gd name="connsiteY17" fmla="*/ 3042471 h 5795027"/>
                <a:gd name="connsiteX18" fmla="*/ 0 w 4282900"/>
                <a:gd name="connsiteY18" fmla="*/ 2752557 h 5795027"/>
                <a:gd name="connsiteX19" fmla="*/ 0 w 4282900"/>
                <a:gd name="connsiteY19" fmla="*/ 2231503 h 5795027"/>
                <a:gd name="connsiteX20" fmla="*/ 0 w 4282900"/>
                <a:gd name="connsiteY20" fmla="*/ 2048959 h 5795027"/>
                <a:gd name="connsiteX21" fmla="*/ 559354 w 4282900"/>
                <a:gd name="connsiteY21" fmla="*/ 855573 h 5795027"/>
                <a:gd name="connsiteX22" fmla="*/ 1950071 w 4282900"/>
                <a:gd name="connsiteY22" fmla="*/ 164715 h 5795027"/>
                <a:gd name="connsiteX23" fmla="*/ 2144960 w 4282900"/>
                <a:gd name="connsiteY23" fmla="*/ 0 h 5795027"/>
                <a:gd name="connsiteX0" fmla="*/ 3723546 w 4282900"/>
                <a:gd name="connsiteY0" fmla="*/ 855573 h 5795027"/>
                <a:gd name="connsiteX1" fmla="*/ 4282900 w 4282900"/>
                <a:gd name="connsiteY1" fmla="*/ 2048959 h 5795027"/>
                <a:gd name="connsiteX2" fmla="*/ 4282900 w 4282900"/>
                <a:gd name="connsiteY2" fmla="*/ 2231503 h 5795027"/>
                <a:gd name="connsiteX3" fmla="*/ 4282900 w 4282900"/>
                <a:gd name="connsiteY3" fmla="*/ 2752557 h 5795027"/>
                <a:gd name="connsiteX4" fmla="*/ 4282900 w 4282900"/>
                <a:gd name="connsiteY4" fmla="*/ 3042471 h 5795027"/>
                <a:gd name="connsiteX5" fmla="*/ 4282900 w 4282900"/>
                <a:gd name="connsiteY5" fmla="*/ 3441681 h 5795027"/>
                <a:gd name="connsiteX6" fmla="*/ 4282900 w 4282900"/>
                <a:gd name="connsiteY6" fmla="*/ 3746068 h 5795027"/>
                <a:gd name="connsiteX7" fmla="*/ 3723546 w 4282900"/>
                <a:gd name="connsiteY7" fmla="*/ 4939455 h 5795027"/>
                <a:gd name="connsiteX8" fmla="*/ 2332829 w 4282900"/>
                <a:gd name="connsiteY8" fmla="*/ 5630311 h 5795027"/>
                <a:gd name="connsiteX9" fmla="*/ 2137940 w 4282900"/>
                <a:gd name="connsiteY9" fmla="*/ 5795027 h 5795027"/>
                <a:gd name="connsiteX10" fmla="*/ 1950069 w 4282900"/>
                <a:gd name="connsiteY10" fmla="*/ 5630311 h 5795027"/>
                <a:gd name="connsiteX11" fmla="*/ 559353 w 4282900"/>
                <a:gd name="connsiteY11" fmla="*/ 4939455 h 5795027"/>
                <a:gd name="connsiteX12" fmla="*/ 0 w 4282900"/>
                <a:gd name="connsiteY12" fmla="*/ 3746068 h 5795027"/>
                <a:gd name="connsiteX13" fmla="*/ 0 w 4282900"/>
                <a:gd name="connsiteY13" fmla="*/ 3441681 h 5795027"/>
                <a:gd name="connsiteX14" fmla="*/ 0 w 4282900"/>
                <a:gd name="connsiteY14" fmla="*/ 3042471 h 5795027"/>
                <a:gd name="connsiteX15" fmla="*/ 0 w 4282900"/>
                <a:gd name="connsiteY15" fmla="*/ 2752557 h 5795027"/>
                <a:gd name="connsiteX16" fmla="*/ 0 w 4282900"/>
                <a:gd name="connsiteY16" fmla="*/ 2231503 h 5795027"/>
                <a:gd name="connsiteX17" fmla="*/ 0 w 4282900"/>
                <a:gd name="connsiteY17" fmla="*/ 2048959 h 5795027"/>
                <a:gd name="connsiteX18" fmla="*/ 559354 w 4282900"/>
                <a:gd name="connsiteY18" fmla="*/ 855573 h 5795027"/>
                <a:gd name="connsiteX19" fmla="*/ 1950071 w 4282900"/>
                <a:gd name="connsiteY19" fmla="*/ 164715 h 5795027"/>
                <a:gd name="connsiteX20" fmla="*/ 2144960 w 4282900"/>
                <a:gd name="connsiteY20" fmla="*/ 0 h 5795027"/>
                <a:gd name="connsiteX21" fmla="*/ 2332832 w 4282900"/>
                <a:gd name="connsiteY21" fmla="*/ 164715 h 5795027"/>
                <a:gd name="connsiteX22" fmla="*/ 2976290 w 4282900"/>
                <a:gd name="connsiteY22" fmla="*/ 524033 h 5795027"/>
                <a:gd name="connsiteX23" fmla="*/ 3888635 w 4282900"/>
                <a:gd name="connsiteY23" fmla="*/ 1020662 h 5795027"/>
                <a:gd name="connsiteX0" fmla="*/ 4282900 w 4282900"/>
                <a:gd name="connsiteY0" fmla="*/ 2048959 h 5795027"/>
                <a:gd name="connsiteX1" fmla="*/ 4282900 w 4282900"/>
                <a:gd name="connsiteY1" fmla="*/ 2231503 h 5795027"/>
                <a:gd name="connsiteX2" fmla="*/ 4282900 w 4282900"/>
                <a:gd name="connsiteY2" fmla="*/ 2752557 h 5795027"/>
                <a:gd name="connsiteX3" fmla="*/ 4282900 w 4282900"/>
                <a:gd name="connsiteY3" fmla="*/ 3042471 h 5795027"/>
                <a:gd name="connsiteX4" fmla="*/ 4282900 w 4282900"/>
                <a:gd name="connsiteY4" fmla="*/ 3441681 h 5795027"/>
                <a:gd name="connsiteX5" fmla="*/ 4282900 w 4282900"/>
                <a:gd name="connsiteY5" fmla="*/ 3746068 h 5795027"/>
                <a:gd name="connsiteX6" fmla="*/ 3723546 w 4282900"/>
                <a:gd name="connsiteY6" fmla="*/ 4939455 h 5795027"/>
                <a:gd name="connsiteX7" fmla="*/ 2332829 w 4282900"/>
                <a:gd name="connsiteY7" fmla="*/ 5630311 h 5795027"/>
                <a:gd name="connsiteX8" fmla="*/ 2137940 w 4282900"/>
                <a:gd name="connsiteY8" fmla="*/ 5795027 h 5795027"/>
                <a:gd name="connsiteX9" fmla="*/ 1950069 w 4282900"/>
                <a:gd name="connsiteY9" fmla="*/ 5630311 h 5795027"/>
                <a:gd name="connsiteX10" fmla="*/ 559353 w 4282900"/>
                <a:gd name="connsiteY10" fmla="*/ 4939455 h 5795027"/>
                <a:gd name="connsiteX11" fmla="*/ 0 w 4282900"/>
                <a:gd name="connsiteY11" fmla="*/ 3746068 h 5795027"/>
                <a:gd name="connsiteX12" fmla="*/ 0 w 4282900"/>
                <a:gd name="connsiteY12" fmla="*/ 3441681 h 5795027"/>
                <a:gd name="connsiteX13" fmla="*/ 0 w 4282900"/>
                <a:gd name="connsiteY13" fmla="*/ 3042471 h 5795027"/>
                <a:gd name="connsiteX14" fmla="*/ 0 w 4282900"/>
                <a:gd name="connsiteY14" fmla="*/ 2752557 h 5795027"/>
                <a:gd name="connsiteX15" fmla="*/ 0 w 4282900"/>
                <a:gd name="connsiteY15" fmla="*/ 2231503 h 5795027"/>
                <a:gd name="connsiteX16" fmla="*/ 0 w 4282900"/>
                <a:gd name="connsiteY16" fmla="*/ 2048959 h 5795027"/>
                <a:gd name="connsiteX17" fmla="*/ 559354 w 4282900"/>
                <a:gd name="connsiteY17" fmla="*/ 855573 h 5795027"/>
                <a:gd name="connsiteX18" fmla="*/ 1950071 w 4282900"/>
                <a:gd name="connsiteY18" fmla="*/ 164715 h 5795027"/>
                <a:gd name="connsiteX19" fmla="*/ 2144960 w 4282900"/>
                <a:gd name="connsiteY19" fmla="*/ 0 h 5795027"/>
                <a:gd name="connsiteX20" fmla="*/ 2332832 w 4282900"/>
                <a:gd name="connsiteY20" fmla="*/ 164715 h 5795027"/>
                <a:gd name="connsiteX21" fmla="*/ 2976290 w 4282900"/>
                <a:gd name="connsiteY21" fmla="*/ 524033 h 5795027"/>
                <a:gd name="connsiteX22" fmla="*/ 3888635 w 4282900"/>
                <a:gd name="connsiteY22" fmla="*/ 1020662 h 5795027"/>
                <a:gd name="connsiteX0" fmla="*/ 4282900 w 4282900"/>
                <a:gd name="connsiteY0" fmla="*/ 2048959 h 5795027"/>
                <a:gd name="connsiteX1" fmla="*/ 4282900 w 4282900"/>
                <a:gd name="connsiteY1" fmla="*/ 2231503 h 5795027"/>
                <a:gd name="connsiteX2" fmla="*/ 4282900 w 4282900"/>
                <a:gd name="connsiteY2" fmla="*/ 2752557 h 5795027"/>
                <a:gd name="connsiteX3" fmla="*/ 4282900 w 4282900"/>
                <a:gd name="connsiteY3" fmla="*/ 3042471 h 5795027"/>
                <a:gd name="connsiteX4" fmla="*/ 4282900 w 4282900"/>
                <a:gd name="connsiteY4" fmla="*/ 3441681 h 5795027"/>
                <a:gd name="connsiteX5" fmla="*/ 4282900 w 4282900"/>
                <a:gd name="connsiteY5" fmla="*/ 3746068 h 5795027"/>
                <a:gd name="connsiteX6" fmla="*/ 3723546 w 4282900"/>
                <a:gd name="connsiteY6" fmla="*/ 4939455 h 5795027"/>
                <a:gd name="connsiteX7" fmla="*/ 2332829 w 4282900"/>
                <a:gd name="connsiteY7" fmla="*/ 5630311 h 5795027"/>
                <a:gd name="connsiteX8" fmla="*/ 2137940 w 4282900"/>
                <a:gd name="connsiteY8" fmla="*/ 5795027 h 5795027"/>
                <a:gd name="connsiteX9" fmla="*/ 1950069 w 4282900"/>
                <a:gd name="connsiteY9" fmla="*/ 5630311 h 5795027"/>
                <a:gd name="connsiteX10" fmla="*/ 559353 w 4282900"/>
                <a:gd name="connsiteY10" fmla="*/ 4939455 h 5795027"/>
                <a:gd name="connsiteX11" fmla="*/ 0 w 4282900"/>
                <a:gd name="connsiteY11" fmla="*/ 3746068 h 5795027"/>
                <a:gd name="connsiteX12" fmla="*/ 0 w 4282900"/>
                <a:gd name="connsiteY12" fmla="*/ 3441681 h 5795027"/>
                <a:gd name="connsiteX13" fmla="*/ 0 w 4282900"/>
                <a:gd name="connsiteY13" fmla="*/ 3042471 h 5795027"/>
                <a:gd name="connsiteX14" fmla="*/ 0 w 4282900"/>
                <a:gd name="connsiteY14" fmla="*/ 2752557 h 5795027"/>
                <a:gd name="connsiteX15" fmla="*/ 0 w 4282900"/>
                <a:gd name="connsiteY15" fmla="*/ 2231503 h 5795027"/>
                <a:gd name="connsiteX16" fmla="*/ 0 w 4282900"/>
                <a:gd name="connsiteY16" fmla="*/ 2048959 h 5795027"/>
                <a:gd name="connsiteX17" fmla="*/ 559354 w 4282900"/>
                <a:gd name="connsiteY17" fmla="*/ 855573 h 5795027"/>
                <a:gd name="connsiteX18" fmla="*/ 1950071 w 4282900"/>
                <a:gd name="connsiteY18" fmla="*/ 164715 h 5795027"/>
                <a:gd name="connsiteX19" fmla="*/ 2144960 w 4282900"/>
                <a:gd name="connsiteY19" fmla="*/ 0 h 5795027"/>
                <a:gd name="connsiteX20" fmla="*/ 2332832 w 4282900"/>
                <a:gd name="connsiteY20" fmla="*/ 164715 h 5795027"/>
                <a:gd name="connsiteX21" fmla="*/ 2976290 w 4282900"/>
                <a:gd name="connsiteY21" fmla="*/ 524033 h 5795027"/>
                <a:gd name="connsiteX0" fmla="*/ 4282900 w 4282900"/>
                <a:gd name="connsiteY0" fmla="*/ 2231503 h 5795027"/>
                <a:gd name="connsiteX1" fmla="*/ 4282900 w 4282900"/>
                <a:gd name="connsiteY1" fmla="*/ 2752557 h 5795027"/>
                <a:gd name="connsiteX2" fmla="*/ 4282900 w 4282900"/>
                <a:gd name="connsiteY2" fmla="*/ 3042471 h 5795027"/>
                <a:gd name="connsiteX3" fmla="*/ 4282900 w 4282900"/>
                <a:gd name="connsiteY3" fmla="*/ 3441681 h 5795027"/>
                <a:gd name="connsiteX4" fmla="*/ 4282900 w 4282900"/>
                <a:gd name="connsiteY4" fmla="*/ 3746068 h 5795027"/>
                <a:gd name="connsiteX5" fmla="*/ 3723546 w 4282900"/>
                <a:gd name="connsiteY5" fmla="*/ 4939455 h 5795027"/>
                <a:gd name="connsiteX6" fmla="*/ 2332829 w 4282900"/>
                <a:gd name="connsiteY6" fmla="*/ 5630311 h 5795027"/>
                <a:gd name="connsiteX7" fmla="*/ 2137940 w 4282900"/>
                <a:gd name="connsiteY7" fmla="*/ 5795027 h 5795027"/>
                <a:gd name="connsiteX8" fmla="*/ 1950069 w 4282900"/>
                <a:gd name="connsiteY8" fmla="*/ 5630311 h 5795027"/>
                <a:gd name="connsiteX9" fmla="*/ 559353 w 4282900"/>
                <a:gd name="connsiteY9" fmla="*/ 4939455 h 5795027"/>
                <a:gd name="connsiteX10" fmla="*/ 0 w 4282900"/>
                <a:gd name="connsiteY10" fmla="*/ 3746068 h 5795027"/>
                <a:gd name="connsiteX11" fmla="*/ 0 w 4282900"/>
                <a:gd name="connsiteY11" fmla="*/ 3441681 h 5795027"/>
                <a:gd name="connsiteX12" fmla="*/ 0 w 4282900"/>
                <a:gd name="connsiteY12" fmla="*/ 3042471 h 5795027"/>
                <a:gd name="connsiteX13" fmla="*/ 0 w 4282900"/>
                <a:gd name="connsiteY13" fmla="*/ 2752557 h 5795027"/>
                <a:gd name="connsiteX14" fmla="*/ 0 w 4282900"/>
                <a:gd name="connsiteY14" fmla="*/ 2231503 h 5795027"/>
                <a:gd name="connsiteX15" fmla="*/ 0 w 4282900"/>
                <a:gd name="connsiteY15" fmla="*/ 2048959 h 5795027"/>
                <a:gd name="connsiteX16" fmla="*/ 559354 w 4282900"/>
                <a:gd name="connsiteY16" fmla="*/ 855573 h 5795027"/>
                <a:gd name="connsiteX17" fmla="*/ 1950071 w 4282900"/>
                <a:gd name="connsiteY17" fmla="*/ 164715 h 5795027"/>
                <a:gd name="connsiteX18" fmla="*/ 2144960 w 4282900"/>
                <a:gd name="connsiteY18" fmla="*/ 0 h 5795027"/>
                <a:gd name="connsiteX19" fmla="*/ 2332832 w 4282900"/>
                <a:gd name="connsiteY19" fmla="*/ 164715 h 5795027"/>
                <a:gd name="connsiteX20" fmla="*/ 2976290 w 4282900"/>
                <a:gd name="connsiteY20" fmla="*/ 524033 h 5795027"/>
                <a:gd name="connsiteX0" fmla="*/ 4282900 w 4282900"/>
                <a:gd name="connsiteY0" fmla="*/ 2752557 h 5795027"/>
                <a:gd name="connsiteX1" fmla="*/ 4282900 w 4282900"/>
                <a:gd name="connsiteY1" fmla="*/ 3042471 h 5795027"/>
                <a:gd name="connsiteX2" fmla="*/ 4282900 w 4282900"/>
                <a:gd name="connsiteY2" fmla="*/ 3441681 h 5795027"/>
                <a:gd name="connsiteX3" fmla="*/ 4282900 w 4282900"/>
                <a:gd name="connsiteY3" fmla="*/ 3746068 h 5795027"/>
                <a:gd name="connsiteX4" fmla="*/ 3723546 w 4282900"/>
                <a:gd name="connsiteY4" fmla="*/ 4939455 h 5795027"/>
                <a:gd name="connsiteX5" fmla="*/ 2332829 w 4282900"/>
                <a:gd name="connsiteY5" fmla="*/ 5630311 h 5795027"/>
                <a:gd name="connsiteX6" fmla="*/ 2137940 w 4282900"/>
                <a:gd name="connsiteY6" fmla="*/ 5795027 h 5795027"/>
                <a:gd name="connsiteX7" fmla="*/ 1950069 w 4282900"/>
                <a:gd name="connsiteY7" fmla="*/ 5630311 h 5795027"/>
                <a:gd name="connsiteX8" fmla="*/ 559353 w 4282900"/>
                <a:gd name="connsiteY8" fmla="*/ 4939455 h 5795027"/>
                <a:gd name="connsiteX9" fmla="*/ 0 w 4282900"/>
                <a:gd name="connsiteY9" fmla="*/ 3746068 h 5795027"/>
                <a:gd name="connsiteX10" fmla="*/ 0 w 4282900"/>
                <a:gd name="connsiteY10" fmla="*/ 3441681 h 5795027"/>
                <a:gd name="connsiteX11" fmla="*/ 0 w 4282900"/>
                <a:gd name="connsiteY11" fmla="*/ 3042471 h 5795027"/>
                <a:gd name="connsiteX12" fmla="*/ 0 w 4282900"/>
                <a:gd name="connsiteY12" fmla="*/ 2752557 h 5795027"/>
                <a:gd name="connsiteX13" fmla="*/ 0 w 4282900"/>
                <a:gd name="connsiteY13" fmla="*/ 2231503 h 5795027"/>
                <a:gd name="connsiteX14" fmla="*/ 0 w 4282900"/>
                <a:gd name="connsiteY14" fmla="*/ 2048959 h 5795027"/>
                <a:gd name="connsiteX15" fmla="*/ 559354 w 4282900"/>
                <a:gd name="connsiteY15" fmla="*/ 855573 h 5795027"/>
                <a:gd name="connsiteX16" fmla="*/ 1950071 w 4282900"/>
                <a:gd name="connsiteY16" fmla="*/ 164715 h 5795027"/>
                <a:gd name="connsiteX17" fmla="*/ 2144960 w 4282900"/>
                <a:gd name="connsiteY17" fmla="*/ 0 h 5795027"/>
                <a:gd name="connsiteX18" fmla="*/ 2332832 w 4282900"/>
                <a:gd name="connsiteY18" fmla="*/ 164715 h 5795027"/>
                <a:gd name="connsiteX19" fmla="*/ 2976290 w 4282900"/>
                <a:gd name="connsiteY19" fmla="*/ 524033 h 5795027"/>
                <a:gd name="connsiteX0" fmla="*/ 4282900 w 4282900"/>
                <a:gd name="connsiteY0" fmla="*/ 3042471 h 5795027"/>
                <a:gd name="connsiteX1" fmla="*/ 4282900 w 4282900"/>
                <a:gd name="connsiteY1" fmla="*/ 3441681 h 5795027"/>
                <a:gd name="connsiteX2" fmla="*/ 4282900 w 4282900"/>
                <a:gd name="connsiteY2" fmla="*/ 3746068 h 5795027"/>
                <a:gd name="connsiteX3" fmla="*/ 3723546 w 4282900"/>
                <a:gd name="connsiteY3" fmla="*/ 4939455 h 5795027"/>
                <a:gd name="connsiteX4" fmla="*/ 2332829 w 4282900"/>
                <a:gd name="connsiteY4" fmla="*/ 5630311 h 5795027"/>
                <a:gd name="connsiteX5" fmla="*/ 2137940 w 4282900"/>
                <a:gd name="connsiteY5" fmla="*/ 5795027 h 5795027"/>
                <a:gd name="connsiteX6" fmla="*/ 1950069 w 4282900"/>
                <a:gd name="connsiteY6" fmla="*/ 5630311 h 5795027"/>
                <a:gd name="connsiteX7" fmla="*/ 559353 w 4282900"/>
                <a:gd name="connsiteY7" fmla="*/ 4939455 h 5795027"/>
                <a:gd name="connsiteX8" fmla="*/ 0 w 4282900"/>
                <a:gd name="connsiteY8" fmla="*/ 3746068 h 5795027"/>
                <a:gd name="connsiteX9" fmla="*/ 0 w 4282900"/>
                <a:gd name="connsiteY9" fmla="*/ 3441681 h 5795027"/>
                <a:gd name="connsiteX10" fmla="*/ 0 w 4282900"/>
                <a:gd name="connsiteY10" fmla="*/ 3042471 h 5795027"/>
                <a:gd name="connsiteX11" fmla="*/ 0 w 4282900"/>
                <a:gd name="connsiteY11" fmla="*/ 2752557 h 5795027"/>
                <a:gd name="connsiteX12" fmla="*/ 0 w 4282900"/>
                <a:gd name="connsiteY12" fmla="*/ 2231503 h 5795027"/>
                <a:gd name="connsiteX13" fmla="*/ 0 w 4282900"/>
                <a:gd name="connsiteY13" fmla="*/ 2048959 h 5795027"/>
                <a:gd name="connsiteX14" fmla="*/ 559354 w 4282900"/>
                <a:gd name="connsiteY14" fmla="*/ 855573 h 5795027"/>
                <a:gd name="connsiteX15" fmla="*/ 1950071 w 4282900"/>
                <a:gd name="connsiteY15" fmla="*/ 164715 h 5795027"/>
                <a:gd name="connsiteX16" fmla="*/ 2144960 w 4282900"/>
                <a:gd name="connsiteY16" fmla="*/ 0 h 5795027"/>
                <a:gd name="connsiteX17" fmla="*/ 2332832 w 4282900"/>
                <a:gd name="connsiteY17" fmla="*/ 164715 h 5795027"/>
                <a:gd name="connsiteX18" fmla="*/ 2976290 w 4282900"/>
                <a:gd name="connsiteY18" fmla="*/ 524033 h 5795027"/>
                <a:gd name="connsiteX0" fmla="*/ 4282900 w 4282900"/>
                <a:gd name="connsiteY0" fmla="*/ 3441681 h 5795027"/>
                <a:gd name="connsiteX1" fmla="*/ 4282900 w 4282900"/>
                <a:gd name="connsiteY1" fmla="*/ 3746068 h 5795027"/>
                <a:gd name="connsiteX2" fmla="*/ 3723546 w 4282900"/>
                <a:gd name="connsiteY2" fmla="*/ 4939455 h 5795027"/>
                <a:gd name="connsiteX3" fmla="*/ 2332829 w 4282900"/>
                <a:gd name="connsiteY3" fmla="*/ 5630311 h 5795027"/>
                <a:gd name="connsiteX4" fmla="*/ 2137940 w 4282900"/>
                <a:gd name="connsiteY4" fmla="*/ 5795027 h 5795027"/>
                <a:gd name="connsiteX5" fmla="*/ 1950069 w 4282900"/>
                <a:gd name="connsiteY5" fmla="*/ 5630311 h 5795027"/>
                <a:gd name="connsiteX6" fmla="*/ 559353 w 4282900"/>
                <a:gd name="connsiteY6" fmla="*/ 4939455 h 5795027"/>
                <a:gd name="connsiteX7" fmla="*/ 0 w 4282900"/>
                <a:gd name="connsiteY7" fmla="*/ 3746068 h 5795027"/>
                <a:gd name="connsiteX8" fmla="*/ 0 w 4282900"/>
                <a:gd name="connsiteY8" fmla="*/ 3441681 h 5795027"/>
                <a:gd name="connsiteX9" fmla="*/ 0 w 4282900"/>
                <a:gd name="connsiteY9" fmla="*/ 3042471 h 5795027"/>
                <a:gd name="connsiteX10" fmla="*/ 0 w 4282900"/>
                <a:gd name="connsiteY10" fmla="*/ 2752557 h 5795027"/>
                <a:gd name="connsiteX11" fmla="*/ 0 w 4282900"/>
                <a:gd name="connsiteY11" fmla="*/ 2231503 h 5795027"/>
                <a:gd name="connsiteX12" fmla="*/ 0 w 4282900"/>
                <a:gd name="connsiteY12" fmla="*/ 2048959 h 5795027"/>
                <a:gd name="connsiteX13" fmla="*/ 559354 w 4282900"/>
                <a:gd name="connsiteY13" fmla="*/ 855573 h 5795027"/>
                <a:gd name="connsiteX14" fmla="*/ 1950071 w 4282900"/>
                <a:gd name="connsiteY14" fmla="*/ 164715 h 5795027"/>
                <a:gd name="connsiteX15" fmla="*/ 2144960 w 4282900"/>
                <a:gd name="connsiteY15" fmla="*/ 0 h 5795027"/>
                <a:gd name="connsiteX16" fmla="*/ 2332832 w 4282900"/>
                <a:gd name="connsiteY16" fmla="*/ 164715 h 5795027"/>
                <a:gd name="connsiteX17" fmla="*/ 2976290 w 4282900"/>
                <a:gd name="connsiteY17" fmla="*/ 524033 h 5795027"/>
                <a:gd name="connsiteX0" fmla="*/ 4282900 w 4282900"/>
                <a:gd name="connsiteY0" fmla="*/ 3441681 h 5795027"/>
                <a:gd name="connsiteX1" fmla="*/ 3723546 w 4282900"/>
                <a:gd name="connsiteY1" fmla="*/ 4939455 h 5795027"/>
                <a:gd name="connsiteX2" fmla="*/ 2332829 w 4282900"/>
                <a:gd name="connsiteY2" fmla="*/ 5630311 h 5795027"/>
                <a:gd name="connsiteX3" fmla="*/ 2137940 w 4282900"/>
                <a:gd name="connsiteY3" fmla="*/ 5795027 h 5795027"/>
                <a:gd name="connsiteX4" fmla="*/ 1950069 w 4282900"/>
                <a:gd name="connsiteY4" fmla="*/ 5630311 h 5795027"/>
                <a:gd name="connsiteX5" fmla="*/ 559353 w 4282900"/>
                <a:gd name="connsiteY5" fmla="*/ 4939455 h 5795027"/>
                <a:gd name="connsiteX6" fmla="*/ 0 w 4282900"/>
                <a:gd name="connsiteY6" fmla="*/ 3746068 h 5795027"/>
                <a:gd name="connsiteX7" fmla="*/ 0 w 4282900"/>
                <a:gd name="connsiteY7" fmla="*/ 3441681 h 5795027"/>
                <a:gd name="connsiteX8" fmla="*/ 0 w 4282900"/>
                <a:gd name="connsiteY8" fmla="*/ 3042471 h 5795027"/>
                <a:gd name="connsiteX9" fmla="*/ 0 w 4282900"/>
                <a:gd name="connsiteY9" fmla="*/ 2752557 h 5795027"/>
                <a:gd name="connsiteX10" fmla="*/ 0 w 4282900"/>
                <a:gd name="connsiteY10" fmla="*/ 2231503 h 5795027"/>
                <a:gd name="connsiteX11" fmla="*/ 0 w 4282900"/>
                <a:gd name="connsiteY11" fmla="*/ 2048959 h 5795027"/>
                <a:gd name="connsiteX12" fmla="*/ 559354 w 4282900"/>
                <a:gd name="connsiteY12" fmla="*/ 855573 h 5795027"/>
                <a:gd name="connsiteX13" fmla="*/ 1950071 w 4282900"/>
                <a:gd name="connsiteY13" fmla="*/ 164715 h 5795027"/>
                <a:gd name="connsiteX14" fmla="*/ 2144960 w 4282900"/>
                <a:gd name="connsiteY14" fmla="*/ 0 h 5795027"/>
                <a:gd name="connsiteX15" fmla="*/ 2332832 w 4282900"/>
                <a:gd name="connsiteY15" fmla="*/ 164715 h 5795027"/>
                <a:gd name="connsiteX16" fmla="*/ 2976290 w 4282900"/>
                <a:gd name="connsiteY16" fmla="*/ 524033 h 5795027"/>
                <a:gd name="connsiteX0" fmla="*/ 3723546 w 3723546"/>
                <a:gd name="connsiteY0" fmla="*/ 4939455 h 5795027"/>
                <a:gd name="connsiteX1" fmla="*/ 2332829 w 3723546"/>
                <a:gd name="connsiteY1" fmla="*/ 5630311 h 5795027"/>
                <a:gd name="connsiteX2" fmla="*/ 2137940 w 3723546"/>
                <a:gd name="connsiteY2" fmla="*/ 5795027 h 5795027"/>
                <a:gd name="connsiteX3" fmla="*/ 1950069 w 3723546"/>
                <a:gd name="connsiteY3" fmla="*/ 5630311 h 5795027"/>
                <a:gd name="connsiteX4" fmla="*/ 559353 w 3723546"/>
                <a:gd name="connsiteY4" fmla="*/ 4939455 h 5795027"/>
                <a:gd name="connsiteX5" fmla="*/ 0 w 3723546"/>
                <a:gd name="connsiteY5" fmla="*/ 3746068 h 5795027"/>
                <a:gd name="connsiteX6" fmla="*/ 0 w 3723546"/>
                <a:gd name="connsiteY6" fmla="*/ 3441681 h 5795027"/>
                <a:gd name="connsiteX7" fmla="*/ 0 w 3723546"/>
                <a:gd name="connsiteY7" fmla="*/ 3042471 h 5795027"/>
                <a:gd name="connsiteX8" fmla="*/ 0 w 3723546"/>
                <a:gd name="connsiteY8" fmla="*/ 2752557 h 5795027"/>
                <a:gd name="connsiteX9" fmla="*/ 0 w 3723546"/>
                <a:gd name="connsiteY9" fmla="*/ 2231503 h 5795027"/>
                <a:gd name="connsiteX10" fmla="*/ 0 w 3723546"/>
                <a:gd name="connsiteY10" fmla="*/ 2048959 h 5795027"/>
                <a:gd name="connsiteX11" fmla="*/ 559354 w 3723546"/>
                <a:gd name="connsiteY11" fmla="*/ 855573 h 5795027"/>
                <a:gd name="connsiteX12" fmla="*/ 1950071 w 3723546"/>
                <a:gd name="connsiteY12" fmla="*/ 164715 h 5795027"/>
                <a:gd name="connsiteX13" fmla="*/ 2144960 w 3723546"/>
                <a:gd name="connsiteY13" fmla="*/ 0 h 5795027"/>
                <a:gd name="connsiteX14" fmla="*/ 2332832 w 3723546"/>
                <a:gd name="connsiteY14" fmla="*/ 164715 h 5795027"/>
                <a:gd name="connsiteX15" fmla="*/ 2976290 w 3723546"/>
                <a:gd name="connsiteY15" fmla="*/ 524033 h 5795027"/>
                <a:gd name="connsiteX0" fmla="*/ 3723546 w 3723546"/>
                <a:gd name="connsiteY0" fmla="*/ 4939455 h 5795027"/>
                <a:gd name="connsiteX1" fmla="*/ 2989878 w 3723546"/>
                <a:gd name="connsiteY1" fmla="*/ 5266109 h 5795027"/>
                <a:gd name="connsiteX2" fmla="*/ 2332829 w 3723546"/>
                <a:gd name="connsiteY2" fmla="*/ 5630311 h 5795027"/>
                <a:gd name="connsiteX3" fmla="*/ 2137940 w 3723546"/>
                <a:gd name="connsiteY3" fmla="*/ 5795027 h 5795027"/>
                <a:gd name="connsiteX4" fmla="*/ 1950069 w 3723546"/>
                <a:gd name="connsiteY4" fmla="*/ 5630311 h 5795027"/>
                <a:gd name="connsiteX5" fmla="*/ 559353 w 3723546"/>
                <a:gd name="connsiteY5" fmla="*/ 4939455 h 5795027"/>
                <a:gd name="connsiteX6" fmla="*/ 0 w 3723546"/>
                <a:gd name="connsiteY6" fmla="*/ 3746068 h 5795027"/>
                <a:gd name="connsiteX7" fmla="*/ 0 w 3723546"/>
                <a:gd name="connsiteY7" fmla="*/ 3441681 h 5795027"/>
                <a:gd name="connsiteX8" fmla="*/ 0 w 3723546"/>
                <a:gd name="connsiteY8" fmla="*/ 3042471 h 5795027"/>
                <a:gd name="connsiteX9" fmla="*/ 0 w 3723546"/>
                <a:gd name="connsiteY9" fmla="*/ 2752557 h 5795027"/>
                <a:gd name="connsiteX10" fmla="*/ 0 w 3723546"/>
                <a:gd name="connsiteY10" fmla="*/ 2231503 h 5795027"/>
                <a:gd name="connsiteX11" fmla="*/ 0 w 3723546"/>
                <a:gd name="connsiteY11" fmla="*/ 2048959 h 5795027"/>
                <a:gd name="connsiteX12" fmla="*/ 559354 w 3723546"/>
                <a:gd name="connsiteY12" fmla="*/ 855573 h 5795027"/>
                <a:gd name="connsiteX13" fmla="*/ 1950071 w 3723546"/>
                <a:gd name="connsiteY13" fmla="*/ 164715 h 5795027"/>
                <a:gd name="connsiteX14" fmla="*/ 2144960 w 3723546"/>
                <a:gd name="connsiteY14" fmla="*/ 0 h 5795027"/>
                <a:gd name="connsiteX15" fmla="*/ 2332832 w 3723546"/>
                <a:gd name="connsiteY15" fmla="*/ 164715 h 5795027"/>
                <a:gd name="connsiteX16" fmla="*/ 2976290 w 3723546"/>
                <a:gd name="connsiteY16" fmla="*/ 524033 h 5795027"/>
                <a:gd name="connsiteX0" fmla="*/ 2989878 w 2989878"/>
                <a:gd name="connsiteY0" fmla="*/ 5266109 h 5795027"/>
                <a:gd name="connsiteX1" fmla="*/ 2332829 w 2989878"/>
                <a:gd name="connsiteY1" fmla="*/ 5630311 h 5795027"/>
                <a:gd name="connsiteX2" fmla="*/ 2137940 w 2989878"/>
                <a:gd name="connsiteY2" fmla="*/ 5795027 h 5795027"/>
                <a:gd name="connsiteX3" fmla="*/ 1950069 w 2989878"/>
                <a:gd name="connsiteY3" fmla="*/ 5630311 h 5795027"/>
                <a:gd name="connsiteX4" fmla="*/ 559353 w 2989878"/>
                <a:gd name="connsiteY4" fmla="*/ 4939455 h 5795027"/>
                <a:gd name="connsiteX5" fmla="*/ 0 w 2989878"/>
                <a:gd name="connsiteY5" fmla="*/ 3746068 h 5795027"/>
                <a:gd name="connsiteX6" fmla="*/ 0 w 2989878"/>
                <a:gd name="connsiteY6" fmla="*/ 3441681 h 5795027"/>
                <a:gd name="connsiteX7" fmla="*/ 0 w 2989878"/>
                <a:gd name="connsiteY7" fmla="*/ 3042471 h 5795027"/>
                <a:gd name="connsiteX8" fmla="*/ 0 w 2989878"/>
                <a:gd name="connsiteY8" fmla="*/ 2752557 h 5795027"/>
                <a:gd name="connsiteX9" fmla="*/ 0 w 2989878"/>
                <a:gd name="connsiteY9" fmla="*/ 2231503 h 5795027"/>
                <a:gd name="connsiteX10" fmla="*/ 0 w 2989878"/>
                <a:gd name="connsiteY10" fmla="*/ 2048959 h 5795027"/>
                <a:gd name="connsiteX11" fmla="*/ 559354 w 2989878"/>
                <a:gd name="connsiteY11" fmla="*/ 855573 h 5795027"/>
                <a:gd name="connsiteX12" fmla="*/ 1950071 w 2989878"/>
                <a:gd name="connsiteY12" fmla="*/ 164715 h 5795027"/>
                <a:gd name="connsiteX13" fmla="*/ 2144960 w 2989878"/>
                <a:gd name="connsiteY13" fmla="*/ 0 h 5795027"/>
                <a:gd name="connsiteX14" fmla="*/ 2332832 w 2989878"/>
                <a:gd name="connsiteY14" fmla="*/ 164715 h 5795027"/>
                <a:gd name="connsiteX15" fmla="*/ 2976290 w 2989878"/>
                <a:gd name="connsiteY15" fmla="*/ 524033 h 5795027"/>
                <a:gd name="connsiteX0" fmla="*/ 2989878 w 2989878"/>
                <a:gd name="connsiteY0" fmla="*/ 5266109 h 5795027"/>
                <a:gd name="connsiteX1" fmla="*/ 2332829 w 2989878"/>
                <a:gd name="connsiteY1" fmla="*/ 5630311 h 5795027"/>
                <a:gd name="connsiteX2" fmla="*/ 2137940 w 2989878"/>
                <a:gd name="connsiteY2" fmla="*/ 5795027 h 5795027"/>
                <a:gd name="connsiteX3" fmla="*/ 1950069 w 2989878"/>
                <a:gd name="connsiteY3" fmla="*/ 5630311 h 5795027"/>
                <a:gd name="connsiteX4" fmla="*/ 559353 w 2989878"/>
                <a:gd name="connsiteY4" fmla="*/ 4939455 h 5795027"/>
                <a:gd name="connsiteX5" fmla="*/ 0 w 2989878"/>
                <a:gd name="connsiteY5" fmla="*/ 3746068 h 5795027"/>
                <a:gd name="connsiteX6" fmla="*/ 0 w 2989878"/>
                <a:gd name="connsiteY6" fmla="*/ 3441681 h 5795027"/>
                <a:gd name="connsiteX7" fmla="*/ 0 w 2989878"/>
                <a:gd name="connsiteY7" fmla="*/ 3042471 h 5795027"/>
                <a:gd name="connsiteX8" fmla="*/ 0 w 2989878"/>
                <a:gd name="connsiteY8" fmla="*/ 2752557 h 5795027"/>
                <a:gd name="connsiteX9" fmla="*/ 0 w 2989878"/>
                <a:gd name="connsiteY9" fmla="*/ 2231503 h 5795027"/>
                <a:gd name="connsiteX10" fmla="*/ 0 w 2989878"/>
                <a:gd name="connsiteY10" fmla="*/ 2048959 h 5795027"/>
                <a:gd name="connsiteX11" fmla="*/ 559354 w 2989878"/>
                <a:gd name="connsiteY11" fmla="*/ 855573 h 5795027"/>
                <a:gd name="connsiteX12" fmla="*/ 1950071 w 2989878"/>
                <a:gd name="connsiteY12" fmla="*/ 164715 h 5795027"/>
                <a:gd name="connsiteX13" fmla="*/ 2144960 w 2989878"/>
                <a:gd name="connsiteY13" fmla="*/ 0 h 5795027"/>
                <a:gd name="connsiteX14" fmla="*/ 2332832 w 2989878"/>
                <a:gd name="connsiteY14" fmla="*/ 164715 h 5795027"/>
                <a:gd name="connsiteX15" fmla="*/ 2976290 w 2989878"/>
                <a:gd name="connsiteY15" fmla="*/ 524033 h 5795027"/>
                <a:gd name="connsiteX0" fmla="*/ 2955049 w 2976290"/>
                <a:gd name="connsiteY0" fmla="*/ 5266109 h 5795027"/>
                <a:gd name="connsiteX1" fmla="*/ 2332829 w 2976290"/>
                <a:gd name="connsiteY1" fmla="*/ 5630311 h 5795027"/>
                <a:gd name="connsiteX2" fmla="*/ 2137940 w 2976290"/>
                <a:gd name="connsiteY2" fmla="*/ 5795027 h 5795027"/>
                <a:gd name="connsiteX3" fmla="*/ 1950069 w 2976290"/>
                <a:gd name="connsiteY3" fmla="*/ 5630311 h 5795027"/>
                <a:gd name="connsiteX4" fmla="*/ 559353 w 2976290"/>
                <a:gd name="connsiteY4" fmla="*/ 4939455 h 5795027"/>
                <a:gd name="connsiteX5" fmla="*/ 0 w 2976290"/>
                <a:gd name="connsiteY5" fmla="*/ 3746068 h 5795027"/>
                <a:gd name="connsiteX6" fmla="*/ 0 w 2976290"/>
                <a:gd name="connsiteY6" fmla="*/ 3441681 h 5795027"/>
                <a:gd name="connsiteX7" fmla="*/ 0 w 2976290"/>
                <a:gd name="connsiteY7" fmla="*/ 3042471 h 5795027"/>
                <a:gd name="connsiteX8" fmla="*/ 0 w 2976290"/>
                <a:gd name="connsiteY8" fmla="*/ 2752557 h 5795027"/>
                <a:gd name="connsiteX9" fmla="*/ 0 w 2976290"/>
                <a:gd name="connsiteY9" fmla="*/ 2231503 h 5795027"/>
                <a:gd name="connsiteX10" fmla="*/ 0 w 2976290"/>
                <a:gd name="connsiteY10" fmla="*/ 2048959 h 5795027"/>
                <a:gd name="connsiteX11" fmla="*/ 559354 w 2976290"/>
                <a:gd name="connsiteY11" fmla="*/ 855573 h 5795027"/>
                <a:gd name="connsiteX12" fmla="*/ 1950071 w 2976290"/>
                <a:gd name="connsiteY12" fmla="*/ 164715 h 5795027"/>
                <a:gd name="connsiteX13" fmla="*/ 2144960 w 2976290"/>
                <a:gd name="connsiteY13" fmla="*/ 0 h 5795027"/>
                <a:gd name="connsiteX14" fmla="*/ 2332832 w 2976290"/>
                <a:gd name="connsiteY14" fmla="*/ 164715 h 5795027"/>
                <a:gd name="connsiteX15" fmla="*/ 2976290 w 2976290"/>
                <a:gd name="connsiteY15" fmla="*/ 524033 h 5795027"/>
                <a:gd name="connsiteX0" fmla="*/ 2955049 w 2976290"/>
                <a:gd name="connsiteY0" fmla="*/ 5266109 h 5795027"/>
                <a:gd name="connsiteX1" fmla="*/ 2332829 w 2976290"/>
                <a:gd name="connsiteY1" fmla="*/ 5630311 h 5795027"/>
                <a:gd name="connsiteX2" fmla="*/ 2137940 w 2976290"/>
                <a:gd name="connsiteY2" fmla="*/ 5795027 h 5795027"/>
                <a:gd name="connsiteX3" fmla="*/ 1950069 w 2976290"/>
                <a:gd name="connsiteY3" fmla="*/ 5630311 h 5795027"/>
                <a:gd name="connsiteX4" fmla="*/ 559353 w 2976290"/>
                <a:gd name="connsiteY4" fmla="*/ 4939455 h 5795027"/>
                <a:gd name="connsiteX5" fmla="*/ 0 w 2976290"/>
                <a:gd name="connsiteY5" fmla="*/ 3746068 h 5795027"/>
                <a:gd name="connsiteX6" fmla="*/ 0 w 2976290"/>
                <a:gd name="connsiteY6" fmla="*/ 3441681 h 5795027"/>
                <a:gd name="connsiteX7" fmla="*/ 0 w 2976290"/>
                <a:gd name="connsiteY7" fmla="*/ 3042471 h 5795027"/>
                <a:gd name="connsiteX8" fmla="*/ 0 w 2976290"/>
                <a:gd name="connsiteY8" fmla="*/ 2752557 h 5795027"/>
                <a:gd name="connsiteX9" fmla="*/ 0 w 2976290"/>
                <a:gd name="connsiteY9" fmla="*/ 2231503 h 5795027"/>
                <a:gd name="connsiteX10" fmla="*/ 0 w 2976290"/>
                <a:gd name="connsiteY10" fmla="*/ 2048959 h 5795027"/>
                <a:gd name="connsiteX11" fmla="*/ 559354 w 2976290"/>
                <a:gd name="connsiteY11" fmla="*/ 855573 h 5795027"/>
                <a:gd name="connsiteX12" fmla="*/ 1950071 w 2976290"/>
                <a:gd name="connsiteY12" fmla="*/ 164715 h 5795027"/>
                <a:gd name="connsiteX13" fmla="*/ 2144960 w 2976290"/>
                <a:gd name="connsiteY13" fmla="*/ 0 h 5795027"/>
                <a:gd name="connsiteX14" fmla="*/ 2332832 w 2976290"/>
                <a:gd name="connsiteY14" fmla="*/ 164715 h 5795027"/>
                <a:gd name="connsiteX15" fmla="*/ 2976290 w 2976290"/>
                <a:gd name="connsiteY15" fmla="*/ 524033 h 5795027"/>
                <a:gd name="connsiteX0" fmla="*/ 2955049 w 2976290"/>
                <a:gd name="connsiteY0" fmla="*/ 5266109 h 5795027"/>
                <a:gd name="connsiteX1" fmla="*/ 2332829 w 2976290"/>
                <a:gd name="connsiteY1" fmla="*/ 5630311 h 5795027"/>
                <a:gd name="connsiteX2" fmla="*/ 2137940 w 2976290"/>
                <a:gd name="connsiteY2" fmla="*/ 5795027 h 5795027"/>
                <a:gd name="connsiteX3" fmla="*/ 1950069 w 2976290"/>
                <a:gd name="connsiteY3" fmla="*/ 5630311 h 5795027"/>
                <a:gd name="connsiteX4" fmla="*/ 559353 w 2976290"/>
                <a:gd name="connsiteY4" fmla="*/ 4939455 h 5795027"/>
                <a:gd name="connsiteX5" fmla="*/ 0 w 2976290"/>
                <a:gd name="connsiteY5" fmla="*/ 3746068 h 5795027"/>
                <a:gd name="connsiteX6" fmla="*/ 0 w 2976290"/>
                <a:gd name="connsiteY6" fmla="*/ 3441681 h 5795027"/>
                <a:gd name="connsiteX7" fmla="*/ 0 w 2976290"/>
                <a:gd name="connsiteY7" fmla="*/ 3042471 h 5795027"/>
                <a:gd name="connsiteX8" fmla="*/ 0 w 2976290"/>
                <a:gd name="connsiteY8" fmla="*/ 2752557 h 5795027"/>
                <a:gd name="connsiteX9" fmla="*/ 0 w 2976290"/>
                <a:gd name="connsiteY9" fmla="*/ 2231503 h 5795027"/>
                <a:gd name="connsiteX10" fmla="*/ 0 w 2976290"/>
                <a:gd name="connsiteY10" fmla="*/ 2048959 h 5795027"/>
                <a:gd name="connsiteX11" fmla="*/ 559354 w 2976290"/>
                <a:gd name="connsiteY11" fmla="*/ 855573 h 5795027"/>
                <a:gd name="connsiteX12" fmla="*/ 1950071 w 2976290"/>
                <a:gd name="connsiteY12" fmla="*/ 164715 h 5795027"/>
                <a:gd name="connsiteX13" fmla="*/ 2144960 w 2976290"/>
                <a:gd name="connsiteY13" fmla="*/ 0 h 5795027"/>
                <a:gd name="connsiteX14" fmla="*/ 2332832 w 2976290"/>
                <a:gd name="connsiteY14" fmla="*/ 164715 h 5795027"/>
                <a:gd name="connsiteX15" fmla="*/ 2976290 w 2976290"/>
                <a:gd name="connsiteY15" fmla="*/ 524033 h 5795027"/>
                <a:gd name="connsiteX0" fmla="*/ 2955049 w 2976290"/>
                <a:gd name="connsiteY0" fmla="*/ 5266109 h 5795027"/>
                <a:gd name="connsiteX1" fmla="*/ 2332829 w 2976290"/>
                <a:gd name="connsiteY1" fmla="*/ 5630311 h 5795027"/>
                <a:gd name="connsiteX2" fmla="*/ 2137940 w 2976290"/>
                <a:gd name="connsiteY2" fmla="*/ 5795027 h 5795027"/>
                <a:gd name="connsiteX3" fmla="*/ 1950069 w 2976290"/>
                <a:gd name="connsiteY3" fmla="*/ 5630311 h 5795027"/>
                <a:gd name="connsiteX4" fmla="*/ 559353 w 2976290"/>
                <a:gd name="connsiteY4" fmla="*/ 4939455 h 5795027"/>
                <a:gd name="connsiteX5" fmla="*/ 0 w 2976290"/>
                <a:gd name="connsiteY5" fmla="*/ 3746068 h 5795027"/>
                <a:gd name="connsiteX6" fmla="*/ 0 w 2976290"/>
                <a:gd name="connsiteY6" fmla="*/ 3441681 h 5795027"/>
                <a:gd name="connsiteX7" fmla="*/ 0 w 2976290"/>
                <a:gd name="connsiteY7" fmla="*/ 3042471 h 5795027"/>
                <a:gd name="connsiteX8" fmla="*/ 0 w 2976290"/>
                <a:gd name="connsiteY8" fmla="*/ 2752557 h 5795027"/>
                <a:gd name="connsiteX9" fmla="*/ 0 w 2976290"/>
                <a:gd name="connsiteY9" fmla="*/ 2231503 h 5795027"/>
                <a:gd name="connsiteX10" fmla="*/ 0 w 2976290"/>
                <a:gd name="connsiteY10" fmla="*/ 2048959 h 5795027"/>
                <a:gd name="connsiteX11" fmla="*/ 559354 w 2976290"/>
                <a:gd name="connsiteY11" fmla="*/ 855573 h 5795027"/>
                <a:gd name="connsiteX12" fmla="*/ 1950071 w 2976290"/>
                <a:gd name="connsiteY12" fmla="*/ 164715 h 5795027"/>
                <a:gd name="connsiteX13" fmla="*/ 2144960 w 2976290"/>
                <a:gd name="connsiteY13" fmla="*/ 0 h 5795027"/>
                <a:gd name="connsiteX14" fmla="*/ 2332832 w 2976290"/>
                <a:gd name="connsiteY14" fmla="*/ 164715 h 5795027"/>
                <a:gd name="connsiteX15" fmla="*/ 2976290 w 2976290"/>
                <a:gd name="connsiteY15" fmla="*/ 524033 h 5795027"/>
                <a:gd name="connsiteX0" fmla="*/ 2955049 w 2976290"/>
                <a:gd name="connsiteY0" fmla="*/ 5266109 h 5795027"/>
                <a:gd name="connsiteX1" fmla="*/ 2332829 w 2976290"/>
                <a:gd name="connsiteY1" fmla="*/ 5630311 h 5795027"/>
                <a:gd name="connsiteX2" fmla="*/ 2137940 w 2976290"/>
                <a:gd name="connsiteY2" fmla="*/ 5795027 h 5795027"/>
                <a:gd name="connsiteX3" fmla="*/ 1950069 w 2976290"/>
                <a:gd name="connsiteY3" fmla="*/ 5630311 h 5795027"/>
                <a:gd name="connsiteX4" fmla="*/ 559353 w 2976290"/>
                <a:gd name="connsiteY4" fmla="*/ 4939455 h 5795027"/>
                <a:gd name="connsiteX5" fmla="*/ 0 w 2976290"/>
                <a:gd name="connsiteY5" fmla="*/ 3746068 h 5795027"/>
                <a:gd name="connsiteX6" fmla="*/ 0 w 2976290"/>
                <a:gd name="connsiteY6" fmla="*/ 3441681 h 5795027"/>
                <a:gd name="connsiteX7" fmla="*/ 0 w 2976290"/>
                <a:gd name="connsiteY7" fmla="*/ 3042471 h 5795027"/>
                <a:gd name="connsiteX8" fmla="*/ 0 w 2976290"/>
                <a:gd name="connsiteY8" fmla="*/ 2752557 h 5795027"/>
                <a:gd name="connsiteX9" fmla="*/ 0 w 2976290"/>
                <a:gd name="connsiteY9" fmla="*/ 2231503 h 5795027"/>
                <a:gd name="connsiteX10" fmla="*/ 0 w 2976290"/>
                <a:gd name="connsiteY10" fmla="*/ 2048959 h 5795027"/>
                <a:gd name="connsiteX11" fmla="*/ 559354 w 2976290"/>
                <a:gd name="connsiteY11" fmla="*/ 855573 h 5795027"/>
                <a:gd name="connsiteX12" fmla="*/ 1950071 w 2976290"/>
                <a:gd name="connsiteY12" fmla="*/ 164715 h 5795027"/>
                <a:gd name="connsiteX13" fmla="*/ 2144960 w 2976290"/>
                <a:gd name="connsiteY13" fmla="*/ 0 h 5795027"/>
                <a:gd name="connsiteX14" fmla="*/ 2332832 w 2976290"/>
                <a:gd name="connsiteY14" fmla="*/ 164715 h 5795027"/>
                <a:gd name="connsiteX15" fmla="*/ 2976290 w 2976290"/>
                <a:gd name="connsiteY15" fmla="*/ 524033 h 5795027"/>
                <a:gd name="connsiteX0" fmla="*/ 2955049 w 2987296"/>
                <a:gd name="connsiteY0" fmla="*/ 5266109 h 5795027"/>
                <a:gd name="connsiteX1" fmla="*/ 2332829 w 2987296"/>
                <a:gd name="connsiteY1" fmla="*/ 5630311 h 5795027"/>
                <a:gd name="connsiteX2" fmla="*/ 2137940 w 2987296"/>
                <a:gd name="connsiteY2" fmla="*/ 5795027 h 5795027"/>
                <a:gd name="connsiteX3" fmla="*/ 1950069 w 2987296"/>
                <a:gd name="connsiteY3" fmla="*/ 5630311 h 5795027"/>
                <a:gd name="connsiteX4" fmla="*/ 559353 w 2987296"/>
                <a:gd name="connsiteY4" fmla="*/ 4939455 h 5795027"/>
                <a:gd name="connsiteX5" fmla="*/ 0 w 2987296"/>
                <a:gd name="connsiteY5" fmla="*/ 3746068 h 5795027"/>
                <a:gd name="connsiteX6" fmla="*/ 0 w 2987296"/>
                <a:gd name="connsiteY6" fmla="*/ 3441681 h 5795027"/>
                <a:gd name="connsiteX7" fmla="*/ 0 w 2987296"/>
                <a:gd name="connsiteY7" fmla="*/ 3042471 h 5795027"/>
                <a:gd name="connsiteX8" fmla="*/ 0 w 2987296"/>
                <a:gd name="connsiteY8" fmla="*/ 2752557 h 5795027"/>
                <a:gd name="connsiteX9" fmla="*/ 0 w 2987296"/>
                <a:gd name="connsiteY9" fmla="*/ 2231503 h 5795027"/>
                <a:gd name="connsiteX10" fmla="*/ 0 w 2987296"/>
                <a:gd name="connsiteY10" fmla="*/ 2048959 h 5795027"/>
                <a:gd name="connsiteX11" fmla="*/ 559354 w 2987296"/>
                <a:gd name="connsiteY11" fmla="*/ 855573 h 5795027"/>
                <a:gd name="connsiteX12" fmla="*/ 1950071 w 2987296"/>
                <a:gd name="connsiteY12" fmla="*/ 164715 h 5795027"/>
                <a:gd name="connsiteX13" fmla="*/ 2144960 w 2987296"/>
                <a:gd name="connsiteY13" fmla="*/ 0 h 5795027"/>
                <a:gd name="connsiteX14" fmla="*/ 2332832 w 2987296"/>
                <a:gd name="connsiteY14" fmla="*/ 164715 h 5795027"/>
                <a:gd name="connsiteX15" fmla="*/ 2987296 w 2987296"/>
                <a:gd name="connsiteY15" fmla="*/ 557051 h 57950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2987296" h="5795027">
                  <a:moveTo>
                    <a:pt x="2955049" y="5266109"/>
                  </a:moveTo>
                  <a:cubicBezTo>
                    <a:pt x="2737194" y="5332489"/>
                    <a:pt x="2474819" y="5542158"/>
                    <a:pt x="2332829" y="5630311"/>
                  </a:cubicBezTo>
                  <a:lnTo>
                    <a:pt x="2137940" y="5795027"/>
                  </a:lnTo>
                  <a:lnTo>
                    <a:pt x="1950069" y="5630311"/>
                  </a:lnTo>
                  <a:cubicBezTo>
                    <a:pt x="1484225" y="5270318"/>
                    <a:pt x="959280" y="5171158"/>
                    <a:pt x="559353" y="4939455"/>
                  </a:cubicBezTo>
                  <a:cubicBezTo>
                    <a:pt x="174796" y="4670559"/>
                    <a:pt x="0" y="4362177"/>
                    <a:pt x="0" y="3746068"/>
                  </a:cubicBezTo>
                  <a:lnTo>
                    <a:pt x="0" y="3441681"/>
                  </a:lnTo>
                  <a:lnTo>
                    <a:pt x="0" y="3042471"/>
                  </a:lnTo>
                  <a:lnTo>
                    <a:pt x="0" y="2752557"/>
                  </a:lnTo>
                  <a:lnTo>
                    <a:pt x="0" y="2231503"/>
                  </a:lnTo>
                  <a:lnTo>
                    <a:pt x="0" y="2048959"/>
                  </a:lnTo>
                  <a:cubicBezTo>
                    <a:pt x="0" y="1432851"/>
                    <a:pt x="174797" y="1124469"/>
                    <a:pt x="559354" y="855573"/>
                  </a:cubicBezTo>
                  <a:cubicBezTo>
                    <a:pt x="959283" y="623869"/>
                    <a:pt x="1484227" y="524709"/>
                    <a:pt x="1950071" y="164715"/>
                  </a:cubicBezTo>
                  <a:lnTo>
                    <a:pt x="2144960" y="0"/>
                  </a:lnTo>
                  <a:lnTo>
                    <a:pt x="2332832" y="164715"/>
                  </a:lnTo>
                  <a:cubicBezTo>
                    <a:pt x="2471387" y="252054"/>
                    <a:pt x="2755510" y="441908"/>
                    <a:pt x="2987296" y="557051"/>
                  </a:cubicBezTo>
                </a:path>
              </a:pathLst>
            </a:custGeom>
            <a:noFill/>
            <a:ln w="25400" cap="rnd">
              <a:solidFill>
                <a:schemeClr val="bg2">
                  <a:lumMod val="75000"/>
                  <a:alpha val="65000"/>
                </a:schemeClr>
              </a:solidFill>
              <a:prstDash val="sysDot"/>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sp useBgFill="1">
        <p:nvSpPr>
          <p:cNvPr id="2067" name="Rectangle 2066">
            <a:extLst>
              <a:ext uri="{FF2B5EF4-FFF2-40B4-BE49-F238E27FC236}">
                <a16:creationId xmlns:a16="http://schemas.microsoft.com/office/drawing/2014/main" id="{5C2EB847-AD8B-B344-B815-D928467FEEB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400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タイトル 1">
            <a:extLst>
              <a:ext uri="{FF2B5EF4-FFF2-40B4-BE49-F238E27FC236}">
                <a16:creationId xmlns:a16="http://schemas.microsoft.com/office/drawing/2014/main" id="{BC9E35EA-99FA-2FCE-FA5F-F0D9703F7789}"/>
              </a:ext>
            </a:extLst>
          </p:cNvPr>
          <p:cNvSpPr>
            <a:spLocks noGrp="1"/>
          </p:cNvSpPr>
          <p:nvPr>
            <p:ph type="title"/>
          </p:nvPr>
        </p:nvSpPr>
        <p:spPr>
          <a:xfrm>
            <a:off x="949151" y="952499"/>
            <a:ext cx="4255896" cy="2123209"/>
          </a:xfrm>
        </p:spPr>
        <p:txBody>
          <a:bodyPr vert="horz" lIns="91440" tIns="45720" rIns="91440" bIns="45720" rtlCol="0" anchor="ctr">
            <a:normAutofit/>
          </a:bodyPr>
          <a:lstStyle/>
          <a:p>
            <a:r>
              <a:rPr kumimoji="1" lang="ja-JP" altLang="en-US" sz="4400"/>
              <a:t>乳しぼりや、畑仕事もすべてがリアルに！！</a:t>
            </a:r>
          </a:p>
        </p:txBody>
      </p:sp>
      <p:sp>
        <p:nvSpPr>
          <p:cNvPr id="2069" name="Freeform: Shape 21">
            <a:extLst>
              <a:ext uri="{FF2B5EF4-FFF2-40B4-BE49-F238E27FC236}">
                <a16:creationId xmlns:a16="http://schemas.microsoft.com/office/drawing/2014/main" id="{47740B57-160A-9244-9F50-B29BF5F2AFA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715427" y="2760505"/>
            <a:ext cx="3994146" cy="4101495"/>
          </a:xfrm>
          <a:custGeom>
            <a:avLst/>
            <a:gdLst>
              <a:gd name="connsiteX0" fmla="*/ 1324902 w 2644724"/>
              <a:gd name="connsiteY0" fmla="*/ 0 h 2397243"/>
              <a:gd name="connsiteX1" fmla="*/ 1324529 w 2644724"/>
              <a:gd name="connsiteY1" fmla="*/ 2617 h 2397243"/>
              <a:gd name="connsiteX2" fmla="*/ 1440541 w 2644724"/>
              <a:gd name="connsiteY2" fmla="*/ 67117 h 2397243"/>
              <a:gd name="connsiteX3" fmla="*/ 2299319 w 2644724"/>
              <a:gd name="connsiteY3" fmla="*/ 337644 h 2397243"/>
              <a:gd name="connsiteX4" fmla="*/ 2644724 w 2644724"/>
              <a:gd name="connsiteY4" fmla="*/ 804953 h 2397243"/>
              <a:gd name="connsiteX5" fmla="*/ 2644724 w 2644724"/>
              <a:gd name="connsiteY5" fmla="*/ 2397217 h 2397243"/>
              <a:gd name="connsiteX6" fmla="*/ 2644719 w 2644724"/>
              <a:gd name="connsiteY6" fmla="*/ 2397243 h 2397243"/>
              <a:gd name="connsiteX7" fmla="*/ 6 w 2644724"/>
              <a:gd name="connsiteY7" fmla="*/ 2397243 h 2397243"/>
              <a:gd name="connsiteX8" fmla="*/ 0 w 2644724"/>
              <a:gd name="connsiteY8" fmla="*/ 2397217 h 2397243"/>
              <a:gd name="connsiteX9" fmla="*/ 0 w 2644724"/>
              <a:gd name="connsiteY9" fmla="*/ 804953 h 2397243"/>
              <a:gd name="connsiteX10" fmla="*/ 345405 w 2644724"/>
              <a:gd name="connsiteY10" fmla="*/ 337644 h 2397243"/>
              <a:gd name="connsiteX11" fmla="*/ 1204184 w 2644724"/>
              <a:gd name="connsiteY11" fmla="*/ 67117 h 2397243"/>
              <a:gd name="connsiteX12" fmla="*/ 1320196 w 2644724"/>
              <a:gd name="connsiteY12" fmla="*/ 2617 h 2397243"/>
              <a:gd name="connsiteX13" fmla="*/ 1322362 w 2644724"/>
              <a:gd name="connsiteY13" fmla="*/ 1412 h 2397243"/>
              <a:gd name="connsiteX0" fmla="*/ 1324902 w 2644724"/>
              <a:gd name="connsiteY0" fmla="*/ 0 h 2472784"/>
              <a:gd name="connsiteX1" fmla="*/ 1324529 w 2644724"/>
              <a:gd name="connsiteY1" fmla="*/ 78158 h 2472784"/>
              <a:gd name="connsiteX2" fmla="*/ 1440541 w 2644724"/>
              <a:gd name="connsiteY2" fmla="*/ 142658 h 2472784"/>
              <a:gd name="connsiteX3" fmla="*/ 2299319 w 2644724"/>
              <a:gd name="connsiteY3" fmla="*/ 413185 h 2472784"/>
              <a:gd name="connsiteX4" fmla="*/ 2644724 w 2644724"/>
              <a:gd name="connsiteY4" fmla="*/ 880494 h 2472784"/>
              <a:gd name="connsiteX5" fmla="*/ 2644724 w 2644724"/>
              <a:gd name="connsiteY5" fmla="*/ 2472758 h 2472784"/>
              <a:gd name="connsiteX6" fmla="*/ 2644719 w 2644724"/>
              <a:gd name="connsiteY6" fmla="*/ 2472784 h 2472784"/>
              <a:gd name="connsiteX7" fmla="*/ 6 w 2644724"/>
              <a:gd name="connsiteY7" fmla="*/ 2472784 h 2472784"/>
              <a:gd name="connsiteX8" fmla="*/ 0 w 2644724"/>
              <a:gd name="connsiteY8" fmla="*/ 2472758 h 2472784"/>
              <a:gd name="connsiteX9" fmla="*/ 0 w 2644724"/>
              <a:gd name="connsiteY9" fmla="*/ 880494 h 2472784"/>
              <a:gd name="connsiteX10" fmla="*/ 345405 w 2644724"/>
              <a:gd name="connsiteY10" fmla="*/ 413185 h 2472784"/>
              <a:gd name="connsiteX11" fmla="*/ 1204184 w 2644724"/>
              <a:gd name="connsiteY11" fmla="*/ 142658 h 2472784"/>
              <a:gd name="connsiteX12" fmla="*/ 1320196 w 2644724"/>
              <a:gd name="connsiteY12" fmla="*/ 78158 h 2472784"/>
              <a:gd name="connsiteX13" fmla="*/ 1322362 w 2644724"/>
              <a:gd name="connsiteY13" fmla="*/ 76953 h 2472784"/>
              <a:gd name="connsiteX14" fmla="*/ 1324902 w 2644724"/>
              <a:gd name="connsiteY14" fmla="*/ 0 h 2472784"/>
              <a:gd name="connsiteX0" fmla="*/ 1322362 w 2644724"/>
              <a:gd name="connsiteY0" fmla="*/ 3996 h 2399827"/>
              <a:gd name="connsiteX1" fmla="*/ 1324529 w 2644724"/>
              <a:gd name="connsiteY1" fmla="*/ 5201 h 2399827"/>
              <a:gd name="connsiteX2" fmla="*/ 1440541 w 2644724"/>
              <a:gd name="connsiteY2" fmla="*/ 69701 h 2399827"/>
              <a:gd name="connsiteX3" fmla="*/ 2299319 w 2644724"/>
              <a:gd name="connsiteY3" fmla="*/ 340228 h 2399827"/>
              <a:gd name="connsiteX4" fmla="*/ 2644724 w 2644724"/>
              <a:gd name="connsiteY4" fmla="*/ 807537 h 2399827"/>
              <a:gd name="connsiteX5" fmla="*/ 2644724 w 2644724"/>
              <a:gd name="connsiteY5" fmla="*/ 2399801 h 2399827"/>
              <a:gd name="connsiteX6" fmla="*/ 2644719 w 2644724"/>
              <a:gd name="connsiteY6" fmla="*/ 2399827 h 2399827"/>
              <a:gd name="connsiteX7" fmla="*/ 6 w 2644724"/>
              <a:gd name="connsiteY7" fmla="*/ 2399827 h 2399827"/>
              <a:gd name="connsiteX8" fmla="*/ 0 w 2644724"/>
              <a:gd name="connsiteY8" fmla="*/ 2399801 h 2399827"/>
              <a:gd name="connsiteX9" fmla="*/ 0 w 2644724"/>
              <a:gd name="connsiteY9" fmla="*/ 807537 h 2399827"/>
              <a:gd name="connsiteX10" fmla="*/ 345405 w 2644724"/>
              <a:gd name="connsiteY10" fmla="*/ 340228 h 2399827"/>
              <a:gd name="connsiteX11" fmla="*/ 1204184 w 2644724"/>
              <a:gd name="connsiteY11" fmla="*/ 69701 h 2399827"/>
              <a:gd name="connsiteX12" fmla="*/ 1320196 w 2644724"/>
              <a:gd name="connsiteY12" fmla="*/ 5201 h 2399827"/>
              <a:gd name="connsiteX13" fmla="*/ 1322362 w 2644724"/>
              <a:gd name="connsiteY13" fmla="*/ 3996 h 2399827"/>
              <a:gd name="connsiteX0" fmla="*/ 1322362 w 2644724"/>
              <a:gd name="connsiteY0" fmla="*/ 0 h 2461519"/>
              <a:gd name="connsiteX1" fmla="*/ 1324529 w 2644724"/>
              <a:gd name="connsiteY1" fmla="*/ 66893 h 2461519"/>
              <a:gd name="connsiteX2" fmla="*/ 1440541 w 2644724"/>
              <a:gd name="connsiteY2" fmla="*/ 131393 h 2461519"/>
              <a:gd name="connsiteX3" fmla="*/ 2299319 w 2644724"/>
              <a:gd name="connsiteY3" fmla="*/ 401920 h 2461519"/>
              <a:gd name="connsiteX4" fmla="*/ 2644724 w 2644724"/>
              <a:gd name="connsiteY4" fmla="*/ 869229 h 2461519"/>
              <a:gd name="connsiteX5" fmla="*/ 2644724 w 2644724"/>
              <a:gd name="connsiteY5" fmla="*/ 2461493 h 2461519"/>
              <a:gd name="connsiteX6" fmla="*/ 2644719 w 2644724"/>
              <a:gd name="connsiteY6" fmla="*/ 2461519 h 2461519"/>
              <a:gd name="connsiteX7" fmla="*/ 6 w 2644724"/>
              <a:gd name="connsiteY7" fmla="*/ 2461519 h 2461519"/>
              <a:gd name="connsiteX8" fmla="*/ 0 w 2644724"/>
              <a:gd name="connsiteY8" fmla="*/ 2461493 h 2461519"/>
              <a:gd name="connsiteX9" fmla="*/ 0 w 2644724"/>
              <a:gd name="connsiteY9" fmla="*/ 869229 h 2461519"/>
              <a:gd name="connsiteX10" fmla="*/ 345405 w 2644724"/>
              <a:gd name="connsiteY10" fmla="*/ 401920 h 2461519"/>
              <a:gd name="connsiteX11" fmla="*/ 1204184 w 2644724"/>
              <a:gd name="connsiteY11" fmla="*/ 131393 h 2461519"/>
              <a:gd name="connsiteX12" fmla="*/ 1320196 w 2644724"/>
              <a:gd name="connsiteY12" fmla="*/ 66893 h 2461519"/>
              <a:gd name="connsiteX13" fmla="*/ 1322362 w 2644724"/>
              <a:gd name="connsiteY13" fmla="*/ 0 h 2461519"/>
              <a:gd name="connsiteX0" fmla="*/ 1320196 w 2644724"/>
              <a:gd name="connsiteY0" fmla="*/ 0 h 2394626"/>
              <a:gd name="connsiteX1" fmla="*/ 1324529 w 2644724"/>
              <a:gd name="connsiteY1" fmla="*/ 0 h 2394626"/>
              <a:gd name="connsiteX2" fmla="*/ 1440541 w 2644724"/>
              <a:gd name="connsiteY2" fmla="*/ 64500 h 2394626"/>
              <a:gd name="connsiteX3" fmla="*/ 2299319 w 2644724"/>
              <a:gd name="connsiteY3" fmla="*/ 335027 h 2394626"/>
              <a:gd name="connsiteX4" fmla="*/ 2644724 w 2644724"/>
              <a:gd name="connsiteY4" fmla="*/ 802336 h 2394626"/>
              <a:gd name="connsiteX5" fmla="*/ 2644724 w 2644724"/>
              <a:gd name="connsiteY5" fmla="*/ 2394600 h 2394626"/>
              <a:gd name="connsiteX6" fmla="*/ 2644719 w 2644724"/>
              <a:gd name="connsiteY6" fmla="*/ 2394626 h 2394626"/>
              <a:gd name="connsiteX7" fmla="*/ 6 w 2644724"/>
              <a:gd name="connsiteY7" fmla="*/ 2394626 h 2394626"/>
              <a:gd name="connsiteX8" fmla="*/ 0 w 2644724"/>
              <a:gd name="connsiteY8" fmla="*/ 2394600 h 2394626"/>
              <a:gd name="connsiteX9" fmla="*/ 0 w 2644724"/>
              <a:gd name="connsiteY9" fmla="*/ 802336 h 2394626"/>
              <a:gd name="connsiteX10" fmla="*/ 345405 w 2644724"/>
              <a:gd name="connsiteY10" fmla="*/ 335027 h 2394626"/>
              <a:gd name="connsiteX11" fmla="*/ 1204184 w 2644724"/>
              <a:gd name="connsiteY11" fmla="*/ 64500 h 2394626"/>
              <a:gd name="connsiteX12" fmla="*/ 1320196 w 2644724"/>
              <a:gd name="connsiteY12" fmla="*/ 0 h 2394626"/>
              <a:gd name="connsiteX0" fmla="*/ 1204184 w 2644724"/>
              <a:gd name="connsiteY0" fmla="*/ 64500 h 2394626"/>
              <a:gd name="connsiteX1" fmla="*/ 1324529 w 2644724"/>
              <a:gd name="connsiteY1" fmla="*/ 0 h 2394626"/>
              <a:gd name="connsiteX2" fmla="*/ 1440541 w 2644724"/>
              <a:gd name="connsiteY2" fmla="*/ 64500 h 2394626"/>
              <a:gd name="connsiteX3" fmla="*/ 2299319 w 2644724"/>
              <a:gd name="connsiteY3" fmla="*/ 335027 h 2394626"/>
              <a:gd name="connsiteX4" fmla="*/ 2644724 w 2644724"/>
              <a:gd name="connsiteY4" fmla="*/ 802336 h 2394626"/>
              <a:gd name="connsiteX5" fmla="*/ 2644724 w 2644724"/>
              <a:gd name="connsiteY5" fmla="*/ 2394600 h 2394626"/>
              <a:gd name="connsiteX6" fmla="*/ 2644719 w 2644724"/>
              <a:gd name="connsiteY6" fmla="*/ 2394626 h 2394626"/>
              <a:gd name="connsiteX7" fmla="*/ 6 w 2644724"/>
              <a:gd name="connsiteY7" fmla="*/ 2394626 h 2394626"/>
              <a:gd name="connsiteX8" fmla="*/ 0 w 2644724"/>
              <a:gd name="connsiteY8" fmla="*/ 2394600 h 2394626"/>
              <a:gd name="connsiteX9" fmla="*/ 0 w 2644724"/>
              <a:gd name="connsiteY9" fmla="*/ 802336 h 2394626"/>
              <a:gd name="connsiteX10" fmla="*/ 345405 w 2644724"/>
              <a:gd name="connsiteY10" fmla="*/ 335027 h 2394626"/>
              <a:gd name="connsiteX11" fmla="*/ 1204184 w 2644724"/>
              <a:gd name="connsiteY11" fmla="*/ 64500 h 2394626"/>
              <a:gd name="connsiteX0" fmla="*/ 1204184 w 2644724"/>
              <a:gd name="connsiteY0" fmla="*/ 84206 h 2414332"/>
              <a:gd name="connsiteX1" fmla="*/ 1324529 w 2644724"/>
              <a:gd name="connsiteY1" fmla="*/ 0 h 2414332"/>
              <a:gd name="connsiteX2" fmla="*/ 1440541 w 2644724"/>
              <a:gd name="connsiteY2" fmla="*/ 84206 h 2414332"/>
              <a:gd name="connsiteX3" fmla="*/ 2299319 w 2644724"/>
              <a:gd name="connsiteY3" fmla="*/ 354733 h 2414332"/>
              <a:gd name="connsiteX4" fmla="*/ 2644724 w 2644724"/>
              <a:gd name="connsiteY4" fmla="*/ 822042 h 2414332"/>
              <a:gd name="connsiteX5" fmla="*/ 2644724 w 2644724"/>
              <a:gd name="connsiteY5" fmla="*/ 2414306 h 2414332"/>
              <a:gd name="connsiteX6" fmla="*/ 2644719 w 2644724"/>
              <a:gd name="connsiteY6" fmla="*/ 2414332 h 2414332"/>
              <a:gd name="connsiteX7" fmla="*/ 6 w 2644724"/>
              <a:gd name="connsiteY7" fmla="*/ 2414332 h 2414332"/>
              <a:gd name="connsiteX8" fmla="*/ 0 w 2644724"/>
              <a:gd name="connsiteY8" fmla="*/ 2414306 h 2414332"/>
              <a:gd name="connsiteX9" fmla="*/ 0 w 2644724"/>
              <a:gd name="connsiteY9" fmla="*/ 822042 h 2414332"/>
              <a:gd name="connsiteX10" fmla="*/ 345405 w 2644724"/>
              <a:gd name="connsiteY10" fmla="*/ 354733 h 2414332"/>
              <a:gd name="connsiteX11" fmla="*/ 1204184 w 2644724"/>
              <a:gd name="connsiteY11" fmla="*/ 84206 h 2414332"/>
              <a:gd name="connsiteX0" fmla="*/ 1204184 w 2644724"/>
              <a:gd name="connsiteY0" fmla="*/ 84206 h 2414332"/>
              <a:gd name="connsiteX1" fmla="*/ 1324529 w 2644724"/>
              <a:gd name="connsiteY1" fmla="*/ 0 h 2414332"/>
              <a:gd name="connsiteX2" fmla="*/ 1455933 w 2644724"/>
              <a:gd name="connsiteY2" fmla="*/ 80922 h 2414332"/>
              <a:gd name="connsiteX3" fmla="*/ 2299319 w 2644724"/>
              <a:gd name="connsiteY3" fmla="*/ 354733 h 2414332"/>
              <a:gd name="connsiteX4" fmla="*/ 2644724 w 2644724"/>
              <a:gd name="connsiteY4" fmla="*/ 822042 h 2414332"/>
              <a:gd name="connsiteX5" fmla="*/ 2644724 w 2644724"/>
              <a:gd name="connsiteY5" fmla="*/ 2414306 h 2414332"/>
              <a:gd name="connsiteX6" fmla="*/ 2644719 w 2644724"/>
              <a:gd name="connsiteY6" fmla="*/ 2414332 h 2414332"/>
              <a:gd name="connsiteX7" fmla="*/ 6 w 2644724"/>
              <a:gd name="connsiteY7" fmla="*/ 2414332 h 2414332"/>
              <a:gd name="connsiteX8" fmla="*/ 0 w 2644724"/>
              <a:gd name="connsiteY8" fmla="*/ 2414306 h 2414332"/>
              <a:gd name="connsiteX9" fmla="*/ 0 w 2644724"/>
              <a:gd name="connsiteY9" fmla="*/ 822042 h 2414332"/>
              <a:gd name="connsiteX10" fmla="*/ 345405 w 2644724"/>
              <a:gd name="connsiteY10" fmla="*/ 354733 h 2414332"/>
              <a:gd name="connsiteX11" fmla="*/ 1204184 w 2644724"/>
              <a:gd name="connsiteY11" fmla="*/ 84206 h 2414332"/>
              <a:gd name="connsiteX0" fmla="*/ 1188792 w 2644724"/>
              <a:gd name="connsiteY0" fmla="*/ 84206 h 2414332"/>
              <a:gd name="connsiteX1" fmla="*/ 1324529 w 2644724"/>
              <a:gd name="connsiteY1" fmla="*/ 0 h 2414332"/>
              <a:gd name="connsiteX2" fmla="*/ 1455933 w 2644724"/>
              <a:gd name="connsiteY2" fmla="*/ 80922 h 2414332"/>
              <a:gd name="connsiteX3" fmla="*/ 2299319 w 2644724"/>
              <a:gd name="connsiteY3" fmla="*/ 354733 h 2414332"/>
              <a:gd name="connsiteX4" fmla="*/ 2644724 w 2644724"/>
              <a:gd name="connsiteY4" fmla="*/ 822042 h 2414332"/>
              <a:gd name="connsiteX5" fmla="*/ 2644724 w 2644724"/>
              <a:gd name="connsiteY5" fmla="*/ 2414306 h 2414332"/>
              <a:gd name="connsiteX6" fmla="*/ 2644719 w 2644724"/>
              <a:gd name="connsiteY6" fmla="*/ 2414332 h 2414332"/>
              <a:gd name="connsiteX7" fmla="*/ 6 w 2644724"/>
              <a:gd name="connsiteY7" fmla="*/ 2414332 h 2414332"/>
              <a:gd name="connsiteX8" fmla="*/ 0 w 2644724"/>
              <a:gd name="connsiteY8" fmla="*/ 2414306 h 2414332"/>
              <a:gd name="connsiteX9" fmla="*/ 0 w 2644724"/>
              <a:gd name="connsiteY9" fmla="*/ 822042 h 2414332"/>
              <a:gd name="connsiteX10" fmla="*/ 345405 w 2644724"/>
              <a:gd name="connsiteY10" fmla="*/ 354733 h 2414332"/>
              <a:gd name="connsiteX11" fmla="*/ 1188792 w 2644724"/>
              <a:gd name="connsiteY11" fmla="*/ 84206 h 2414332"/>
              <a:gd name="connsiteX0" fmla="*/ 1181815 w 2644724"/>
              <a:gd name="connsiteY0" fmla="*/ 88701 h 2414332"/>
              <a:gd name="connsiteX1" fmla="*/ 1324529 w 2644724"/>
              <a:gd name="connsiteY1" fmla="*/ 0 h 2414332"/>
              <a:gd name="connsiteX2" fmla="*/ 1455933 w 2644724"/>
              <a:gd name="connsiteY2" fmla="*/ 80922 h 2414332"/>
              <a:gd name="connsiteX3" fmla="*/ 2299319 w 2644724"/>
              <a:gd name="connsiteY3" fmla="*/ 354733 h 2414332"/>
              <a:gd name="connsiteX4" fmla="*/ 2644724 w 2644724"/>
              <a:gd name="connsiteY4" fmla="*/ 822042 h 2414332"/>
              <a:gd name="connsiteX5" fmla="*/ 2644724 w 2644724"/>
              <a:gd name="connsiteY5" fmla="*/ 2414306 h 2414332"/>
              <a:gd name="connsiteX6" fmla="*/ 2644719 w 2644724"/>
              <a:gd name="connsiteY6" fmla="*/ 2414332 h 2414332"/>
              <a:gd name="connsiteX7" fmla="*/ 6 w 2644724"/>
              <a:gd name="connsiteY7" fmla="*/ 2414332 h 2414332"/>
              <a:gd name="connsiteX8" fmla="*/ 0 w 2644724"/>
              <a:gd name="connsiteY8" fmla="*/ 2414306 h 2414332"/>
              <a:gd name="connsiteX9" fmla="*/ 0 w 2644724"/>
              <a:gd name="connsiteY9" fmla="*/ 822042 h 2414332"/>
              <a:gd name="connsiteX10" fmla="*/ 345405 w 2644724"/>
              <a:gd name="connsiteY10" fmla="*/ 354733 h 2414332"/>
              <a:gd name="connsiteX11" fmla="*/ 1181815 w 2644724"/>
              <a:gd name="connsiteY11" fmla="*/ 88701 h 2414332"/>
              <a:gd name="connsiteX0" fmla="*/ 0 w 2644724"/>
              <a:gd name="connsiteY0" fmla="*/ 2414306 h 2453562"/>
              <a:gd name="connsiteX1" fmla="*/ 0 w 2644724"/>
              <a:gd name="connsiteY1" fmla="*/ 822042 h 2453562"/>
              <a:gd name="connsiteX2" fmla="*/ 345405 w 2644724"/>
              <a:gd name="connsiteY2" fmla="*/ 354733 h 2453562"/>
              <a:gd name="connsiteX3" fmla="*/ 1181815 w 2644724"/>
              <a:gd name="connsiteY3" fmla="*/ 88701 h 2453562"/>
              <a:gd name="connsiteX4" fmla="*/ 1324529 w 2644724"/>
              <a:gd name="connsiteY4" fmla="*/ 0 h 2453562"/>
              <a:gd name="connsiteX5" fmla="*/ 1455933 w 2644724"/>
              <a:gd name="connsiteY5" fmla="*/ 80922 h 2453562"/>
              <a:gd name="connsiteX6" fmla="*/ 2299319 w 2644724"/>
              <a:gd name="connsiteY6" fmla="*/ 354733 h 2453562"/>
              <a:gd name="connsiteX7" fmla="*/ 2644724 w 2644724"/>
              <a:gd name="connsiteY7" fmla="*/ 822042 h 2453562"/>
              <a:gd name="connsiteX8" fmla="*/ 2644724 w 2644724"/>
              <a:gd name="connsiteY8" fmla="*/ 2414306 h 2453562"/>
              <a:gd name="connsiteX9" fmla="*/ 2644719 w 2644724"/>
              <a:gd name="connsiteY9" fmla="*/ 2414332 h 2453562"/>
              <a:gd name="connsiteX10" fmla="*/ 6 w 2644724"/>
              <a:gd name="connsiteY10" fmla="*/ 2414332 h 2453562"/>
              <a:gd name="connsiteX11" fmla="*/ 60547 w 2644724"/>
              <a:gd name="connsiteY11" fmla="*/ 2453562 h 2453562"/>
              <a:gd name="connsiteX0" fmla="*/ 0 w 2644724"/>
              <a:gd name="connsiteY0" fmla="*/ 2414306 h 2414332"/>
              <a:gd name="connsiteX1" fmla="*/ 0 w 2644724"/>
              <a:gd name="connsiteY1" fmla="*/ 822042 h 2414332"/>
              <a:gd name="connsiteX2" fmla="*/ 345405 w 2644724"/>
              <a:gd name="connsiteY2" fmla="*/ 354733 h 2414332"/>
              <a:gd name="connsiteX3" fmla="*/ 1181815 w 2644724"/>
              <a:gd name="connsiteY3" fmla="*/ 88701 h 2414332"/>
              <a:gd name="connsiteX4" fmla="*/ 1324529 w 2644724"/>
              <a:gd name="connsiteY4" fmla="*/ 0 h 2414332"/>
              <a:gd name="connsiteX5" fmla="*/ 1455933 w 2644724"/>
              <a:gd name="connsiteY5" fmla="*/ 80922 h 2414332"/>
              <a:gd name="connsiteX6" fmla="*/ 2299319 w 2644724"/>
              <a:gd name="connsiteY6" fmla="*/ 354733 h 2414332"/>
              <a:gd name="connsiteX7" fmla="*/ 2644724 w 2644724"/>
              <a:gd name="connsiteY7" fmla="*/ 822042 h 2414332"/>
              <a:gd name="connsiteX8" fmla="*/ 2644724 w 2644724"/>
              <a:gd name="connsiteY8" fmla="*/ 2414306 h 2414332"/>
              <a:gd name="connsiteX9" fmla="*/ 2644719 w 2644724"/>
              <a:gd name="connsiteY9" fmla="*/ 2414332 h 2414332"/>
              <a:gd name="connsiteX10" fmla="*/ 6 w 2644724"/>
              <a:gd name="connsiteY10" fmla="*/ 2414332 h 2414332"/>
              <a:gd name="connsiteX0" fmla="*/ 0 w 2644724"/>
              <a:gd name="connsiteY0" fmla="*/ 2414306 h 2414332"/>
              <a:gd name="connsiteX1" fmla="*/ 0 w 2644724"/>
              <a:gd name="connsiteY1" fmla="*/ 822042 h 2414332"/>
              <a:gd name="connsiteX2" fmla="*/ 345405 w 2644724"/>
              <a:gd name="connsiteY2" fmla="*/ 354733 h 2414332"/>
              <a:gd name="connsiteX3" fmla="*/ 1181815 w 2644724"/>
              <a:gd name="connsiteY3" fmla="*/ 88701 h 2414332"/>
              <a:gd name="connsiteX4" fmla="*/ 1324529 w 2644724"/>
              <a:gd name="connsiteY4" fmla="*/ 0 h 2414332"/>
              <a:gd name="connsiteX5" fmla="*/ 1455933 w 2644724"/>
              <a:gd name="connsiteY5" fmla="*/ 80922 h 2414332"/>
              <a:gd name="connsiteX6" fmla="*/ 2299319 w 2644724"/>
              <a:gd name="connsiteY6" fmla="*/ 354733 h 2414332"/>
              <a:gd name="connsiteX7" fmla="*/ 2644724 w 2644724"/>
              <a:gd name="connsiteY7" fmla="*/ 822042 h 2414332"/>
              <a:gd name="connsiteX8" fmla="*/ 2644724 w 2644724"/>
              <a:gd name="connsiteY8" fmla="*/ 2414306 h 2414332"/>
              <a:gd name="connsiteX9" fmla="*/ 2644719 w 2644724"/>
              <a:gd name="connsiteY9" fmla="*/ 2414332 h 2414332"/>
              <a:gd name="connsiteX0" fmla="*/ 0 w 2815122"/>
              <a:gd name="connsiteY0" fmla="*/ 2414306 h 2414306"/>
              <a:gd name="connsiteX1" fmla="*/ 0 w 2815122"/>
              <a:gd name="connsiteY1" fmla="*/ 822042 h 2414306"/>
              <a:gd name="connsiteX2" fmla="*/ 345405 w 2815122"/>
              <a:gd name="connsiteY2" fmla="*/ 354733 h 2414306"/>
              <a:gd name="connsiteX3" fmla="*/ 1181815 w 2815122"/>
              <a:gd name="connsiteY3" fmla="*/ 88701 h 2414306"/>
              <a:gd name="connsiteX4" fmla="*/ 1324529 w 2815122"/>
              <a:gd name="connsiteY4" fmla="*/ 0 h 2414306"/>
              <a:gd name="connsiteX5" fmla="*/ 1455933 w 2815122"/>
              <a:gd name="connsiteY5" fmla="*/ 80922 h 2414306"/>
              <a:gd name="connsiteX6" fmla="*/ 2299319 w 2815122"/>
              <a:gd name="connsiteY6" fmla="*/ 354733 h 2414306"/>
              <a:gd name="connsiteX7" fmla="*/ 2644724 w 2815122"/>
              <a:gd name="connsiteY7" fmla="*/ 822042 h 2414306"/>
              <a:gd name="connsiteX8" fmla="*/ 2644724 w 2815122"/>
              <a:gd name="connsiteY8" fmla="*/ 2414306 h 2414306"/>
              <a:gd name="connsiteX9" fmla="*/ 2815122 w 2815122"/>
              <a:gd name="connsiteY9" fmla="*/ 1892482 h 2414306"/>
              <a:gd name="connsiteX0" fmla="*/ 0 w 2644724"/>
              <a:gd name="connsiteY0" fmla="*/ 2414306 h 2414306"/>
              <a:gd name="connsiteX1" fmla="*/ 0 w 2644724"/>
              <a:gd name="connsiteY1" fmla="*/ 822042 h 2414306"/>
              <a:gd name="connsiteX2" fmla="*/ 345405 w 2644724"/>
              <a:gd name="connsiteY2" fmla="*/ 354733 h 2414306"/>
              <a:gd name="connsiteX3" fmla="*/ 1181815 w 2644724"/>
              <a:gd name="connsiteY3" fmla="*/ 88701 h 2414306"/>
              <a:gd name="connsiteX4" fmla="*/ 1324529 w 2644724"/>
              <a:gd name="connsiteY4" fmla="*/ 0 h 2414306"/>
              <a:gd name="connsiteX5" fmla="*/ 1455933 w 2644724"/>
              <a:gd name="connsiteY5" fmla="*/ 80922 h 2414306"/>
              <a:gd name="connsiteX6" fmla="*/ 2299319 w 2644724"/>
              <a:gd name="connsiteY6" fmla="*/ 354733 h 2414306"/>
              <a:gd name="connsiteX7" fmla="*/ 2644724 w 2644724"/>
              <a:gd name="connsiteY7" fmla="*/ 822042 h 2414306"/>
              <a:gd name="connsiteX8" fmla="*/ 2644724 w 2644724"/>
              <a:gd name="connsiteY8" fmla="*/ 2414306 h 2414306"/>
              <a:gd name="connsiteX0" fmla="*/ 0 w 2644724"/>
              <a:gd name="connsiteY0" fmla="*/ 2414306 h 2414306"/>
              <a:gd name="connsiteX1" fmla="*/ 0 w 2644724"/>
              <a:gd name="connsiteY1" fmla="*/ 822042 h 2414306"/>
              <a:gd name="connsiteX2" fmla="*/ 345405 w 2644724"/>
              <a:gd name="connsiteY2" fmla="*/ 354733 h 2414306"/>
              <a:gd name="connsiteX3" fmla="*/ 1181815 w 2644724"/>
              <a:gd name="connsiteY3" fmla="*/ 88701 h 2414306"/>
              <a:gd name="connsiteX4" fmla="*/ 1324529 w 2644724"/>
              <a:gd name="connsiteY4" fmla="*/ 0 h 2414306"/>
              <a:gd name="connsiteX5" fmla="*/ 1455933 w 2644724"/>
              <a:gd name="connsiteY5" fmla="*/ 80922 h 2414306"/>
              <a:gd name="connsiteX6" fmla="*/ 2299319 w 2644724"/>
              <a:gd name="connsiteY6" fmla="*/ 354733 h 2414306"/>
              <a:gd name="connsiteX7" fmla="*/ 2644724 w 2644724"/>
              <a:gd name="connsiteY7" fmla="*/ 822042 h 2414306"/>
              <a:gd name="connsiteX8" fmla="*/ 2644724 w 2644724"/>
              <a:gd name="connsiteY8" fmla="*/ 1760819 h 2414306"/>
              <a:gd name="connsiteX0" fmla="*/ 0 w 2644724"/>
              <a:gd name="connsiteY0" fmla="*/ 1756117 h 1760819"/>
              <a:gd name="connsiteX1" fmla="*/ 0 w 2644724"/>
              <a:gd name="connsiteY1" fmla="*/ 822042 h 1760819"/>
              <a:gd name="connsiteX2" fmla="*/ 345405 w 2644724"/>
              <a:gd name="connsiteY2" fmla="*/ 354733 h 1760819"/>
              <a:gd name="connsiteX3" fmla="*/ 1181815 w 2644724"/>
              <a:gd name="connsiteY3" fmla="*/ 88701 h 1760819"/>
              <a:gd name="connsiteX4" fmla="*/ 1324529 w 2644724"/>
              <a:gd name="connsiteY4" fmla="*/ 0 h 1760819"/>
              <a:gd name="connsiteX5" fmla="*/ 1455933 w 2644724"/>
              <a:gd name="connsiteY5" fmla="*/ 80922 h 1760819"/>
              <a:gd name="connsiteX6" fmla="*/ 2299319 w 2644724"/>
              <a:gd name="connsiteY6" fmla="*/ 354733 h 1760819"/>
              <a:gd name="connsiteX7" fmla="*/ 2644724 w 2644724"/>
              <a:gd name="connsiteY7" fmla="*/ 822042 h 1760819"/>
              <a:gd name="connsiteX8" fmla="*/ 2644724 w 2644724"/>
              <a:gd name="connsiteY8" fmla="*/ 1760819 h 17608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644724" h="1760819">
                <a:moveTo>
                  <a:pt x="0" y="1756117"/>
                </a:moveTo>
                <a:lnTo>
                  <a:pt x="0" y="822042"/>
                </a:lnTo>
                <a:cubicBezTo>
                  <a:pt x="0" y="580785"/>
                  <a:pt x="107938" y="460028"/>
                  <a:pt x="345405" y="354733"/>
                </a:cubicBezTo>
                <a:cubicBezTo>
                  <a:pt x="592364" y="264002"/>
                  <a:pt x="894152" y="229668"/>
                  <a:pt x="1181815" y="88701"/>
                </a:cubicBezTo>
                <a:lnTo>
                  <a:pt x="1324529" y="0"/>
                </a:lnTo>
                <a:lnTo>
                  <a:pt x="1455933" y="80922"/>
                </a:lnTo>
                <a:cubicBezTo>
                  <a:pt x="1743596" y="221889"/>
                  <a:pt x="2052361" y="264002"/>
                  <a:pt x="2299319" y="354733"/>
                </a:cubicBezTo>
                <a:cubicBezTo>
                  <a:pt x="2536786" y="460028"/>
                  <a:pt x="2644724" y="580785"/>
                  <a:pt x="2644724" y="822042"/>
                </a:cubicBezTo>
                <a:lnTo>
                  <a:pt x="2644724" y="1760819"/>
                </a:lnTo>
              </a:path>
            </a:pathLst>
          </a:custGeom>
          <a:noFill/>
          <a:ln w="25400" cap="rnd">
            <a:solidFill>
              <a:schemeClr val="bg2">
                <a:lumMod val="75000"/>
                <a:alpha val="65000"/>
              </a:schemeClr>
            </a:solidFill>
            <a:prstDash val="sysDot"/>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071" name="Freeform: Shape 2070">
            <a:extLst>
              <a:ext uri="{FF2B5EF4-FFF2-40B4-BE49-F238E27FC236}">
                <a16:creationId xmlns:a16="http://schemas.microsoft.com/office/drawing/2014/main" id="{E929512B-ABA3-4F25-9920-DC7CC47FA8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861055" y="2760505"/>
            <a:ext cx="3994146" cy="4101495"/>
          </a:xfrm>
          <a:custGeom>
            <a:avLst/>
            <a:gdLst>
              <a:gd name="connsiteX0" fmla="*/ 1324902 w 2644724"/>
              <a:gd name="connsiteY0" fmla="*/ 0 h 2397243"/>
              <a:gd name="connsiteX1" fmla="*/ 1324529 w 2644724"/>
              <a:gd name="connsiteY1" fmla="*/ 2617 h 2397243"/>
              <a:gd name="connsiteX2" fmla="*/ 1440541 w 2644724"/>
              <a:gd name="connsiteY2" fmla="*/ 67117 h 2397243"/>
              <a:gd name="connsiteX3" fmla="*/ 2299319 w 2644724"/>
              <a:gd name="connsiteY3" fmla="*/ 337644 h 2397243"/>
              <a:gd name="connsiteX4" fmla="*/ 2644724 w 2644724"/>
              <a:gd name="connsiteY4" fmla="*/ 804953 h 2397243"/>
              <a:gd name="connsiteX5" fmla="*/ 2644724 w 2644724"/>
              <a:gd name="connsiteY5" fmla="*/ 2397217 h 2397243"/>
              <a:gd name="connsiteX6" fmla="*/ 2644719 w 2644724"/>
              <a:gd name="connsiteY6" fmla="*/ 2397243 h 2397243"/>
              <a:gd name="connsiteX7" fmla="*/ 6 w 2644724"/>
              <a:gd name="connsiteY7" fmla="*/ 2397243 h 2397243"/>
              <a:gd name="connsiteX8" fmla="*/ 0 w 2644724"/>
              <a:gd name="connsiteY8" fmla="*/ 2397217 h 2397243"/>
              <a:gd name="connsiteX9" fmla="*/ 0 w 2644724"/>
              <a:gd name="connsiteY9" fmla="*/ 804953 h 2397243"/>
              <a:gd name="connsiteX10" fmla="*/ 345405 w 2644724"/>
              <a:gd name="connsiteY10" fmla="*/ 337644 h 2397243"/>
              <a:gd name="connsiteX11" fmla="*/ 1204184 w 2644724"/>
              <a:gd name="connsiteY11" fmla="*/ 67117 h 2397243"/>
              <a:gd name="connsiteX12" fmla="*/ 1320196 w 2644724"/>
              <a:gd name="connsiteY12" fmla="*/ 2617 h 2397243"/>
              <a:gd name="connsiteX13" fmla="*/ 1322362 w 2644724"/>
              <a:gd name="connsiteY13" fmla="*/ 1412 h 2397243"/>
              <a:gd name="connsiteX0" fmla="*/ 1324902 w 2644724"/>
              <a:gd name="connsiteY0" fmla="*/ 0 h 2472784"/>
              <a:gd name="connsiteX1" fmla="*/ 1324529 w 2644724"/>
              <a:gd name="connsiteY1" fmla="*/ 78158 h 2472784"/>
              <a:gd name="connsiteX2" fmla="*/ 1440541 w 2644724"/>
              <a:gd name="connsiteY2" fmla="*/ 142658 h 2472784"/>
              <a:gd name="connsiteX3" fmla="*/ 2299319 w 2644724"/>
              <a:gd name="connsiteY3" fmla="*/ 413185 h 2472784"/>
              <a:gd name="connsiteX4" fmla="*/ 2644724 w 2644724"/>
              <a:gd name="connsiteY4" fmla="*/ 880494 h 2472784"/>
              <a:gd name="connsiteX5" fmla="*/ 2644724 w 2644724"/>
              <a:gd name="connsiteY5" fmla="*/ 2472758 h 2472784"/>
              <a:gd name="connsiteX6" fmla="*/ 2644719 w 2644724"/>
              <a:gd name="connsiteY6" fmla="*/ 2472784 h 2472784"/>
              <a:gd name="connsiteX7" fmla="*/ 6 w 2644724"/>
              <a:gd name="connsiteY7" fmla="*/ 2472784 h 2472784"/>
              <a:gd name="connsiteX8" fmla="*/ 0 w 2644724"/>
              <a:gd name="connsiteY8" fmla="*/ 2472758 h 2472784"/>
              <a:gd name="connsiteX9" fmla="*/ 0 w 2644724"/>
              <a:gd name="connsiteY9" fmla="*/ 880494 h 2472784"/>
              <a:gd name="connsiteX10" fmla="*/ 345405 w 2644724"/>
              <a:gd name="connsiteY10" fmla="*/ 413185 h 2472784"/>
              <a:gd name="connsiteX11" fmla="*/ 1204184 w 2644724"/>
              <a:gd name="connsiteY11" fmla="*/ 142658 h 2472784"/>
              <a:gd name="connsiteX12" fmla="*/ 1320196 w 2644724"/>
              <a:gd name="connsiteY12" fmla="*/ 78158 h 2472784"/>
              <a:gd name="connsiteX13" fmla="*/ 1322362 w 2644724"/>
              <a:gd name="connsiteY13" fmla="*/ 76953 h 2472784"/>
              <a:gd name="connsiteX14" fmla="*/ 1324902 w 2644724"/>
              <a:gd name="connsiteY14" fmla="*/ 0 h 2472784"/>
              <a:gd name="connsiteX0" fmla="*/ 1322362 w 2644724"/>
              <a:gd name="connsiteY0" fmla="*/ 3996 h 2399827"/>
              <a:gd name="connsiteX1" fmla="*/ 1324529 w 2644724"/>
              <a:gd name="connsiteY1" fmla="*/ 5201 h 2399827"/>
              <a:gd name="connsiteX2" fmla="*/ 1440541 w 2644724"/>
              <a:gd name="connsiteY2" fmla="*/ 69701 h 2399827"/>
              <a:gd name="connsiteX3" fmla="*/ 2299319 w 2644724"/>
              <a:gd name="connsiteY3" fmla="*/ 340228 h 2399827"/>
              <a:gd name="connsiteX4" fmla="*/ 2644724 w 2644724"/>
              <a:gd name="connsiteY4" fmla="*/ 807537 h 2399827"/>
              <a:gd name="connsiteX5" fmla="*/ 2644724 w 2644724"/>
              <a:gd name="connsiteY5" fmla="*/ 2399801 h 2399827"/>
              <a:gd name="connsiteX6" fmla="*/ 2644719 w 2644724"/>
              <a:gd name="connsiteY6" fmla="*/ 2399827 h 2399827"/>
              <a:gd name="connsiteX7" fmla="*/ 6 w 2644724"/>
              <a:gd name="connsiteY7" fmla="*/ 2399827 h 2399827"/>
              <a:gd name="connsiteX8" fmla="*/ 0 w 2644724"/>
              <a:gd name="connsiteY8" fmla="*/ 2399801 h 2399827"/>
              <a:gd name="connsiteX9" fmla="*/ 0 w 2644724"/>
              <a:gd name="connsiteY9" fmla="*/ 807537 h 2399827"/>
              <a:gd name="connsiteX10" fmla="*/ 345405 w 2644724"/>
              <a:gd name="connsiteY10" fmla="*/ 340228 h 2399827"/>
              <a:gd name="connsiteX11" fmla="*/ 1204184 w 2644724"/>
              <a:gd name="connsiteY11" fmla="*/ 69701 h 2399827"/>
              <a:gd name="connsiteX12" fmla="*/ 1320196 w 2644724"/>
              <a:gd name="connsiteY12" fmla="*/ 5201 h 2399827"/>
              <a:gd name="connsiteX13" fmla="*/ 1322362 w 2644724"/>
              <a:gd name="connsiteY13" fmla="*/ 3996 h 2399827"/>
              <a:gd name="connsiteX0" fmla="*/ 1322362 w 2644724"/>
              <a:gd name="connsiteY0" fmla="*/ 0 h 2461519"/>
              <a:gd name="connsiteX1" fmla="*/ 1324529 w 2644724"/>
              <a:gd name="connsiteY1" fmla="*/ 66893 h 2461519"/>
              <a:gd name="connsiteX2" fmla="*/ 1440541 w 2644724"/>
              <a:gd name="connsiteY2" fmla="*/ 131393 h 2461519"/>
              <a:gd name="connsiteX3" fmla="*/ 2299319 w 2644724"/>
              <a:gd name="connsiteY3" fmla="*/ 401920 h 2461519"/>
              <a:gd name="connsiteX4" fmla="*/ 2644724 w 2644724"/>
              <a:gd name="connsiteY4" fmla="*/ 869229 h 2461519"/>
              <a:gd name="connsiteX5" fmla="*/ 2644724 w 2644724"/>
              <a:gd name="connsiteY5" fmla="*/ 2461493 h 2461519"/>
              <a:gd name="connsiteX6" fmla="*/ 2644719 w 2644724"/>
              <a:gd name="connsiteY6" fmla="*/ 2461519 h 2461519"/>
              <a:gd name="connsiteX7" fmla="*/ 6 w 2644724"/>
              <a:gd name="connsiteY7" fmla="*/ 2461519 h 2461519"/>
              <a:gd name="connsiteX8" fmla="*/ 0 w 2644724"/>
              <a:gd name="connsiteY8" fmla="*/ 2461493 h 2461519"/>
              <a:gd name="connsiteX9" fmla="*/ 0 w 2644724"/>
              <a:gd name="connsiteY9" fmla="*/ 869229 h 2461519"/>
              <a:gd name="connsiteX10" fmla="*/ 345405 w 2644724"/>
              <a:gd name="connsiteY10" fmla="*/ 401920 h 2461519"/>
              <a:gd name="connsiteX11" fmla="*/ 1204184 w 2644724"/>
              <a:gd name="connsiteY11" fmla="*/ 131393 h 2461519"/>
              <a:gd name="connsiteX12" fmla="*/ 1320196 w 2644724"/>
              <a:gd name="connsiteY12" fmla="*/ 66893 h 2461519"/>
              <a:gd name="connsiteX13" fmla="*/ 1322362 w 2644724"/>
              <a:gd name="connsiteY13" fmla="*/ 0 h 2461519"/>
              <a:gd name="connsiteX0" fmla="*/ 1320196 w 2644724"/>
              <a:gd name="connsiteY0" fmla="*/ 0 h 2394626"/>
              <a:gd name="connsiteX1" fmla="*/ 1324529 w 2644724"/>
              <a:gd name="connsiteY1" fmla="*/ 0 h 2394626"/>
              <a:gd name="connsiteX2" fmla="*/ 1440541 w 2644724"/>
              <a:gd name="connsiteY2" fmla="*/ 64500 h 2394626"/>
              <a:gd name="connsiteX3" fmla="*/ 2299319 w 2644724"/>
              <a:gd name="connsiteY3" fmla="*/ 335027 h 2394626"/>
              <a:gd name="connsiteX4" fmla="*/ 2644724 w 2644724"/>
              <a:gd name="connsiteY4" fmla="*/ 802336 h 2394626"/>
              <a:gd name="connsiteX5" fmla="*/ 2644724 w 2644724"/>
              <a:gd name="connsiteY5" fmla="*/ 2394600 h 2394626"/>
              <a:gd name="connsiteX6" fmla="*/ 2644719 w 2644724"/>
              <a:gd name="connsiteY6" fmla="*/ 2394626 h 2394626"/>
              <a:gd name="connsiteX7" fmla="*/ 6 w 2644724"/>
              <a:gd name="connsiteY7" fmla="*/ 2394626 h 2394626"/>
              <a:gd name="connsiteX8" fmla="*/ 0 w 2644724"/>
              <a:gd name="connsiteY8" fmla="*/ 2394600 h 2394626"/>
              <a:gd name="connsiteX9" fmla="*/ 0 w 2644724"/>
              <a:gd name="connsiteY9" fmla="*/ 802336 h 2394626"/>
              <a:gd name="connsiteX10" fmla="*/ 345405 w 2644724"/>
              <a:gd name="connsiteY10" fmla="*/ 335027 h 2394626"/>
              <a:gd name="connsiteX11" fmla="*/ 1204184 w 2644724"/>
              <a:gd name="connsiteY11" fmla="*/ 64500 h 2394626"/>
              <a:gd name="connsiteX12" fmla="*/ 1320196 w 2644724"/>
              <a:gd name="connsiteY12" fmla="*/ 0 h 2394626"/>
              <a:gd name="connsiteX0" fmla="*/ 1204184 w 2644724"/>
              <a:gd name="connsiteY0" fmla="*/ 64500 h 2394626"/>
              <a:gd name="connsiteX1" fmla="*/ 1324529 w 2644724"/>
              <a:gd name="connsiteY1" fmla="*/ 0 h 2394626"/>
              <a:gd name="connsiteX2" fmla="*/ 1440541 w 2644724"/>
              <a:gd name="connsiteY2" fmla="*/ 64500 h 2394626"/>
              <a:gd name="connsiteX3" fmla="*/ 2299319 w 2644724"/>
              <a:gd name="connsiteY3" fmla="*/ 335027 h 2394626"/>
              <a:gd name="connsiteX4" fmla="*/ 2644724 w 2644724"/>
              <a:gd name="connsiteY4" fmla="*/ 802336 h 2394626"/>
              <a:gd name="connsiteX5" fmla="*/ 2644724 w 2644724"/>
              <a:gd name="connsiteY5" fmla="*/ 2394600 h 2394626"/>
              <a:gd name="connsiteX6" fmla="*/ 2644719 w 2644724"/>
              <a:gd name="connsiteY6" fmla="*/ 2394626 h 2394626"/>
              <a:gd name="connsiteX7" fmla="*/ 6 w 2644724"/>
              <a:gd name="connsiteY7" fmla="*/ 2394626 h 2394626"/>
              <a:gd name="connsiteX8" fmla="*/ 0 w 2644724"/>
              <a:gd name="connsiteY8" fmla="*/ 2394600 h 2394626"/>
              <a:gd name="connsiteX9" fmla="*/ 0 w 2644724"/>
              <a:gd name="connsiteY9" fmla="*/ 802336 h 2394626"/>
              <a:gd name="connsiteX10" fmla="*/ 345405 w 2644724"/>
              <a:gd name="connsiteY10" fmla="*/ 335027 h 2394626"/>
              <a:gd name="connsiteX11" fmla="*/ 1204184 w 2644724"/>
              <a:gd name="connsiteY11" fmla="*/ 64500 h 2394626"/>
              <a:gd name="connsiteX0" fmla="*/ 1204184 w 2644724"/>
              <a:gd name="connsiteY0" fmla="*/ 84206 h 2414332"/>
              <a:gd name="connsiteX1" fmla="*/ 1324529 w 2644724"/>
              <a:gd name="connsiteY1" fmla="*/ 0 h 2414332"/>
              <a:gd name="connsiteX2" fmla="*/ 1440541 w 2644724"/>
              <a:gd name="connsiteY2" fmla="*/ 84206 h 2414332"/>
              <a:gd name="connsiteX3" fmla="*/ 2299319 w 2644724"/>
              <a:gd name="connsiteY3" fmla="*/ 354733 h 2414332"/>
              <a:gd name="connsiteX4" fmla="*/ 2644724 w 2644724"/>
              <a:gd name="connsiteY4" fmla="*/ 822042 h 2414332"/>
              <a:gd name="connsiteX5" fmla="*/ 2644724 w 2644724"/>
              <a:gd name="connsiteY5" fmla="*/ 2414306 h 2414332"/>
              <a:gd name="connsiteX6" fmla="*/ 2644719 w 2644724"/>
              <a:gd name="connsiteY6" fmla="*/ 2414332 h 2414332"/>
              <a:gd name="connsiteX7" fmla="*/ 6 w 2644724"/>
              <a:gd name="connsiteY7" fmla="*/ 2414332 h 2414332"/>
              <a:gd name="connsiteX8" fmla="*/ 0 w 2644724"/>
              <a:gd name="connsiteY8" fmla="*/ 2414306 h 2414332"/>
              <a:gd name="connsiteX9" fmla="*/ 0 w 2644724"/>
              <a:gd name="connsiteY9" fmla="*/ 822042 h 2414332"/>
              <a:gd name="connsiteX10" fmla="*/ 345405 w 2644724"/>
              <a:gd name="connsiteY10" fmla="*/ 354733 h 2414332"/>
              <a:gd name="connsiteX11" fmla="*/ 1204184 w 2644724"/>
              <a:gd name="connsiteY11" fmla="*/ 84206 h 2414332"/>
              <a:gd name="connsiteX0" fmla="*/ 1204184 w 2644724"/>
              <a:gd name="connsiteY0" fmla="*/ 84206 h 2414332"/>
              <a:gd name="connsiteX1" fmla="*/ 1324529 w 2644724"/>
              <a:gd name="connsiteY1" fmla="*/ 0 h 2414332"/>
              <a:gd name="connsiteX2" fmla="*/ 1455933 w 2644724"/>
              <a:gd name="connsiteY2" fmla="*/ 80922 h 2414332"/>
              <a:gd name="connsiteX3" fmla="*/ 2299319 w 2644724"/>
              <a:gd name="connsiteY3" fmla="*/ 354733 h 2414332"/>
              <a:gd name="connsiteX4" fmla="*/ 2644724 w 2644724"/>
              <a:gd name="connsiteY4" fmla="*/ 822042 h 2414332"/>
              <a:gd name="connsiteX5" fmla="*/ 2644724 w 2644724"/>
              <a:gd name="connsiteY5" fmla="*/ 2414306 h 2414332"/>
              <a:gd name="connsiteX6" fmla="*/ 2644719 w 2644724"/>
              <a:gd name="connsiteY6" fmla="*/ 2414332 h 2414332"/>
              <a:gd name="connsiteX7" fmla="*/ 6 w 2644724"/>
              <a:gd name="connsiteY7" fmla="*/ 2414332 h 2414332"/>
              <a:gd name="connsiteX8" fmla="*/ 0 w 2644724"/>
              <a:gd name="connsiteY8" fmla="*/ 2414306 h 2414332"/>
              <a:gd name="connsiteX9" fmla="*/ 0 w 2644724"/>
              <a:gd name="connsiteY9" fmla="*/ 822042 h 2414332"/>
              <a:gd name="connsiteX10" fmla="*/ 345405 w 2644724"/>
              <a:gd name="connsiteY10" fmla="*/ 354733 h 2414332"/>
              <a:gd name="connsiteX11" fmla="*/ 1204184 w 2644724"/>
              <a:gd name="connsiteY11" fmla="*/ 84206 h 2414332"/>
              <a:gd name="connsiteX0" fmla="*/ 1188792 w 2644724"/>
              <a:gd name="connsiteY0" fmla="*/ 84206 h 2414332"/>
              <a:gd name="connsiteX1" fmla="*/ 1324529 w 2644724"/>
              <a:gd name="connsiteY1" fmla="*/ 0 h 2414332"/>
              <a:gd name="connsiteX2" fmla="*/ 1455933 w 2644724"/>
              <a:gd name="connsiteY2" fmla="*/ 80922 h 2414332"/>
              <a:gd name="connsiteX3" fmla="*/ 2299319 w 2644724"/>
              <a:gd name="connsiteY3" fmla="*/ 354733 h 2414332"/>
              <a:gd name="connsiteX4" fmla="*/ 2644724 w 2644724"/>
              <a:gd name="connsiteY4" fmla="*/ 822042 h 2414332"/>
              <a:gd name="connsiteX5" fmla="*/ 2644724 w 2644724"/>
              <a:gd name="connsiteY5" fmla="*/ 2414306 h 2414332"/>
              <a:gd name="connsiteX6" fmla="*/ 2644719 w 2644724"/>
              <a:gd name="connsiteY6" fmla="*/ 2414332 h 2414332"/>
              <a:gd name="connsiteX7" fmla="*/ 6 w 2644724"/>
              <a:gd name="connsiteY7" fmla="*/ 2414332 h 2414332"/>
              <a:gd name="connsiteX8" fmla="*/ 0 w 2644724"/>
              <a:gd name="connsiteY8" fmla="*/ 2414306 h 2414332"/>
              <a:gd name="connsiteX9" fmla="*/ 0 w 2644724"/>
              <a:gd name="connsiteY9" fmla="*/ 822042 h 2414332"/>
              <a:gd name="connsiteX10" fmla="*/ 345405 w 2644724"/>
              <a:gd name="connsiteY10" fmla="*/ 354733 h 2414332"/>
              <a:gd name="connsiteX11" fmla="*/ 1188792 w 2644724"/>
              <a:gd name="connsiteY11" fmla="*/ 84206 h 2414332"/>
              <a:gd name="connsiteX0" fmla="*/ 1181815 w 2644724"/>
              <a:gd name="connsiteY0" fmla="*/ 88701 h 2414332"/>
              <a:gd name="connsiteX1" fmla="*/ 1324529 w 2644724"/>
              <a:gd name="connsiteY1" fmla="*/ 0 h 2414332"/>
              <a:gd name="connsiteX2" fmla="*/ 1455933 w 2644724"/>
              <a:gd name="connsiteY2" fmla="*/ 80922 h 2414332"/>
              <a:gd name="connsiteX3" fmla="*/ 2299319 w 2644724"/>
              <a:gd name="connsiteY3" fmla="*/ 354733 h 2414332"/>
              <a:gd name="connsiteX4" fmla="*/ 2644724 w 2644724"/>
              <a:gd name="connsiteY4" fmla="*/ 822042 h 2414332"/>
              <a:gd name="connsiteX5" fmla="*/ 2644724 w 2644724"/>
              <a:gd name="connsiteY5" fmla="*/ 2414306 h 2414332"/>
              <a:gd name="connsiteX6" fmla="*/ 2644719 w 2644724"/>
              <a:gd name="connsiteY6" fmla="*/ 2414332 h 2414332"/>
              <a:gd name="connsiteX7" fmla="*/ 6 w 2644724"/>
              <a:gd name="connsiteY7" fmla="*/ 2414332 h 2414332"/>
              <a:gd name="connsiteX8" fmla="*/ 0 w 2644724"/>
              <a:gd name="connsiteY8" fmla="*/ 2414306 h 2414332"/>
              <a:gd name="connsiteX9" fmla="*/ 0 w 2644724"/>
              <a:gd name="connsiteY9" fmla="*/ 822042 h 2414332"/>
              <a:gd name="connsiteX10" fmla="*/ 345405 w 2644724"/>
              <a:gd name="connsiteY10" fmla="*/ 354733 h 2414332"/>
              <a:gd name="connsiteX11" fmla="*/ 1181815 w 2644724"/>
              <a:gd name="connsiteY11" fmla="*/ 88701 h 2414332"/>
              <a:gd name="connsiteX0" fmla="*/ 0 w 2644724"/>
              <a:gd name="connsiteY0" fmla="*/ 2414306 h 2453562"/>
              <a:gd name="connsiteX1" fmla="*/ 0 w 2644724"/>
              <a:gd name="connsiteY1" fmla="*/ 822042 h 2453562"/>
              <a:gd name="connsiteX2" fmla="*/ 345405 w 2644724"/>
              <a:gd name="connsiteY2" fmla="*/ 354733 h 2453562"/>
              <a:gd name="connsiteX3" fmla="*/ 1181815 w 2644724"/>
              <a:gd name="connsiteY3" fmla="*/ 88701 h 2453562"/>
              <a:gd name="connsiteX4" fmla="*/ 1324529 w 2644724"/>
              <a:gd name="connsiteY4" fmla="*/ 0 h 2453562"/>
              <a:gd name="connsiteX5" fmla="*/ 1455933 w 2644724"/>
              <a:gd name="connsiteY5" fmla="*/ 80922 h 2453562"/>
              <a:gd name="connsiteX6" fmla="*/ 2299319 w 2644724"/>
              <a:gd name="connsiteY6" fmla="*/ 354733 h 2453562"/>
              <a:gd name="connsiteX7" fmla="*/ 2644724 w 2644724"/>
              <a:gd name="connsiteY7" fmla="*/ 822042 h 2453562"/>
              <a:gd name="connsiteX8" fmla="*/ 2644724 w 2644724"/>
              <a:gd name="connsiteY8" fmla="*/ 2414306 h 2453562"/>
              <a:gd name="connsiteX9" fmla="*/ 2644719 w 2644724"/>
              <a:gd name="connsiteY9" fmla="*/ 2414332 h 2453562"/>
              <a:gd name="connsiteX10" fmla="*/ 6 w 2644724"/>
              <a:gd name="connsiteY10" fmla="*/ 2414332 h 2453562"/>
              <a:gd name="connsiteX11" fmla="*/ 60547 w 2644724"/>
              <a:gd name="connsiteY11" fmla="*/ 2453562 h 2453562"/>
              <a:gd name="connsiteX0" fmla="*/ 0 w 2644724"/>
              <a:gd name="connsiteY0" fmla="*/ 2414306 h 2414332"/>
              <a:gd name="connsiteX1" fmla="*/ 0 w 2644724"/>
              <a:gd name="connsiteY1" fmla="*/ 822042 h 2414332"/>
              <a:gd name="connsiteX2" fmla="*/ 345405 w 2644724"/>
              <a:gd name="connsiteY2" fmla="*/ 354733 h 2414332"/>
              <a:gd name="connsiteX3" fmla="*/ 1181815 w 2644724"/>
              <a:gd name="connsiteY3" fmla="*/ 88701 h 2414332"/>
              <a:gd name="connsiteX4" fmla="*/ 1324529 w 2644724"/>
              <a:gd name="connsiteY4" fmla="*/ 0 h 2414332"/>
              <a:gd name="connsiteX5" fmla="*/ 1455933 w 2644724"/>
              <a:gd name="connsiteY5" fmla="*/ 80922 h 2414332"/>
              <a:gd name="connsiteX6" fmla="*/ 2299319 w 2644724"/>
              <a:gd name="connsiteY6" fmla="*/ 354733 h 2414332"/>
              <a:gd name="connsiteX7" fmla="*/ 2644724 w 2644724"/>
              <a:gd name="connsiteY7" fmla="*/ 822042 h 2414332"/>
              <a:gd name="connsiteX8" fmla="*/ 2644724 w 2644724"/>
              <a:gd name="connsiteY8" fmla="*/ 2414306 h 2414332"/>
              <a:gd name="connsiteX9" fmla="*/ 2644719 w 2644724"/>
              <a:gd name="connsiteY9" fmla="*/ 2414332 h 2414332"/>
              <a:gd name="connsiteX10" fmla="*/ 6 w 2644724"/>
              <a:gd name="connsiteY10" fmla="*/ 2414332 h 2414332"/>
              <a:gd name="connsiteX0" fmla="*/ 0 w 2644724"/>
              <a:gd name="connsiteY0" fmla="*/ 2414306 h 2414332"/>
              <a:gd name="connsiteX1" fmla="*/ 0 w 2644724"/>
              <a:gd name="connsiteY1" fmla="*/ 822042 h 2414332"/>
              <a:gd name="connsiteX2" fmla="*/ 345405 w 2644724"/>
              <a:gd name="connsiteY2" fmla="*/ 354733 h 2414332"/>
              <a:gd name="connsiteX3" fmla="*/ 1181815 w 2644724"/>
              <a:gd name="connsiteY3" fmla="*/ 88701 h 2414332"/>
              <a:gd name="connsiteX4" fmla="*/ 1324529 w 2644724"/>
              <a:gd name="connsiteY4" fmla="*/ 0 h 2414332"/>
              <a:gd name="connsiteX5" fmla="*/ 1455933 w 2644724"/>
              <a:gd name="connsiteY5" fmla="*/ 80922 h 2414332"/>
              <a:gd name="connsiteX6" fmla="*/ 2299319 w 2644724"/>
              <a:gd name="connsiteY6" fmla="*/ 354733 h 2414332"/>
              <a:gd name="connsiteX7" fmla="*/ 2644724 w 2644724"/>
              <a:gd name="connsiteY7" fmla="*/ 822042 h 2414332"/>
              <a:gd name="connsiteX8" fmla="*/ 2644724 w 2644724"/>
              <a:gd name="connsiteY8" fmla="*/ 2414306 h 2414332"/>
              <a:gd name="connsiteX9" fmla="*/ 2644719 w 2644724"/>
              <a:gd name="connsiteY9" fmla="*/ 2414332 h 2414332"/>
              <a:gd name="connsiteX0" fmla="*/ 0 w 2815122"/>
              <a:gd name="connsiteY0" fmla="*/ 2414306 h 2414306"/>
              <a:gd name="connsiteX1" fmla="*/ 0 w 2815122"/>
              <a:gd name="connsiteY1" fmla="*/ 822042 h 2414306"/>
              <a:gd name="connsiteX2" fmla="*/ 345405 w 2815122"/>
              <a:gd name="connsiteY2" fmla="*/ 354733 h 2414306"/>
              <a:gd name="connsiteX3" fmla="*/ 1181815 w 2815122"/>
              <a:gd name="connsiteY3" fmla="*/ 88701 h 2414306"/>
              <a:gd name="connsiteX4" fmla="*/ 1324529 w 2815122"/>
              <a:gd name="connsiteY4" fmla="*/ 0 h 2414306"/>
              <a:gd name="connsiteX5" fmla="*/ 1455933 w 2815122"/>
              <a:gd name="connsiteY5" fmla="*/ 80922 h 2414306"/>
              <a:gd name="connsiteX6" fmla="*/ 2299319 w 2815122"/>
              <a:gd name="connsiteY6" fmla="*/ 354733 h 2414306"/>
              <a:gd name="connsiteX7" fmla="*/ 2644724 w 2815122"/>
              <a:gd name="connsiteY7" fmla="*/ 822042 h 2414306"/>
              <a:gd name="connsiteX8" fmla="*/ 2644724 w 2815122"/>
              <a:gd name="connsiteY8" fmla="*/ 2414306 h 2414306"/>
              <a:gd name="connsiteX9" fmla="*/ 2815122 w 2815122"/>
              <a:gd name="connsiteY9" fmla="*/ 1892482 h 2414306"/>
              <a:gd name="connsiteX0" fmla="*/ 0 w 2644724"/>
              <a:gd name="connsiteY0" fmla="*/ 2414306 h 2414306"/>
              <a:gd name="connsiteX1" fmla="*/ 0 w 2644724"/>
              <a:gd name="connsiteY1" fmla="*/ 822042 h 2414306"/>
              <a:gd name="connsiteX2" fmla="*/ 345405 w 2644724"/>
              <a:gd name="connsiteY2" fmla="*/ 354733 h 2414306"/>
              <a:gd name="connsiteX3" fmla="*/ 1181815 w 2644724"/>
              <a:gd name="connsiteY3" fmla="*/ 88701 h 2414306"/>
              <a:gd name="connsiteX4" fmla="*/ 1324529 w 2644724"/>
              <a:gd name="connsiteY4" fmla="*/ 0 h 2414306"/>
              <a:gd name="connsiteX5" fmla="*/ 1455933 w 2644724"/>
              <a:gd name="connsiteY5" fmla="*/ 80922 h 2414306"/>
              <a:gd name="connsiteX6" fmla="*/ 2299319 w 2644724"/>
              <a:gd name="connsiteY6" fmla="*/ 354733 h 2414306"/>
              <a:gd name="connsiteX7" fmla="*/ 2644724 w 2644724"/>
              <a:gd name="connsiteY7" fmla="*/ 822042 h 2414306"/>
              <a:gd name="connsiteX8" fmla="*/ 2644724 w 2644724"/>
              <a:gd name="connsiteY8" fmla="*/ 2414306 h 2414306"/>
              <a:gd name="connsiteX0" fmla="*/ 0 w 2644724"/>
              <a:gd name="connsiteY0" fmla="*/ 2414306 h 2414306"/>
              <a:gd name="connsiteX1" fmla="*/ 0 w 2644724"/>
              <a:gd name="connsiteY1" fmla="*/ 822042 h 2414306"/>
              <a:gd name="connsiteX2" fmla="*/ 345405 w 2644724"/>
              <a:gd name="connsiteY2" fmla="*/ 354733 h 2414306"/>
              <a:gd name="connsiteX3" fmla="*/ 1181815 w 2644724"/>
              <a:gd name="connsiteY3" fmla="*/ 88701 h 2414306"/>
              <a:gd name="connsiteX4" fmla="*/ 1324529 w 2644724"/>
              <a:gd name="connsiteY4" fmla="*/ 0 h 2414306"/>
              <a:gd name="connsiteX5" fmla="*/ 1455933 w 2644724"/>
              <a:gd name="connsiteY5" fmla="*/ 80922 h 2414306"/>
              <a:gd name="connsiteX6" fmla="*/ 2299319 w 2644724"/>
              <a:gd name="connsiteY6" fmla="*/ 354733 h 2414306"/>
              <a:gd name="connsiteX7" fmla="*/ 2644724 w 2644724"/>
              <a:gd name="connsiteY7" fmla="*/ 822042 h 2414306"/>
              <a:gd name="connsiteX8" fmla="*/ 2644724 w 2644724"/>
              <a:gd name="connsiteY8" fmla="*/ 1760819 h 2414306"/>
              <a:gd name="connsiteX0" fmla="*/ 0 w 2644724"/>
              <a:gd name="connsiteY0" fmla="*/ 1756117 h 1760819"/>
              <a:gd name="connsiteX1" fmla="*/ 0 w 2644724"/>
              <a:gd name="connsiteY1" fmla="*/ 822042 h 1760819"/>
              <a:gd name="connsiteX2" fmla="*/ 345405 w 2644724"/>
              <a:gd name="connsiteY2" fmla="*/ 354733 h 1760819"/>
              <a:gd name="connsiteX3" fmla="*/ 1181815 w 2644724"/>
              <a:gd name="connsiteY3" fmla="*/ 88701 h 1760819"/>
              <a:gd name="connsiteX4" fmla="*/ 1324529 w 2644724"/>
              <a:gd name="connsiteY4" fmla="*/ 0 h 1760819"/>
              <a:gd name="connsiteX5" fmla="*/ 1455933 w 2644724"/>
              <a:gd name="connsiteY5" fmla="*/ 80922 h 1760819"/>
              <a:gd name="connsiteX6" fmla="*/ 2299319 w 2644724"/>
              <a:gd name="connsiteY6" fmla="*/ 354733 h 1760819"/>
              <a:gd name="connsiteX7" fmla="*/ 2644724 w 2644724"/>
              <a:gd name="connsiteY7" fmla="*/ 822042 h 1760819"/>
              <a:gd name="connsiteX8" fmla="*/ 2644724 w 2644724"/>
              <a:gd name="connsiteY8" fmla="*/ 1760819 h 17608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644724" h="1760819">
                <a:moveTo>
                  <a:pt x="0" y="1756117"/>
                </a:moveTo>
                <a:lnTo>
                  <a:pt x="0" y="822042"/>
                </a:lnTo>
                <a:cubicBezTo>
                  <a:pt x="0" y="580785"/>
                  <a:pt x="107938" y="460028"/>
                  <a:pt x="345405" y="354733"/>
                </a:cubicBezTo>
                <a:cubicBezTo>
                  <a:pt x="592364" y="264002"/>
                  <a:pt x="894152" y="229668"/>
                  <a:pt x="1181815" y="88701"/>
                </a:cubicBezTo>
                <a:lnTo>
                  <a:pt x="1324529" y="0"/>
                </a:lnTo>
                <a:lnTo>
                  <a:pt x="1455933" y="80922"/>
                </a:lnTo>
                <a:cubicBezTo>
                  <a:pt x="1743596" y="221889"/>
                  <a:pt x="2052361" y="264002"/>
                  <a:pt x="2299319" y="354733"/>
                </a:cubicBezTo>
                <a:cubicBezTo>
                  <a:pt x="2536786" y="460028"/>
                  <a:pt x="2644724" y="580785"/>
                  <a:pt x="2644724" y="822042"/>
                </a:cubicBezTo>
                <a:lnTo>
                  <a:pt x="2644724" y="1760819"/>
                </a:lnTo>
              </a:path>
            </a:pathLst>
          </a:custGeom>
          <a:noFill/>
          <a:ln w="25400" cap="rnd">
            <a:solidFill>
              <a:schemeClr val="bg2">
                <a:lumMod val="75000"/>
                <a:alpha val="65000"/>
              </a:schemeClr>
            </a:solidFill>
            <a:prstDash val="sysDot"/>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073" name="Freeform: Shape 21">
            <a:extLst>
              <a:ext uri="{FF2B5EF4-FFF2-40B4-BE49-F238E27FC236}">
                <a16:creationId xmlns:a16="http://schemas.microsoft.com/office/drawing/2014/main" id="{48DF6CC7-9220-F845-841B-51C9168CE5C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5775134" y="8275"/>
            <a:ext cx="4002167" cy="3844822"/>
          </a:xfrm>
          <a:custGeom>
            <a:avLst/>
            <a:gdLst>
              <a:gd name="connsiteX0" fmla="*/ 1324902 w 2644724"/>
              <a:gd name="connsiteY0" fmla="*/ 0 h 2397243"/>
              <a:gd name="connsiteX1" fmla="*/ 1324529 w 2644724"/>
              <a:gd name="connsiteY1" fmla="*/ 2617 h 2397243"/>
              <a:gd name="connsiteX2" fmla="*/ 1440541 w 2644724"/>
              <a:gd name="connsiteY2" fmla="*/ 67117 h 2397243"/>
              <a:gd name="connsiteX3" fmla="*/ 2299319 w 2644724"/>
              <a:gd name="connsiteY3" fmla="*/ 337644 h 2397243"/>
              <a:gd name="connsiteX4" fmla="*/ 2644724 w 2644724"/>
              <a:gd name="connsiteY4" fmla="*/ 804953 h 2397243"/>
              <a:gd name="connsiteX5" fmla="*/ 2644724 w 2644724"/>
              <a:gd name="connsiteY5" fmla="*/ 2397217 h 2397243"/>
              <a:gd name="connsiteX6" fmla="*/ 2644719 w 2644724"/>
              <a:gd name="connsiteY6" fmla="*/ 2397243 h 2397243"/>
              <a:gd name="connsiteX7" fmla="*/ 6 w 2644724"/>
              <a:gd name="connsiteY7" fmla="*/ 2397243 h 2397243"/>
              <a:gd name="connsiteX8" fmla="*/ 0 w 2644724"/>
              <a:gd name="connsiteY8" fmla="*/ 2397217 h 2397243"/>
              <a:gd name="connsiteX9" fmla="*/ 0 w 2644724"/>
              <a:gd name="connsiteY9" fmla="*/ 804953 h 2397243"/>
              <a:gd name="connsiteX10" fmla="*/ 345405 w 2644724"/>
              <a:gd name="connsiteY10" fmla="*/ 337644 h 2397243"/>
              <a:gd name="connsiteX11" fmla="*/ 1204184 w 2644724"/>
              <a:gd name="connsiteY11" fmla="*/ 67117 h 2397243"/>
              <a:gd name="connsiteX12" fmla="*/ 1320196 w 2644724"/>
              <a:gd name="connsiteY12" fmla="*/ 2617 h 2397243"/>
              <a:gd name="connsiteX13" fmla="*/ 1322362 w 2644724"/>
              <a:gd name="connsiteY13" fmla="*/ 1412 h 2397243"/>
              <a:gd name="connsiteX0" fmla="*/ 1324902 w 2644724"/>
              <a:gd name="connsiteY0" fmla="*/ 0 h 2472784"/>
              <a:gd name="connsiteX1" fmla="*/ 1324529 w 2644724"/>
              <a:gd name="connsiteY1" fmla="*/ 78158 h 2472784"/>
              <a:gd name="connsiteX2" fmla="*/ 1440541 w 2644724"/>
              <a:gd name="connsiteY2" fmla="*/ 142658 h 2472784"/>
              <a:gd name="connsiteX3" fmla="*/ 2299319 w 2644724"/>
              <a:gd name="connsiteY3" fmla="*/ 413185 h 2472784"/>
              <a:gd name="connsiteX4" fmla="*/ 2644724 w 2644724"/>
              <a:gd name="connsiteY4" fmla="*/ 880494 h 2472784"/>
              <a:gd name="connsiteX5" fmla="*/ 2644724 w 2644724"/>
              <a:gd name="connsiteY5" fmla="*/ 2472758 h 2472784"/>
              <a:gd name="connsiteX6" fmla="*/ 2644719 w 2644724"/>
              <a:gd name="connsiteY6" fmla="*/ 2472784 h 2472784"/>
              <a:gd name="connsiteX7" fmla="*/ 6 w 2644724"/>
              <a:gd name="connsiteY7" fmla="*/ 2472784 h 2472784"/>
              <a:gd name="connsiteX8" fmla="*/ 0 w 2644724"/>
              <a:gd name="connsiteY8" fmla="*/ 2472758 h 2472784"/>
              <a:gd name="connsiteX9" fmla="*/ 0 w 2644724"/>
              <a:gd name="connsiteY9" fmla="*/ 880494 h 2472784"/>
              <a:gd name="connsiteX10" fmla="*/ 345405 w 2644724"/>
              <a:gd name="connsiteY10" fmla="*/ 413185 h 2472784"/>
              <a:gd name="connsiteX11" fmla="*/ 1204184 w 2644724"/>
              <a:gd name="connsiteY11" fmla="*/ 142658 h 2472784"/>
              <a:gd name="connsiteX12" fmla="*/ 1320196 w 2644724"/>
              <a:gd name="connsiteY12" fmla="*/ 78158 h 2472784"/>
              <a:gd name="connsiteX13" fmla="*/ 1322362 w 2644724"/>
              <a:gd name="connsiteY13" fmla="*/ 76953 h 2472784"/>
              <a:gd name="connsiteX14" fmla="*/ 1324902 w 2644724"/>
              <a:gd name="connsiteY14" fmla="*/ 0 h 2472784"/>
              <a:gd name="connsiteX0" fmla="*/ 1322362 w 2644724"/>
              <a:gd name="connsiteY0" fmla="*/ 3996 h 2399827"/>
              <a:gd name="connsiteX1" fmla="*/ 1324529 w 2644724"/>
              <a:gd name="connsiteY1" fmla="*/ 5201 h 2399827"/>
              <a:gd name="connsiteX2" fmla="*/ 1440541 w 2644724"/>
              <a:gd name="connsiteY2" fmla="*/ 69701 h 2399827"/>
              <a:gd name="connsiteX3" fmla="*/ 2299319 w 2644724"/>
              <a:gd name="connsiteY3" fmla="*/ 340228 h 2399827"/>
              <a:gd name="connsiteX4" fmla="*/ 2644724 w 2644724"/>
              <a:gd name="connsiteY4" fmla="*/ 807537 h 2399827"/>
              <a:gd name="connsiteX5" fmla="*/ 2644724 w 2644724"/>
              <a:gd name="connsiteY5" fmla="*/ 2399801 h 2399827"/>
              <a:gd name="connsiteX6" fmla="*/ 2644719 w 2644724"/>
              <a:gd name="connsiteY6" fmla="*/ 2399827 h 2399827"/>
              <a:gd name="connsiteX7" fmla="*/ 6 w 2644724"/>
              <a:gd name="connsiteY7" fmla="*/ 2399827 h 2399827"/>
              <a:gd name="connsiteX8" fmla="*/ 0 w 2644724"/>
              <a:gd name="connsiteY8" fmla="*/ 2399801 h 2399827"/>
              <a:gd name="connsiteX9" fmla="*/ 0 w 2644724"/>
              <a:gd name="connsiteY9" fmla="*/ 807537 h 2399827"/>
              <a:gd name="connsiteX10" fmla="*/ 345405 w 2644724"/>
              <a:gd name="connsiteY10" fmla="*/ 340228 h 2399827"/>
              <a:gd name="connsiteX11" fmla="*/ 1204184 w 2644724"/>
              <a:gd name="connsiteY11" fmla="*/ 69701 h 2399827"/>
              <a:gd name="connsiteX12" fmla="*/ 1320196 w 2644724"/>
              <a:gd name="connsiteY12" fmla="*/ 5201 h 2399827"/>
              <a:gd name="connsiteX13" fmla="*/ 1322362 w 2644724"/>
              <a:gd name="connsiteY13" fmla="*/ 3996 h 2399827"/>
              <a:gd name="connsiteX0" fmla="*/ 1322362 w 2644724"/>
              <a:gd name="connsiteY0" fmla="*/ 0 h 2461519"/>
              <a:gd name="connsiteX1" fmla="*/ 1324529 w 2644724"/>
              <a:gd name="connsiteY1" fmla="*/ 66893 h 2461519"/>
              <a:gd name="connsiteX2" fmla="*/ 1440541 w 2644724"/>
              <a:gd name="connsiteY2" fmla="*/ 131393 h 2461519"/>
              <a:gd name="connsiteX3" fmla="*/ 2299319 w 2644724"/>
              <a:gd name="connsiteY3" fmla="*/ 401920 h 2461519"/>
              <a:gd name="connsiteX4" fmla="*/ 2644724 w 2644724"/>
              <a:gd name="connsiteY4" fmla="*/ 869229 h 2461519"/>
              <a:gd name="connsiteX5" fmla="*/ 2644724 w 2644724"/>
              <a:gd name="connsiteY5" fmla="*/ 2461493 h 2461519"/>
              <a:gd name="connsiteX6" fmla="*/ 2644719 w 2644724"/>
              <a:gd name="connsiteY6" fmla="*/ 2461519 h 2461519"/>
              <a:gd name="connsiteX7" fmla="*/ 6 w 2644724"/>
              <a:gd name="connsiteY7" fmla="*/ 2461519 h 2461519"/>
              <a:gd name="connsiteX8" fmla="*/ 0 w 2644724"/>
              <a:gd name="connsiteY8" fmla="*/ 2461493 h 2461519"/>
              <a:gd name="connsiteX9" fmla="*/ 0 w 2644724"/>
              <a:gd name="connsiteY9" fmla="*/ 869229 h 2461519"/>
              <a:gd name="connsiteX10" fmla="*/ 345405 w 2644724"/>
              <a:gd name="connsiteY10" fmla="*/ 401920 h 2461519"/>
              <a:gd name="connsiteX11" fmla="*/ 1204184 w 2644724"/>
              <a:gd name="connsiteY11" fmla="*/ 131393 h 2461519"/>
              <a:gd name="connsiteX12" fmla="*/ 1320196 w 2644724"/>
              <a:gd name="connsiteY12" fmla="*/ 66893 h 2461519"/>
              <a:gd name="connsiteX13" fmla="*/ 1322362 w 2644724"/>
              <a:gd name="connsiteY13" fmla="*/ 0 h 2461519"/>
              <a:gd name="connsiteX0" fmla="*/ 1320196 w 2644724"/>
              <a:gd name="connsiteY0" fmla="*/ 0 h 2394626"/>
              <a:gd name="connsiteX1" fmla="*/ 1324529 w 2644724"/>
              <a:gd name="connsiteY1" fmla="*/ 0 h 2394626"/>
              <a:gd name="connsiteX2" fmla="*/ 1440541 w 2644724"/>
              <a:gd name="connsiteY2" fmla="*/ 64500 h 2394626"/>
              <a:gd name="connsiteX3" fmla="*/ 2299319 w 2644724"/>
              <a:gd name="connsiteY3" fmla="*/ 335027 h 2394626"/>
              <a:gd name="connsiteX4" fmla="*/ 2644724 w 2644724"/>
              <a:gd name="connsiteY4" fmla="*/ 802336 h 2394626"/>
              <a:gd name="connsiteX5" fmla="*/ 2644724 w 2644724"/>
              <a:gd name="connsiteY5" fmla="*/ 2394600 h 2394626"/>
              <a:gd name="connsiteX6" fmla="*/ 2644719 w 2644724"/>
              <a:gd name="connsiteY6" fmla="*/ 2394626 h 2394626"/>
              <a:gd name="connsiteX7" fmla="*/ 6 w 2644724"/>
              <a:gd name="connsiteY7" fmla="*/ 2394626 h 2394626"/>
              <a:gd name="connsiteX8" fmla="*/ 0 w 2644724"/>
              <a:gd name="connsiteY8" fmla="*/ 2394600 h 2394626"/>
              <a:gd name="connsiteX9" fmla="*/ 0 w 2644724"/>
              <a:gd name="connsiteY9" fmla="*/ 802336 h 2394626"/>
              <a:gd name="connsiteX10" fmla="*/ 345405 w 2644724"/>
              <a:gd name="connsiteY10" fmla="*/ 335027 h 2394626"/>
              <a:gd name="connsiteX11" fmla="*/ 1204184 w 2644724"/>
              <a:gd name="connsiteY11" fmla="*/ 64500 h 2394626"/>
              <a:gd name="connsiteX12" fmla="*/ 1320196 w 2644724"/>
              <a:gd name="connsiteY12" fmla="*/ 0 h 2394626"/>
              <a:gd name="connsiteX0" fmla="*/ 1204184 w 2644724"/>
              <a:gd name="connsiteY0" fmla="*/ 64500 h 2394626"/>
              <a:gd name="connsiteX1" fmla="*/ 1324529 w 2644724"/>
              <a:gd name="connsiteY1" fmla="*/ 0 h 2394626"/>
              <a:gd name="connsiteX2" fmla="*/ 1440541 w 2644724"/>
              <a:gd name="connsiteY2" fmla="*/ 64500 h 2394626"/>
              <a:gd name="connsiteX3" fmla="*/ 2299319 w 2644724"/>
              <a:gd name="connsiteY3" fmla="*/ 335027 h 2394626"/>
              <a:gd name="connsiteX4" fmla="*/ 2644724 w 2644724"/>
              <a:gd name="connsiteY4" fmla="*/ 802336 h 2394626"/>
              <a:gd name="connsiteX5" fmla="*/ 2644724 w 2644724"/>
              <a:gd name="connsiteY5" fmla="*/ 2394600 h 2394626"/>
              <a:gd name="connsiteX6" fmla="*/ 2644719 w 2644724"/>
              <a:gd name="connsiteY6" fmla="*/ 2394626 h 2394626"/>
              <a:gd name="connsiteX7" fmla="*/ 6 w 2644724"/>
              <a:gd name="connsiteY7" fmla="*/ 2394626 h 2394626"/>
              <a:gd name="connsiteX8" fmla="*/ 0 w 2644724"/>
              <a:gd name="connsiteY8" fmla="*/ 2394600 h 2394626"/>
              <a:gd name="connsiteX9" fmla="*/ 0 w 2644724"/>
              <a:gd name="connsiteY9" fmla="*/ 802336 h 2394626"/>
              <a:gd name="connsiteX10" fmla="*/ 345405 w 2644724"/>
              <a:gd name="connsiteY10" fmla="*/ 335027 h 2394626"/>
              <a:gd name="connsiteX11" fmla="*/ 1204184 w 2644724"/>
              <a:gd name="connsiteY11" fmla="*/ 64500 h 2394626"/>
              <a:gd name="connsiteX0" fmla="*/ 1204184 w 2644724"/>
              <a:gd name="connsiteY0" fmla="*/ 84206 h 2414332"/>
              <a:gd name="connsiteX1" fmla="*/ 1324529 w 2644724"/>
              <a:gd name="connsiteY1" fmla="*/ 0 h 2414332"/>
              <a:gd name="connsiteX2" fmla="*/ 1440541 w 2644724"/>
              <a:gd name="connsiteY2" fmla="*/ 84206 h 2414332"/>
              <a:gd name="connsiteX3" fmla="*/ 2299319 w 2644724"/>
              <a:gd name="connsiteY3" fmla="*/ 354733 h 2414332"/>
              <a:gd name="connsiteX4" fmla="*/ 2644724 w 2644724"/>
              <a:gd name="connsiteY4" fmla="*/ 822042 h 2414332"/>
              <a:gd name="connsiteX5" fmla="*/ 2644724 w 2644724"/>
              <a:gd name="connsiteY5" fmla="*/ 2414306 h 2414332"/>
              <a:gd name="connsiteX6" fmla="*/ 2644719 w 2644724"/>
              <a:gd name="connsiteY6" fmla="*/ 2414332 h 2414332"/>
              <a:gd name="connsiteX7" fmla="*/ 6 w 2644724"/>
              <a:gd name="connsiteY7" fmla="*/ 2414332 h 2414332"/>
              <a:gd name="connsiteX8" fmla="*/ 0 w 2644724"/>
              <a:gd name="connsiteY8" fmla="*/ 2414306 h 2414332"/>
              <a:gd name="connsiteX9" fmla="*/ 0 w 2644724"/>
              <a:gd name="connsiteY9" fmla="*/ 822042 h 2414332"/>
              <a:gd name="connsiteX10" fmla="*/ 345405 w 2644724"/>
              <a:gd name="connsiteY10" fmla="*/ 354733 h 2414332"/>
              <a:gd name="connsiteX11" fmla="*/ 1204184 w 2644724"/>
              <a:gd name="connsiteY11" fmla="*/ 84206 h 2414332"/>
              <a:gd name="connsiteX0" fmla="*/ 1204184 w 2644724"/>
              <a:gd name="connsiteY0" fmla="*/ 84206 h 2414332"/>
              <a:gd name="connsiteX1" fmla="*/ 1324529 w 2644724"/>
              <a:gd name="connsiteY1" fmla="*/ 0 h 2414332"/>
              <a:gd name="connsiteX2" fmla="*/ 1455933 w 2644724"/>
              <a:gd name="connsiteY2" fmla="*/ 80922 h 2414332"/>
              <a:gd name="connsiteX3" fmla="*/ 2299319 w 2644724"/>
              <a:gd name="connsiteY3" fmla="*/ 354733 h 2414332"/>
              <a:gd name="connsiteX4" fmla="*/ 2644724 w 2644724"/>
              <a:gd name="connsiteY4" fmla="*/ 822042 h 2414332"/>
              <a:gd name="connsiteX5" fmla="*/ 2644724 w 2644724"/>
              <a:gd name="connsiteY5" fmla="*/ 2414306 h 2414332"/>
              <a:gd name="connsiteX6" fmla="*/ 2644719 w 2644724"/>
              <a:gd name="connsiteY6" fmla="*/ 2414332 h 2414332"/>
              <a:gd name="connsiteX7" fmla="*/ 6 w 2644724"/>
              <a:gd name="connsiteY7" fmla="*/ 2414332 h 2414332"/>
              <a:gd name="connsiteX8" fmla="*/ 0 w 2644724"/>
              <a:gd name="connsiteY8" fmla="*/ 2414306 h 2414332"/>
              <a:gd name="connsiteX9" fmla="*/ 0 w 2644724"/>
              <a:gd name="connsiteY9" fmla="*/ 822042 h 2414332"/>
              <a:gd name="connsiteX10" fmla="*/ 345405 w 2644724"/>
              <a:gd name="connsiteY10" fmla="*/ 354733 h 2414332"/>
              <a:gd name="connsiteX11" fmla="*/ 1204184 w 2644724"/>
              <a:gd name="connsiteY11" fmla="*/ 84206 h 2414332"/>
              <a:gd name="connsiteX0" fmla="*/ 1188792 w 2644724"/>
              <a:gd name="connsiteY0" fmla="*/ 84206 h 2414332"/>
              <a:gd name="connsiteX1" fmla="*/ 1324529 w 2644724"/>
              <a:gd name="connsiteY1" fmla="*/ 0 h 2414332"/>
              <a:gd name="connsiteX2" fmla="*/ 1455933 w 2644724"/>
              <a:gd name="connsiteY2" fmla="*/ 80922 h 2414332"/>
              <a:gd name="connsiteX3" fmla="*/ 2299319 w 2644724"/>
              <a:gd name="connsiteY3" fmla="*/ 354733 h 2414332"/>
              <a:gd name="connsiteX4" fmla="*/ 2644724 w 2644724"/>
              <a:gd name="connsiteY4" fmla="*/ 822042 h 2414332"/>
              <a:gd name="connsiteX5" fmla="*/ 2644724 w 2644724"/>
              <a:gd name="connsiteY5" fmla="*/ 2414306 h 2414332"/>
              <a:gd name="connsiteX6" fmla="*/ 2644719 w 2644724"/>
              <a:gd name="connsiteY6" fmla="*/ 2414332 h 2414332"/>
              <a:gd name="connsiteX7" fmla="*/ 6 w 2644724"/>
              <a:gd name="connsiteY7" fmla="*/ 2414332 h 2414332"/>
              <a:gd name="connsiteX8" fmla="*/ 0 w 2644724"/>
              <a:gd name="connsiteY8" fmla="*/ 2414306 h 2414332"/>
              <a:gd name="connsiteX9" fmla="*/ 0 w 2644724"/>
              <a:gd name="connsiteY9" fmla="*/ 822042 h 2414332"/>
              <a:gd name="connsiteX10" fmla="*/ 345405 w 2644724"/>
              <a:gd name="connsiteY10" fmla="*/ 354733 h 2414332"/>
              <a:gd name="connsiteX11" fmla="*/ 1188792 w 2644724"/>
              <a:gd name="connsiteY11" fmla="*/ 84206 h 2414332"/>
              <a:gd name="connsiteX0" fmla="*/ 1181815 w 2644724"/>
              <a:gd name="connsiteY0" fmla="*/ 88701 h 2414332"/>
              <a:gd name="connsiteX1" fmla="*/ 1324529 w 2644724"/>
              <a:gd name="connsiteY1" fmla="*/ 0 h 2414332"/>
              <a:gd name="connsiteX2" fmla="*/ 1455933 w 2644724"/>
              <a:gd name="connsiteY2" fmla="*/ 80922 h 2414332"/>
              <a:gd name="connsiteX3" fmla="*/ 2299319 w 2644724"/>
              <a:gd name="connsiteY3" fmla="*/ 354733 h 2414332"/>
              <a:gd name="connsiteX4" fmla="*/ 2644724 w 2644724"/>
              <a:gd name="connsiteY4" fmla="*/ 822042 h 2414332"/>
              <a:gd name="connsiteX5" fmla="*/ 2644724 w 2644724"/>
              <a:gd name="connsiteY5" fmla="*/ 2414306 h 2414332"/>
              <a:gd name="connsiteX6" fmla="*/ 2644719 w 2644724"/>
              <a:gd name="connsiteY6" fmla="*/ 2414332 h 2414332"/>
              <a:gd name="connsiteX7" fmla="*/ 6 w 2644724"/>
              <a:gd name="connsiteY7" fmla="*/ 2414332 h 2414332"/>
              <a:gd name="connsiteX8" fmla="*/ 0 w 2644724"/>
              <a:gd name="connsiteY8" fmla="*/ 2414306 h 2414332"/>
              <a:gd name="connsiteX9" fmla="*/ 0 w 2644724"/>
              <a:gd name="connsiteY9" fmla="*/ 822042 h 2414332"/>
              <a:gd name="connsiteX10" fmla="*/ 345405 w 2644724"/>
              <a:gd name="connsiteY10" fmla="*/ 354733 h 2414332"/>
              <a:gd name="connsiteX11" fmla="*/ 1181815 w 2644724"/>
              <a:gd name="connsiteY11" fmla="*/ 88701 h 2414332"/>
              <a:gd name="connsiteX0" fmla="*/ 0 w 2644724"/>
              <a:gd name="connsiteY0" fmla="*/ 2414306 h 2453562"/>
              <a:gd name="connsiteX1" fmla="*/ 0 w 2644724"/>
              <a:gd name="connsiteY1" fmla="*/ 822042 h 2453562"/>
              <a:gd name="connsiteX2" fmla="*/ 345405 w 2644724"/>
              <a:gd name="connsiteY2" fmla="*/ 354733 h 2453562"/>
              <a:gd name="connsiteX3" fmla="*/ 1181815 w 2644724"/>
              <a:gd name="connsiteY3" fmla="*/ 88701 h 2453562"/>
              <a:gd name="connsiteX4" fmla="*/ 1324529 w 2644724"/>
              <a:gd name="connsiteY4" fmla="*/ 0 h 2453562"/>
              <a:gd name="connsiteX5" fmla="*/ 1455933 w 2644724"/>
              <a:gd name="connsiteY5" fmla="*/ 80922 h 2453562"/>
              <a:gd name="connsiteX6" fmla="*/ 2299319 w 2644724"/>
              <a:gd name="connsiteY6" fmla="*/ 354733 h 2453562"/>
              <a:gd name="connsiteX7" fmla="*/ 2644724 w 2644724"/>
              <a:gd name="connsiteY7" fmla="*/ 822042 h 2453562"/>
              <a:gd name="connsiteX8" fmla="*/ 2644724 w 2644724"/>
              <a:gd name="connsiteY8" fmla="*/ 2414306 h 2453562"/>
              <a:gd name="connsiteX9" fmla="*/ 2644719 w 2644724"/>
              <a:gd name="connsiteY9" fmla="*/ 2414332 h 2453562"/>
              <a:gd name="connsiteX10" fmla="*/ 6 w 2644724"/>
              <a:gd name="connsiteY10" fmla="*/ 2414332 h 2453562"/>
              <a:gd name="connsiteX11" fmla="*/ 60547 w 2644724"/>
              <a:gd name="connsiteY11" fmla="*/ 2453562 h 2453562"/>
              <a:gd name="connsiteX0" fmla="*/ 0 w 2644724"/>
              <a:gd name="connsiteY0" fmla="*/ 2414306 h 2414332"/>
              <a:gd name="connsiteX1" fmla="*/ 0 w 2644724"/>
              <a:gd name="connsiteY1" fmla="*/ 822042 h 2414332"/>
              <a:gd name="connsiteX2" fmla="*/ 345405 w 2644724"/>
              <a:gd name="connsiteY2" fmla="*/ 354733 h 2414332"/>
              <a:gd name="connsiteX3" fmla="*/ 1181815 w 2644724"/>
              <a:gd name="connsiteY3" fmla="*/ 88701 h 2414332"/>
              <a:gd name="connsiteX4" fmla="*/ 1324529 w 2644724"/>
              <a:gd name="connsiteY4" fmla="*/ 0 h 2414332"/>
              <a:gd name="connsiteX5" fmla="*/ 1455933 w 2644724"/>
              <a:gd name="connsiteY5" fmla="*/ 80922 h 2414332"/>
              <a:gd name="connsiteX6" fmla="*/ 2299319 w 2644724"/>
              <a:gd name="connsiteY6" fmla="*/ 354733 h 2414332"/>
              <a:gd name="connsiteX7" fmla="*/ 2644724 w 2644724"/>
              <a:gd name="connsiteY7" fmla="*/ 822042 h 2414332"/>
              <a:gd name="connsiteX8" fmla="*/ 2644724 w 2644724"/>
              <a:gd name="connsiteY8" fmla="*/ 2414306 h 2414332"/>
              <a:gd name="connsiteX9" fmla="*/ 2644719 w 2644724"/>
              <a:gd name="connsiteY9" fmla="*/ 2414332 h 2414332"/>
              <a:gd name="connsiteX10" fmla="*/ 6 w 2644724"/>
              <a:gd name="connsiteY10" fmla="*/ 2414332 h 2414332"/>
              <a:gd name="connsiteX0" fmla="*/ 0 w 2644724"/>
              <a:gd name="connsiteY0" fmla="*/ 2414306 h 2414332"/>
              <a:gd name="connsiteX1" fmla="*/ 0 w 2644724"/>
              <a:gd name="connsiteY1" fmla="*/ 822042 h 2414332"/>
              <a:gd name="connsiteX2" fmla="*/ 345405 w 2644724"/>
              <a:gd name="connsiteY2" fmla="*/ 354733 h 2414332"/>
              <a:gd name="connsiteX3" fmla="*/ 1181815 w 2644724"/>
              <a:gd name="connsiteY3" fmla="*/ 88701 h 2414332"/>
              <a:gd name="connsiteX4" fmla="*/ 1324529 w 2644724"/>
              <a:gd name="connsiteY4" fmla="*/ 0 h 2414332"/>
              <a:gd name="connsiteX5" fmla="*/ 1455933 w 2644724"/>
              <a:gd name="connsiteY5" fmla="*/ 80922 h 2414332"/>
              <a:gd name="connsiteX6" fmla="*/ 2299319 w 2644724"/>
              <a:gd name="connsiteY6" fmla="*/ 354733 h 2414332"/>
              <a:gd name="connsiteX7" fmla="*/ 2644724 w 2644724"/>
              <a:gd name="connsiteY7" fmla="*/ 822042 h 2414332"/>
              <a:gd name="connsiteX8" fmla="*/ 2644724 w 2644724"/>
              <a:gd name="connsiteY8" fmla="*/ 2414306 h 2414332"/>
              <a:gd name="connsiteX9" fmla="*/ 2644719 w 2644724"/>
              <a:gd name="connsiteY9" fmla="*/ 2414332 h 2414332"/>
              <a:gd name="connsiteX0" fmla="*/ 0 w 2815122"/>
              <a:gd name="connsiteY0" fmla="*/ 2414306 h 2414306"/>
              <a:gd name="connsiteX1" fmla="*/ 0 w 2815122"/>
              <a:gd name="connsiteY1" fmla="*/ 822042 h 2414306"/>
              <a:gd name="connsiteX2" fmla="*/ 345405 w 2815122"/>
              <a:gd name="connsiteY2" fmla="*/ 354733 h 2414306"/>
              <a:gd name="connsiteX3" fmla="*/ 1181815 w 2815122"/>
              <a:gd name="connsiteY3" fmla="*/ 88701 h 2414306"/>
              <a:gd name="connsiteX4" fmla="*/ 1324529 w 2815122"/>
              <a:gd name="connsiteY4" fmla="*/ 0 h 2414306"/>
              <a:gd name="connsiteX5" fmla="*/ 1455933 w 2815122"/>
              <a:gd name="connsiteY5" fmla="*/ 80922 h 2414306"/>
              <a:gd name="connsiteX6" fmla="*/ 2299319 w 2815122"/>
              <a:gd name="connsiteY6" fmla="*/ 354733 h 2414306"/>
              <a:gd name="connsiteX7" fmla="*/ 2644724 w 2815122"/>
              <a:gd name="connsiteY7" fmla="*/ 822042 h 2414306"/>
              <a:gd name="connsiteX8" fmla="*/ 2644724 w 2815122"/>
              <a:gd name="connsiteY8" fmla="*/ 2414306 h 2414306"/>
              <a:gd name="connsiteX9" fmla="*/ 2815122 w 2815122"/>
              <a:gd name="connsiteY9" fmla="*/ 1892482 h 2414306"/>
              <a:gd name="connsiteX0" fmla="*/ 0 w 2644724"/>
              <a:gd name="connsiteY0" fmla="*/ 2414306 h 2414306"/>
              <a:gd name="connsiteX1" fmla="*/ 0 w 2644724"/>
              <a:gd name="connsiteY1" fmla="*/ 822042 h 2414306"/>
              <a:gd name="connsiteX2" fmla="*/ 345405 w 2644724"/>
              <a:gd name="connsiteY2" fmla="*/ 354733 h 2414306"/>
              <a:gd name="connsiteX3" fmla="*/ 1181815 w 2644724"/>
              <a:gd name="connsiteY3" fmla="*/ 88701 h 2414306"/>
              <a:gd name="connsiteX4" fmla="*/ 1324529 w 2644724"/>
              <a:gd name="connsiteY4" fmla="*/ 0 h 2414306"/>
              <a:gd name="connsiteX5" fmla="*/ 1455933 w 2644724"/>
              <a:gd name="connsiteY5" fmla="*/ 80922 h 2414306"/>
              <a:gd name="connsiteX6" fmla="*/ 2299319 w 2644724"/>
              <a:gd name="connsiteY6" fmla="*/ 354733 h 2414306"/>
              <a:gd name="connsiteX7" fmla="*/ 2644724 w 2644724"/>
              <a:gd name="connsiteY7" fmla="*/ 822042 h 2414306"/>
              <a:gd name="connsiteX8" fmla="*/ 2644724 w 2644724"/>
              <a:gd name="connsiteY8" fmla="*/ 2414306 h 2414306"/>
              <a:gd name="connsiteX0" fmla="*/ 0 w 2644724"/>
              <a:gd name="connsiteY0" fmla="*/ 2414306 h 2414306"/>
              <a:gd name="connsiteX1" fmla="*/ 0 w 2644724"/>
              <a:gd name="connsiteY1" fmla="*/ 822042 h 2414306"/>
              <a:gd name="connsiteX2" fmla="*/ 345405 w 2644724"/>
              <a:gd name="connsiteY2" fmla="*/ 354733 h 2414306"/>
              <a:gd name="connsiteX3" fmla="*/ 1181815 w 2644724"/>
              <a:gd name="connsiteY3" fmla="*/ 88701 h 2414306"/>
              <a:gd name="connsiteX4" fmla="*/ 1324529 w 2644724"/>
              <a:gd name="connsiteY4" fmla="*/ 0 h 2414306"/>
              <a:gd name="connsiteX5" fmla="*/ 1455933 w 2644724"/>
              <a:gd name="connsiteY5" fmla="*/ 80922 h 2414306"/>
              <a:gd name="connsiteX6" fmla="*/ 2299319 w 2644724"/>
              <a:gd name="connsiteY6" fmla="*/ 354733 h 2414306"/>
              <a:gd name="connsiteX7" fmla="*/ 2644724 w 2644724"/>
              <a:gd name="connsiteY7" fmla="*/ 822042 h 2414306"/>
              <a:gd name="connsiteX8" fmla="*/ 2644724 w 2644724"/>
              <a:gd name="connsiteY8" fmla="*/ 1760819 h 2414306"/>
              <a:gd name="connsiteX0" fmla="*/ 0 w 2644724"/>
              <a:gd name="connsiteY0" fmla="*/ 1756117 h 1760819"/>
              <a:gd name="connsiteX1" fmla="*/ 0 w 2644724"/>
              <a:gd name="connsiteY1" fmla="*/ 822042 h 1760819"/>
              <a:gd name="connsiteX2" fmla="*/ 345405 w 2644724"/>
              <a:gd name="connsiteY2" fmla="*/ 354733 h 1760819"/>
              <a:gd name="connsiteX3" fmla="*/ 1181815 w 2644724"/>
              <a:gd name="connsiteY3" fmla="*/ 88701 h 1760819"/>
              <a:gd name="connsiteX4" fmla="*/ 1324529 w 2644724"/>
              <a:gd name="connsiteY4" fmla="*/ 0 h 1760819"/>
              <a:gd name="connsiteX5" fmla="*/ 1455933 w 2644724"/>
              <a:gd name="connsiteY5" fmla="*/ 80922 h 1760819"/>
              <a:gd name="connsiteX6" fmla="*/ 2299319 w 2644724"/>
              <a:gd name="connsiteY6" fmla="*/ 354733 h 1760819"/>
              <a:gd name="connsiteX7" fmla="*/ 2644724 w 2644724"/>
              <a:gd name="connsiteY7" fmla="*/ 822042 h 1760819"/>
              <a:gd name="connsiteX8" fmla="*/ 2644724 w 2644724"/>
              <a:gd name="connsiteY8" fmla="*/ 1760819 h 1760819"/>
              <a:gd name="connsiteX0" fmla="*/ 0 w 2650035"/>
              <a:gd name="connsiteY0" fmla="*/ 1756117 h 1756117"/>
              <a:gd name="connsiteX1" fmla="*/ 0 w 2650035"/>
              <a:gd name="connsiteY1" fmla="*/ 822042 h 1756117"/>
              <a:gd name="connsiteX2" fmla="*/ 345405 w 2650035"/>
              <a:gd name="connsiteY2" fmla="*/ 354733 h 1756117"/>
              <a:gd name="connsiteX3" fmla="*/ 1181815 w 2650035"/>
              <a:gd name="connsiteY3" fmla="*/ 88701 h 1756117"/>
              <a:gd name="connsiteX4" fmla="*/ 1324529 w 2650035"/>
              <a:gd name="connsiteY4" fmla="*/ 0 h 1756117"/>
              <a:gd name="connsiteX5" fmla="*/ 1455933 w 2650035"/>
              <a:gd name="connsiteY5" fmla="*/ 80922 h 1756117"/>
              <a:gd name="connsiteX6" fmla="*/ 2299319 w 2650035"/>
              <a:gd name="connsiteY6" fmla="*/ 354733 h 1756117"/>
              <a:gd name="connsiteX7" fmla="*/ 2644724 w 2650035"/>
              <a:gd name="connsiteY7" fmla="*/ 822042 h 1756117"/>
              <a:gd name="connsiteX8" fmla="*/ 2650035 w 2650035"/>
              <a:gd name="connsiteY8" fmla="*/ 1650626 h 1756117"/>
              <a:gd name="connsiteX0" fmla="*/ 0 w 2650035"/>
              <a:gd name="connsiteY0" fmla="*/ 1645924 h 1650626"/>
              <a:gd name="connsiteX1" fmla="*/ 0 w 2650035"/>
              <a:gd name="connsiteY1" fmla="*/ 822042 h 1650626"/>
              <a:gd name="connsiteX2" fmla="*/ 345405 w 2650035"/>
              <a:gd name="connsiteY2" fmla="*/ 354733 h 1650626"/>
              <a:gd name="connsiteX3" fmla="*/ 1181815 w 2650035"/>
              <a:gd name="connsiteY3" fmla="*/ 88701 h 1650626"/>
              <a:gd name="connsiteX4" fmla="*/ 1324529 w 2650035"/>
              <a:gd name="connsiteY4" fmla="*/ 0 h 1650626"/>
              <a:gd name="connsiteX5" fmla="*/ 1455933 w 2650035"/>
              <a:gd name="connsiteY5" fmla="*/ 80922 h 1650626"/>
              <a:gd name="connsiteX6" fmla="*/ 2299319 w 2650035"/>
              <a:gd name="connsiteY6" fmla="*/ 354733 h 1650626"/>
              <a:gd name="connsiteX7" fmla="*/ 2644724 w 2650035"/>
              <a:gd name="connsiteY7" fmla="*/ 822042 h 1650626"/>
              <a:gd name="connsiteX8" fmla="*/ 2650035 w 2650035"/>
              <a:gd name="connsiteY8" fmla="*/ 1650626 h 16506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650035" h="1650626">
                <a:moveTo>
                  <a:pt x="0" y="1645924"/>
                </a:moveTo>
                <a:lnTo>
                  <a:pt x="0" y="822042"/>
                </a:lnTo>
                <a:cubicBezTo>
                  <a:pt x="0" y="580785"/>
                  <a:pt x="107938" y="460028"/>
                  <a:pt x="345405" y="354733"/>
                </a:cubicBezTo>
                <a:cubicBezTo>
                  <a:pt x="592364" y="264002"/>
                  <a:pt x="894152" y="229668"/>
                  <a:pt x="1181815" y="88701"/>
                </a:cubicBezTo>
                <a:lnTo>
                  <a:pt x="1324529" y="0"/>
                </a:lnTo>
                <a:lnTo>
                  <a:pt x="1455933" y="80922"/>
                </a:lnTo>
                <a:cubicBezTo>
                  <a:pt x="1743596" y="221889"/>
                  <a:pt x="2052361" y="264002"/>
                  <a:pt x="2299319" y="354733"/>
                </a:cubicBezTo>
                <a:cubicBezTo>
                  <a:pt x="2536786" y="460028"/>
                  <a:pt x="2644724" y="580785"/>
                  <a:pt x="2644724" y="822042"/>
                </a:cubicBezTo>
                <a:cubicBezTo>
                  <a:pt x="2646494" y="1098237"/>
                  <a:pt x="2648265" y="1374431"/>
                  <a:pt x="2650035" y="1650626"/>
                </a:cubicBezTo>
              </a:path>
            </a:pathLst>
          </a:custGeom>
          <a:noFill/>
          <a:ln w="25400" cap="rnd">
            <a:solidFill>
              <a:schemeClr val="bg2">
                <a:lumMod val="75000"/>
                <a:alpha val="65000"/>
              </a:schemeClr>
            </a:solidFill>
            <a:prstDash val="sysDot"/>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pic>
        <p:nvPicPr>
          <p:cNvPr id="2052" name="Picture 4" descr="Milk The Cow - Free Online Game - Play Now | Kizi">
            <a:extLst>
              <a:ext uri="{FF2B5EF4-FFF2-40B4-BE49-F238E27FC236}">
                <a16:creationId xmlns:a16="http://schemas.microsoft.com/office/drawing/2014/main" id="{D2D3DF69-B70D-57F3-D500-1D7B1B812D81}"/>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tretch>
            <a:fillRect/>
          </a:stretch>
        </p:blipFill>
        <p:spPr bwMode="auto">
          <a:xfrm>
            <a:off x="6474148" y="296883"/>
            <a:ext cx="2565070" cy="2565070"/>
          </a:xfrm>
          <a:prstGeom prst="rect">
            <a:avLst/>
          </a:prstGeom>
          <a:noFill/>
          <a:extLst>
            <a:ext uri="{909E8E84-426E-40DD-AFC4-6F175D3DCCD1}">
              <a14:hiddenFill xmlns:a14="http://schemas.microsoft.com/office/drawing/2010/main">
                <a:solidFill>
                  <a:srgbClr val="FFFFFF"/>
                </a:solidFill>
              </a14:hiddenFill>
            </a:ext>
          </a:extLst>
        </p:spPr>
      </p:pic>
      <p:pic>
        <p:nvPicPr>
          <p:cNvPr id="2054" name="Picture 6" descr="屋内, テーブル, 食品, 容器 が含まれている画像&#10;&#10;自動的に生成された説明">
            <a:extLst>
              <a:ext uri="{FF2B5EF4-FFF2-40B4-BE49-F238E27FC236}">
                <a16:creationId xmlns:a16="http://schemas.microsoft.com/office/drawing/2014/main" id="{253C1851-5585-7BF8-DD9C-D84FC5CB5FDE}"/>
              </a:ext>
            </a:extLst>
          </p:cNvPr>
          <p:cNvPicPr>
            <a:picLocks noChangeAspect="1" noChangeArrowheads="1"/>
          </p:cNvPicPr>
          <p:nvPr/>
        </p:nvPicPr>
        <p:blipFill>
          <a:blip r:embed="rId3">
            <a:extLst>
              <a:ext uri="{28A0092B-C50C-407E-A947-70E740481C1C}">
                <a14:useLocalDpi xmlns:a14="http://schemas.microsoft.com/office/drawing/2010/main" val="0"/>
              </a:ext>
            </a:extLst>
          </a:blip>
          <a:stretch>
            <a:fillRect/>
          </a:stretch>
        </p:blipFill>
        <p:spPr bwMode="auto">
          <a:xfrm>
            <a:off x="4182716" y="4037722"/>
            <a:ext cx="3059568" cy="2026963"/>
          </a:xfrm>
          <a:prstGeom prst="rect">
            <a:avLst/>
          </a:prstGeom>
          <a:noFill/>
          <a:extLst>
            <a:ext uri="{909E8E84-426E-40DD-AFC4-6F175D3DCCD1}">
              <a14:hiddenFill xmlns:a14="http://schemas.microsoft.com/office/drawing/2010/main">
                <a:solidFill>
                  <a:srgbClr val="FFFFFF"/>
                </a:solidFill>
              </a14:hiddenFill>
            </a:ext>
          </a:extLst>
        </p:spPr>
      </p:pic>
      <p:pic>
        <p:nvPicPr>
          <p:cNvPr id="2056" name="Picture 8" descr="Nintendo Switch向け完全新作『牧場物語 オリーブタウンと希望の大地』が発売。「ほのぼの生活ゲーム」シリーズの25周年記念作品 ...">
            <a:extLst>
              <a:ext uri="{FF2B5EF4-FFF2-40B4-BE49-F238E27FC236}">
                <a16:creationId xmlns:a16="http://schemas.microsoft.com/office/drawing/2014/main" id="{9FB36BB8-429D-6C4F-4311-245EA2CD6F85}"/>
              </a:ext>
            </a:extLst>
          </p:cNvPr>
          <p:cNvPicPr>
            <a:picLocks noChangeAspect="1" noChangeArrowheads="1"/>
          </p:cNvPicPr>
          <p:nvPr/>
        </p:nvPicPr>
        <p:blipFill>
          <a:blip r:embed="rId4">
            <a:extLst>
              <a:ext uri="{28A0092B-C50C-407E-A947-70E740481C1C}">
                <a14:useLocalDpi xmlns:a14="http://schemas.microsoft.com/office/drawing/2010/main" val="0"/>
              </a:ext>
            </a:extLst>
          </a:blip>
          <a:stretch>
            <a:fillRect/>
          </a:stretch>
        </p:blipFill>
        <p:spPr bwMode="auto">
          <a:xfrm>
            <a:off x="8365432" y="4190700"/>
            <a:ext cx="3059568" cy="172100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16803547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一人称視点の牧場運営シミュレーション『Ranch Simulator』の4人マルチプレイを紹介する動画公開。広大な牧場もみんなでやれば楽しく繁盛。ドライブしたり狩りも楽しめる_002">
            <a:extLst>
              <a:ext uri="{FF2B5EF4-FFF2-40B4-BE49-F238E27FC236}">
                <a16:creationId xmlns:a16="http://schemas.microsoft.com/office/drawing/2014/main" id="{F87D453A-1552-2290-834F-97B674233B9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0"/>
            <a:ext cx="12192000" cy="6858000"/>
          </a:xfrm>
          <a:prstGeom prst="rect">
            <a:avLst/>
          </a:prstGeom>
          <a:noFill/>
          <a:extLst>
            <a:ext uri="{909E8E84-426E-40DD-AFC4-6F175D3DCCD1}">
              <a14:hiddenFill xmlns:a14="http://schemas.microsoft.com/office/drawing/2010/main">
                <a:solidFill>
                  <a:srgbClr val="FFFFFF"/>
                </a:solidFill>
              </a14:hiddenFill>
            </a:ext>
          </a:extLst>
        </p:spPr>
      </p:pic>
      <p:pic>
        <p:nvPicPr>
          <p:cNvPr id="3" name="図 2" descr="人, 持つ, 手, 男 が含まれている画像&#10;&#10;自動的に生成された説明">
            <a:extLst>
              <a:ext uri="{FF2B5EF4-FFF2-40B4-BE49-F238E27FC236}">
                <a16:creationId xmlns:a16="http://schemas.microsoft.com/office/drawing/2014/main" id="{97B3CE45-E0B1-F3FC-721D-67B5E3B4F77B}"/>
              </a:ext>
            </a:extLst>
          </p:cNvPr>
          <p:cNvPicPr>
            <a:picLocks noChangeAspect="1"/>
          </p:cNvPicPr>
          <p:nvPr/>
        </p:nvPicPr>
        <p:blipFill rotWithShape="1">
          <a:blip r:embed="rId4">
            <a:extLst>
              <a:ext uri="{28A0092B-C50C-407E-A947-70E740481C1C}">
                <a14:useLocalDpi xmlns:a14="http://schemas.microsoft.com/office/drawing/2010/main" val="0"/>
              </a:ext>
            </a:extLst>
          </a:blip>
          <a:srcRect t="13349" b="13349"/>
          <a:stretch/>
        </p:blipFill>
        <p:spPr>
          <a:xfrm>
            <a:off x="2352559" y="3713584"/>
            <a:ext cx="7486881" cy="3144416"/>
          </a:xfrm>
          <a:prstGeom prst="rect">
            <a:avLst/>
          </a:prstGeom>
        </p:spPr>
      </p:pic>
      <p:sp>
        <p:nvSpPr>
          <p:cNvPr id="4" name="テキスト ボックス 3">
            <a:extLst>
              <a:ext uri="{FF2B5EF4-FFF2-40B4-BE49-F238E27FC236}">
                <a16:creationId xmlns:a16="http://schemas.microsoft.com/office/drawing/2014/main" id="{1E433AC2-2377-AD50-E06E-408FE8FC4328}"/>
              </a:ext>
            </a:extLst>
          </p:cNvPr>
          <p:cNvSpPr txBox="1"/>
          <p:nvPr/>
        </p:nvSpPr>
        <p:spPr>
          <a:xfrm>
            <a:off x="513184" y="513184"/>
            <a:ext cx="3013787" cy="769441"/>
          </a:xfrm>
          <a:prstGeom prst="rect">
            <a:avLst/>
          </a:prstGeom>
          <a:noFill/>
        </p:spPr>
        <p:txBody>
          <a:bodyPr wrap="square" rtlCol="0">
            <a:spAutoFit/>
          </a:bodyPr>
          <a:lstStyle/>
          <a:p>
            <a:r>
              <a:rPr kumimoji="1" lang="ja-JP" altLang="en-US" sz="4400" dirty="0">
                <a:solidFill>
                  <a:schemeClr val="bg1"/>
                </a:solidFill>
              </a:rPr>
              <a:t>ゲーム画面</a:t>
            </a:r>
          </a:p>
        </p:txBody>
      </p:sp>
    </p:spTree>
    <p:extLst>
      <p:ext uri="{BB962C8B-B14F-4D97-AF65-F5344CB8AC3E}">
        <p14:creationId xmlns:p14="http://schemas.microsoft.com/office/powerpoint/2010/main" val="148572178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テキスト ボックス 1">
            <a:extLst>
              <a:ext uri="{FF2B5EF4-FFF2-40B4-BE49-F238E27FC236}">
                <a16:creationId xmlns:a16="http://schemas.microsoft.com/office/drawing/2014/main" id="{6D43CAF8-8749-9ECC-3C2E-91427C904E30}"/>
              </a:ext>
            </a:extLst>
          </p:cNvPr>
          <p:cNvSpPr txBox="1"/>
          <p:nvPr/>
        </p:nvSpPr>
        <p:spPr>
          <a:xfrm>
            <a:off x="577005" y="343728"/>
            <a:ext cx="2989006" cy="923330"/>
          </a:xfrm>
          <a:prstGeom prst="rect">
            <a:avLst/>
          </a:prstGeom>
          <a:noFill/>
        </p:spPr>
        <p:txBody>
          <a:bodyPr wrap="square" rtlCol="0">
            <a:spAutoFit/>
          </a:bodyPr>
          <a:lstStyle/>
          <a:p>
            <a:r>
              <a:rPr kumimoji="1" lang="ja-JP" altLang="en-US" sz="5400" dirty="0"/>
              <a:t>対応機種</a:t>
            </a:r>
          </a:p>
        </p:txBody>
      </p:sp>
      <p:pic>
        <p:nvPicPr>
          <p:cNvPr id="2050" name="Picture 2" descr="新VRゴーグルの｢オキュラス クエスト2｣とARメガネの最先端。Facebook Connectリアルタイムまとめ | ギズモード・ジャパン">
            <a:extLst>
              <a:ext uri="{FF2B5EF4-FFF2-40B4-BE49-F238E27FC236}">
                <a16:creationId xmlns:a16="http://schemas.microsoft.com/office/drawing/2014/main" id="{66AA7D17-22F3-81D6-67D7-FFE707F4305A}"/>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5162" r="1630" b="4222"/>
          <a:stretch/>
        </p:blipFill>
        <p:spPr bwMode="auto">
          <a:xfrm>
            <a:off x="461368" y="1267058"/>
            <a:ext cx="5979189" cy="3460819"/>
          </a:xfrm>
          <a:prstGeom prst="rect">
            <a:avLst/>
          </a:prstGeom>
          <a:noFill/>
          <a:extLst>
            <a:ext uri="{909E8E84-426E-40DD-AFC4-6F175D3DCCD1}">
              <a14:hiddenFill xmlns:a14="http://schemas.microsoft.com/office/drawing/2010/main">
                <a:solidFill>
                  <a:srgbClr val="FFFFFF"/>
                </a:solidFill>
              </a14:hiddenFill>
            </a:ext>
          </a:extLst>
        </p:spPr>
      </p:pic>
      <p:sp>
        <p:nvSpPr>
          <p:cNvPr id="3" name="テキスト ボックス 2">
            <a:extLst>
              <a:ext uri="{FF2B5EF4-FFF2-40B4-BE49-F238E27FC236}">
                <a16:creationId xmlns:a16="http://schemas.microsoft.com/office/drawing/2014/main" id="{0499D3F0-F8EF-93A5-B47F-D7D21FE1F0A3}"/>
              </a:ext>
            </a:extLst>
          </p:cNvPr>
          <p:cNvSpPr txBox="1"/>
          <p:nvPr/>
        </p:nvSpPr>
        <p:spPr>
          <a:xfrm>
            <a:off x="6706703" y="4727877"/>
            <a:ext cx="5260009" cy="923330"/>
          </a:xfrm>
          <a:prstGeom prst="rect">
            <a:avLst/>
          </a:prstGeom>
          <a:noFill/>
        </p:spPr>
        <p:txBody>
          <a:bodyPr wrap="square" rtlCol="0">
            <a:spAutoFit/>
          </a:bodyPr>
          <a:lstStyle/>
          <a:p>
            <a:r>
              <a:rPr kumimoji="1" lang="ja-JP" altLang="en-US" dirty="0"/>
              <a:t>スティックで移動をし、コントローラーについてあるボタンでモノを取ったり、メニューの選択をしたりします。</a:t>
            </a:r>
          </a:p>
        </p:txBody>
      </p:sp>
      <p:sp>
        <p:nvSpPr>
          <p:cNvPr id="4" name="テキスト ボックス 3">
            <a:extLst>
              <a:ext uri="{FF2B5EF4-FFF2-40B4-BE49-F238E27FC236}">
                <a16:creationId xmlns:a16="http://schemas.microsoft.com/office/drawing/2014/main" id="{5E2C5A1E-C8AC-018E-BF9A-EC5382203D95}"/>
              </a:ext>
            </a:extLst>
          </p:cNvPr>
          <p:cNvSpPr txBox="1"/>
          <p:nvPr/>
        </p:nvSpPr>
        <p:spPr>
          <a:xfrm>
            <a:off x="6828183" y="3826564"/>
            <a:ext cx="3041373" cy="830997"/>
          </a:xfrm>
          <a:prstGeom prst="rect">
            <a:avLst/>
          </a:prstGeom>
          <a:noFill/>
        </p:spPr>
        <p:txBody>
          <a:bodyPr wrap="square" rtlCol="0">
            <a:spAutoFit/>
          </a:bodyPr>
          <a:lstStyle/>
          <a:p>
            <a:r>
              <a:rPr kumimoji="1" lang="ja-JP" altLang="en-US" sz="4800" dirty="0"/>
              <a:t>操作方法</a:t>
            </a:r>
          </a:p>
        </p:txBody>
      </p:sp>
    </p:spTree>
    <p:extLst>
      <p:ext uri="{BB962C8B-B14F-4D97-AF65-F5344CB8AC3E}">
        <p14:creationId xmlns:p14="http://schemas.microsoft.com/office/powerpoint/2010/main" val="358325152"/>
      </p:ext>
    </p:extLst>
  </p:cSld>
  <p:clrMapOvr>
    <a:masterClrMapping/>
  </p:clrMapOvr>
</p:sld>
</file>

<file path=ppt/theme/theme1.xml><?xml version="1.0" encoding="utf-8"?>
<a:theme xmlns:a="http://schemas.openxmlformats.org/drawingml/2006/main" name="MarrakeshVTI">
  <a:themeElements>
    <a:clrScheme name="AnalogousFromRegularSeedRightStep">
      <a:dk1>
        <a:srgbClr val="000000"/>
      </a:dk1>
      <a:lt1>
        <a:srgbClr val="FFFFFF"/>
      </a:lt1>
      <a:dk2>
        <a:srgbClr val="1A1E2F"/>
      </a:dk2>
      <a:lt2>
        <a:srgbClr val="F3F0F1"/>
      </a:lt2>
      <a:accent1>
        <a:srgbClr val="21B87B"/>
      </a:accent1>
      <a:accent2>
        <a:srgbClr val="14B2B4"/>
      </a:accent2>
      <a:accent3>
        <a:srgbClr val="2995E7"/>
      </a:accent3>
      <a:accent4>
        <a:srgbClr val="1B37D6"/>
      </a:accent4>
      <a:accent5>
        <a:srgbClr val="5B29E7"/>
      </a:accent5>
      <a:accent6>
        <a:srgbClr val="9817D5"/>
      </a:accent6>
      <a:hlink>
        <a:srgbClr val="BF3F73"/>
      </a:hlink>
      <a:folHlink>
        <a:srgbClr val="7F7F7F"/>
      </a:folHlink>
    </a:clrScheme>
    <a:fontScheme name="Goudy">
      <a:majorFont>
        <a:latin typeface="Yu Mincho Demibold"/>
        <a:ea typeface=""/>
        <a:cs typeface=""/>
      </a:majorFont>
      <a:minorFont>
        <a:latin typeface="Yu Gothic"/>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MarrakeshVTI" id="{DCD97A9B-DAE4-42FA-B2F9-0A5C34F43D6C}" vid="{A7163F41-974B-4A88-831F-D9DFFFE40CEC}"/>
    </a:ext>
  </a:extLst>
</a:theme>
</file>

<file path=ppt/theme/theme2.xml><?xml version="1.0" encoding="utf-8"?>
<a:theme xmlns:a="http://schemas.openxmlformats.org/drawingml/2006/main" name="Office テーマ">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游ゴシック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游ゴシック"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4415</TotalTime>
  <Words>80</Words>
  <Application>Microsoft Office PowerPoint</Application>
  <PresentationFormat>ワイド画面</PresentationFormat>
  <Paragraphs>10</Paragraphs>
  <Slides>5</Slides>
  <Notes>1</Notes>
  <HiddenSlides>0</HiddenSlides>
  <MMClips>0</MMClips>
  <ScaleCrop>false</ScaleCrop>
  <HeadingPairs>
    <vt:vector size="6" baseType="variant">
      <vt:variant>
        <vt:lpstr>使用されているフォント</vt:lpstr>
      </vt:variant>
      <vt:variant>
        <vt:i4>5</vt:i4>
      </vt:variant>
      <vt:variant>
        <vt:lpstr>テーマ</vt:lpstr>
      </vt:variant>
      <vt:variant>
        <vt:i4>1</vt:i4>
      </vt:variant>
      <vt:variant>
        <vt:lpstr>スライド タイトル</vt:lpstr>
      </vt:variant>
      <vt:variant>
        <vt:i4>5</vt:i4>
      </vt:variant>
    </vt:vector>
  </HeadingPairs>
  <TitlesOfParts>
    <vt:vector size="11" baseType="lpstr">
      <vt:lpstr>Yu Gothic</vt:lpstr>
      <vt:lpstr>Yu Gothic</vt:lpstr>
      <vt:lpstr>Yu Mincho Demibold</vt:lpstr>
      <vt:lpstr>Arial</vt:lpstr>
      <vt:lpstr>Goudy Old Style</vt:lpstr>
      <vt:lpstr>MarrakeshVTI</vt:lpstr>
      <vt:lpstr>VRゲームの草案</vt:lpstr>
      <vt:lpstr>PowerPoint プレゼンテーション</vt:lpstr>
      <vt:lpstr>乳しぼりや、畑仕事もすべてがリアルに！！</vt:lpstr>
      <vt:lpstr>PowerPoint プレゼンテーション</vt:lpstr>
      <vt:lpstr>PowerPoint プレゼンテーション</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VRゲームの草案</dc:title>
  <dc:creator>THS23 安田晴人</dc:creator>
  <cp:lastModifiedBy>THS23 安田晴人</cp:lastModifiedBy>
  <cp:revision>2</cp:revision>
  <dcterms:created xsi:type="dcterms:W3CDTF">2023-09-15T05:17:29Z</dcterms:created>
  <dcterms:modified xsi:type="dcterms:W3CDTF">2023-09-22T03:33:43Z</dcterms:modified>
</cp:coreProperties>
</file>