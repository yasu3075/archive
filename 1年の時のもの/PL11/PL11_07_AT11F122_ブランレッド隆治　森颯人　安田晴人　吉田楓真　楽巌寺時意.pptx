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5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58" y="12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E28808-26D1-4F4B-96F4-F3082078DD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7008" y="1122362"/>
            <a:ext cx="8816632" cy="3571557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E0C639-B0CD-4365-98A9-C1E5FF6CF4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57008" y="5521960"/>
            <a:ext cx="8816632" cy="944879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80C52-E6BB-4B27-B5D8-2D33B2497C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CBF3A-D7FB-4B97-8FD5-6FFB20CB1E84}" type="datetimeFigureOut">
              <a:rPr lang="en-US" smtClean="0"/>
              <a:t>7/13/2023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77C649-4A0C-4EF2-8FC1-2BCF0BF95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0E03F2-D0FE-49BB-8AEC-E99C4DB2D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9D357-8067-4A1F-97B2-93C5160B78D9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4A7CC8F-56A6-423D-B67A-8BA89D3EC911}"/>
              </a:ext>
            </a:extLst>
          </p:cNvPr>
          <p:cNvCxnSpPr>
            <a:cxnSpLocks/>
          </p:cNvCxnSpPr>
          <p:nvPr/>
        </p:nvCxnSpPr>
        <p:spPr>
          <a:xfrm flipH="1">
            <a:off x="4" y="514350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26646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05B5E-C545-4763-BA47-4C2C0FCA51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A263F8-8E34-4910-BF7A-F1C5A99689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6E74E5-D20D-4AB7-8D98-F336CE0EC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CBF3A-D7FB-4B97-8FD5-6FFB20CB1E84}" type="datetimeFigureOut">
              <a:rPr lang="en-US" smtClean="0"/>
              <a:t>7/13/2023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9D23AA-8F22-4B09-8FAA-CD16E5D66C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E8A028-A0C8-45E7-915E-B83FF59C9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9D357-8067-4A1F-97B2-93C5160B78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62375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69F01F-198D-4AAD-B4FB-AD3B44981A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8200"/>
            <a:ext cx="9438640" cy="4114800"/>
          </a:xfrm>
        </p:spPr>
        <p:txBody>
          <a:bodyPr anchor="t">
            <a:normAutofit/>
          </a:bodyPr>
          <a:lstStyle>
            <a:lvl1pPr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0BCC2B-311B-4FB6-B3A5-26F68055AE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5217160"/>
            <a:ext cx="9438640" cy="802640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9CB73D-2D6B-4FA6-89A4-DCC89F80E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CBF3A-D7FB-4B97-8FD5-6FFB20CB1E84}" type="datetimeFigureOut">
              <a:rPr lang="en-US" smtClean="0"/>
              <a:t>7/13/2023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A0C188-FF43-44C1-A005-679168D5F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CD1188-DA27-47B2-8176-31193EEC4C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9D357-8067-4A1F-97B2-93C5160B78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32317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CB5A25-7E99-42A8-8D6D-648EFE2038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0501DC-62B7-42BD-A941-D34E92719C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011679"/>
            <a:ext cx="5181600" cy="41652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65C5C1-4FD4-4958-99A0-BDADECA336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011679"/>
            <a:ext cx="5181600" cy="41652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D1B234-5D54-44E5-B41D-B205AAF50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CBF3A-D7FB-4B97-8FD5-6FFB20CB1E84}" type="datetimeFigureOut">
              <a:rPr lang="en-US" smtClean="0"/>
              <a:t>7/13/2023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67BCDB-6B96-45D6-B5E9-823A96EBD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239C5F-F16F-4AFD-98D1-FA3BB96AF2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9D357-8067-4A1F-97B2-93C5160B78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93621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544C1F-0040-4BBF-81A6-FD2E30637B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79780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2894A7-1DA1-44C1-8ED0-7162794306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824035"/>
            <a:ext cx="4997132" cy="681040"/>
          </a:xfrm>
        </p:spPr>
        <p:txBody>
          <a:bodyPr anchor="b"/>
          <a:lstStyle>
            <a:lvl1pPr marL="0" indent="0">
              <a:buNone/>
              <a:defRPr sz="2400" b="1" i="0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9AB945-31E2-4B60-9076-CBB8F85949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499713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771B3EA-2E84-4B8B-A104-81BD577424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55080" y="1824035"/>
            <a:ext cx="5000308" cy="681040"/>
          </a:xfrm>
        </p:spPr>
        <p:txBody>
          <a:bodyPr anchor="b"/>
          <a:lstStyle>
            <a:lvl1pPr marL="0" indent="0">
              <a:buNone/>
              <a:defRPr sz="2400" b="1" i="0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8511AB8-302C-476E-B80A-AA739911E3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55080" y="2505075"/>
            <a:ext cx="500030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8B47C29-FE34-4E6E-9921-78C54673AA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CBF3A-D7FB-4B97-8FD5-6FFB20CB1E84}" type="datetimeFigureOut">
              <a:rPr lang="en-US" smtClean="0"/>
              <a:t>7/13/2023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CF6B420-A9CE-4BB6-A653-5C3ABC7D67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21DF8FE-1179-4798-B16D-AF1DFA266D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9D357-8067-4A1F-97B2-93C5160B78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18064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66F1A-0A68-4048-808F-CD7A9F3B08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99592"/>
            <a:ext cx="10515600" cy="1573223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8ACB3E6-5365-48F5-8D2A-0B002BA357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CBF3A-D7FB-4B97-8FD5-6FFB20CB1E84}" type="datetimeFigureOut">
              <a:rPr lang="en-US" smtClean="0"/>
              <a:t>7/13/2023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7D8EE9-4D97-4B2F-8D38-41CB9EE774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2C5952-0A27-4FAB-A3FD-120037876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9D357-8067-4A1F-97B2-93C5160B78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44085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3D08427-909D-4679-9192-BC99557A7D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CBF3A-D7FB-4B97-8FD5-6FFB20CB1E84}" type="datetimeFigureOut">
              <a:rPr lang="en-US" smtClean="0"/>
              <a:t>7/13/2023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08E39A6-1E09-42B5-85B4-7E8B5AB2A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938940-01DD-4C97-8649-E01C3B0EDF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9D357-8067-4A1F-97B2-93C5160B78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73100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93B3D-D568-40B4-A73A-1C8EA9ABB0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457200"/>
            <a:ext cx="3691818" cy="17018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586EB3-917A-43B7-85BB-D00B5D2F07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14798" y="987425"/>
            <a:ext cx="5840589" cy="503237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7AC029-3BC1-4637-A7F9-BC786DC26A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372360"/>
            <a:ext cx="3691817" cy="349662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90B948-89C5-4AC5-B7A0-17136F5C5A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CBF3A-D7FB-4B97-8FD5-6FFB20CB1E84}" type="datetimeFigureOut">
              <a:rPr lang="en-US" smtClean="0"/>
              <a:t>7/13/2023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A6C8C5-652F-46CB-BD26-E262B057F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FB50CB-E91F-4B71-81F0-800F2B51A3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9D357-8067-4A1F-97B2-93C5160B78D9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B69B885-FDB8-4C62-A285-A0CDC49A6B0C}"/>
              </a:ext>
            </a:extLst>
          </p:cNvPr>
          <p:cNvCxnSpPr>
            <a:cxnSpLocks/>
          </p:cNvCxnSpPr>
          <p:nvPr/>
        </p:nvCxnSpPr>
        <p:spPr>
          <a:xfrm>
            <a:off x="5023202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50894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3F941E-6445-4840-81AE-104EF7A4F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457200"/>
            <a:ext cx="3696652" cy="17018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3F8B866-E32B-4AE7-AEF3-6974AE3288F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786120" y="838200"/>
            <a:ext cx="5603238" cy="518159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2ABB7A-E157-499A-B224-C2313181F5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367280"/>
            <a:ext cx="3696652" cy="350170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C77283-E2B8-405E-BB6E-9F121140E5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CBF3A-D7FB-4B97-8FD5-6FFB20CB1E84}" type="datetimeFigureOut">
              <a:rPr lang="en-US" smtClean="0"/>
              <a:t>7/13/2023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F21F05-EB94-417F-B19B-96FF3D9ECA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B7C3C7-B6DB-4064-8E66-9FB770C88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9D357-8067-4A1F-97B2-93C5160B78D9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E233FA-220A-423F-907E-5F81526A28A0}"/>
              </a:ext>
            </a:extLst>
          </p:cNvPr>
          <p:cNvCxnSpPr>
            <a:cxnSpLocks/>
          </p:cNvCxnSpPr>
          <p:nvPr/>
        </p:nvCxnSpPr>
        <p:spPr>
          <a:xfrm>
            <a:off x="5023202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90715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F56D52-667C-4E67-9038-A0BDFD8CC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3E72AC-0272-475A-BD25-2AB7AC1DEF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CFBFF2-9ECB-4CDD-87FA-9DD1F87BF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CBF3A-D7FB-4B97-8FD5-6FFB20CB1E84}" type="datetimeFigureOut">
              <a:rPr lang="en-US" smtClean="0"/>
              <a:t>7/13/2023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AC12B3-DAF5-4BA7-A3A6-D0284716DB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F171AE-4A11-4035-A072-9AC4053FFA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9D357-8067-4A1F-97B2-93C5160B78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4687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3A52E95-2F50-48D3-B00E-4C259644E72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050174" y="838199"/>
            <a:ext cx="2303626" cy="53387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617C9B-4E02-49C8-B6DF-65ED3C9903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838199"/>
            <a:ext cx="7734300" cy="533876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ECA10C-AC31-4D80-B78F-08E48CDCB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CBF3A-D7FB-4B97-8FD5-6FFB20CB1E84}" type="datetimeFigureOut">
              <a:rPr lang="en-US" smtClean="0"/>
              <a:t>7/13/2023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AAB5B7-F312-4BC9-A5D3-72E065D1B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C2E489-5442-4698-B6E3-3421A97C2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9D357-8067-4A1F-97B2-93C5160B78D9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1F3A7E1-F157-4338-B7F7-9C0A2D60B7FF}"/>
              </a:ext>
            </a:extLst>
          </p:cNvPr>
          <p:cNvCxnSpPr>
            <a:cxnSpLocks/>
          </p:cNvCxnSpPr>
          <p:nvPr/>
        </p:nvCxnSpPr>
        <p:spPr>
          <a:xfrm>
            <a:off x="8811337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73601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476A66-BE83-43F9-A28B-02DF7879A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4990"/>
            <a:ext cx="10515600" cy="111681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D76E94-F276-4F0F-8DD9-B1F8A3198A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061469"/>
            <a:ext cx="10515600" cy="41148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AD964E-3A2E-4DB9-B96A-EDE144A47B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425981" y="4687095"/>
            <a:ext cx="27066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F6CCBF3A-D7FB-4B97-8FD5-6FFB20CB1E84}" type="datetimeFigureOut">
              <a:rPr lang="en-US" smtClean="0"/>
              <a:t>7/13/2023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ACB382-EE11-430D-941A-DB76EEB7F2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-1131161" y="1592957"/>
            <a:ext cx="297352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C562FE-ACD1-43F2-A3DE-5B11E10B7E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2296" y="6356350"/>
            <a:ext cx="5746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</a:defRPr>
            </a:lvl1pPr>
          </a:lstStyle>
          <a:p>
            <a:fld id="{3109D357-8067-4A1F-97B2-93C5160B78D9}" type="slidenum">
              <a:rPr lang="en-US" smtClean="0"/>
              <a:t>‹#›</a:t>
            </a:fld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EB34A3B-1FD5-48FF-9982-1E64C864C01D}"/>
              </a:ext>
            </a:extLst>
          </p:cNvPr>
          <p:cNvCxnSpPr>
            <a:cxnSpLocks/>
          </p:cNvCxnSpPr>
          <p:nvPr/>
        </p:nvCxnSpPr>
        <p:spPr>
          <a:xfrm flipH="1">
            <a:off x="4" y="1824111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80326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SzPct val="80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Goudy Old Style" panose="02020502050305020303" pitchFamily="18" charset="0"/>
        <a:buChar char="–"/>
        <a:defRPr sz="1800" i="1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Goudy Old Style" panose="02020502050305020303" pitchFamily="18" charset="0"/>
        <a:buChar char="–"/>
        <a:defRPr sz="1400" i="1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8">
            <a:extLst>
              <a:ext uri="{FF2B5EF4-FFF2-40B4-BE49-F238E27FC236}">
                <a16:creationId xmlns:a16="http://schemas.microsoft.com/office/drawing/2014/main" id="{8F626F98-F213-4034-8836-88A71501D0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3">
            <a:extLst>
              <a:ext uri="{FF2B5EF4-FFF2-40B4-BE49-F238E27FC236}">
                <a16:creationId xmlns:a16="http://schemas.microsoft.com/office/drawing/2014/main" id="{FC682F0C-9C9D-3E9A-CC3C-677DEA1103B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60000"/>
          </a:blip>
          <a:srcRect t="16586" b="694"/>
          <a:stretch/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 useBgFill="1">
        <p:nvSpPr>
          <p:cNvPr id="17" name="Freeform: Shape 10">
            <a:extLst>
              <a:ext uri="{FF2B5EF4-FFF2-40B4-BE49-F238E27FC236}">
                <a16:creationId xmlns:a16="http://schemas.microsoft.com/office/drawing/2014/main" id="{6B3DAACF-D844-4480-94BE-2DE00ABEEB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475199" y="726177"/>
            <a:ext cx="5241603" cy="5343721"/>
          </a:xfrm>
          <a:custGeom>
            <a:avLst/>
            <a:gdLst>
              <a:gd name="connsiteX0" fmla="*/ 5325805 w 5325805"/>
              <a:gd name="connsiteY0" fmla="*/ 2714782 h 5429563"/>
              <a:gd name="connsiteX1" fmla="*/ 2611024 w 5325805"/>
              <a:gd name="connsiteY1" fmla="*/ 5429563 h 5429563"/>
              <a:gd name="connsiteX2" fmla="*/ 1942188 w 5325805"/>
              <a:gd name="connsiteY2" fmla="*/ 5429563 h 5429563"/>
              <a:gd name="connsiteX3" fmla="*/ 668836 w 5325805"/>
              <a:gd name="connsiteY3" fmla="*/ 5429563 h 5429563"/>
              <a:gd name="connsiteX4" fmla="*/ 0 w 5325805"/>
              <a:gd name="connsiteY4" fmla="*/ 5429563 h 5429563"/>
              <a:gd name="connsiteX5" fmla="*/ 0 w 5325805"/>
              <a:gd name="connsiteY5" fmla="*/ 0 h 5429563"/>
              <a:gd name="connsiteX6" fmla="*/ 668836 w 5325805"/>
              <a:gd name="connsiteY6" fmla="*/ 0 h 5429563"/>
              <a:gd name="connsiteX7" fmla="*/ 1942188 w 5325805"/>
              <a:gd name="connsiteY7" fmla="*/ 0 h 5429563"/>
              <a:gd name="connsiteX8" fmla="*/ 2611024 w 5325805"/>
              <a:gd name="connsiteY8" fmla="*/ 0 h 5429563"/>
              <a:gd name="connsiteX9" fmla="*/ 5325805 w 5325805"/>
              <a:gd name="connsiteY9" fmla="*/ 2714782 h 5429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325805" h="5429563">
                <a:moveTo>
                  <a:pt x="5325805" y="2714782"/>
                </a:moveTo>
                <a:cubicBezTo>
                  <a:pt x="5325805" y="4214114"/>
                  <a:pt x="4110356" y="5429563"/>
                  <a:pt x="2611024" y="5429563"/>
                </a:cubicBezTo>
                <a:lnTo>
                  <a:pt x="1942188" y="5429563"/>
                </a:lnTo>
                <a:lnTo>
                  <a:pt x="668836" y="5429563"/>
                </a:lnTo>
                <a:lnTo>
                  <a:pt x="0" y="5429563"/>
                </a:lnTo>
                <a:lnTo>
                  <a:pt x="0" y="0"/>
                </a:lnTo>
                <a:lnTo>
                  <a:pt x="668836" y="0"/>
                </a:lnTo>
                <a:lnTo>
                  <a:pt x="1942188" y="0"/>
                </a:lnTo>
                <a:lnTo>
                  <a:pt x="2611024" y="0"/>
                </a:lnTo>
                <a:cubicBezTo>
                  <a:pt x="4110356" y="0"/>
                  <a:pt x="5325805" y="1215450"/>
                  <a:pt x="5325805" y="2714782"/>
                </a:cubicBezTo>
                <a:close/>
              </a:path>
            </a:pathLst>
          </a:custGeom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62EFB0CB-C03F-9001-2643-1750558186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336430"/>
            <a:ext cx="9144000" cy="2820573"/>
          </a:xfrm>
        </p:spPr>
        <p:txBody>
          <a:bodyPr>
            <a:normAutofit/>
          </a:bodyPr>
          <a:lstStyle/>
          <a:p>
            <a:pPr algn="ctr"/>
            <a:r>
              <a:rPr kumimoji="1" lang="ja-JP" altLang="en-US" sz="6600" dirty="0"/>
              <a:t>魚を競り落として</a:t>
            </a:r>
            <a:br>
              <a:rPr kumimoji="1" lang="en-US" altLang="ja-JP" sz="6600" dirty="0"/>
            </a:br>
            <a:r>
              <a:rPr kumimoji="1" lang="ja-JP" altLang="en-US" sz="6600" dirty="0"/>
              <a:t>ポイントを稼ぐゲーム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56914078-B895-B806-A854-CEEA800059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68856" y="4628271"/>
            <a:ext cx="4054288" cy="1069144"/>
          </a:xfrm>
        </p:spPr>
        <p:txBody>
          <a:bodyPr>
            <a:normAutofit/>
          </a:bodyPr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74034771"/>
      </p:ext>
    </p:extLst>
  </p:cSld>
  <p:clrMapOvr>
    <a:masterClrMapping/>
  </p:clrMapOvr>
</p:sld>
</file>

<file path=ppt/theme/theme1.xml><?xml version="1.0" encoding="utf-8"?>
<a:theme xmlns:a="http://schemas.openxmlformats.org/drawingml/2006/main" name="ArchwayVTI">
  <a:themeElements>
    <a:clrScheme name="AnalogousFromLightSeedLeftStep">
      <a:dk1>
        <a:srgbClr val="000000"/>
      </a:dk1>
      <a:lt1>
        <a:srgbClr val="FFFFFF"/>
      </a:lt1>
      <a:dk2>
        <a:srgbClr val="22363C"/>
      </a:dk2>
      <a:lt2>
        <a:srgbClr val="E8E3E2"/>
      </a:lt2>
      <a:accent1>
        <a:srgbClr val="24AED7"/>
      </a:accent1>
      <a:accent2>
        <a:srgbClr val="35B29B"/>
      </a:accent2>
      <a:accent3>
        <a:srgbClr val="31B967"/>
      </a:accent3>
      <a:accent4>
        <a:srgbClr val="2FB82C"/>
      </a:accent4>
      <a:accent5>
        <a:srgbClr val="6FB23D"/>
      </a:accent5>
      <a:accent6>
        <a:srgbClr val="98A938"/>
      </a:accent6>
      <a:hlink>
        <a:srgbClr val="AB7564"/>
      </a:hlink>
      <a:folHlink>
        <a:srgbClr val="7F7F7F"/>
      </a:folHlink>
    </a:clrScheme>
    <a:fontScheme name="Archway">
      <a:majorFont>
        <a:latin typeface="Felix Titling"/>
        <a:ea typeface=""/>
        <a:cs typeface=""/>
      </a:majorFont>
      <a:minorFont>
        <a:latin typeface="Goudy Old Styl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rchwayVTI" id="{309F1D27-9968-4F93-BA7C-3666A757FD2E}" vid="{76D8E8FD-8787-4E56-A14A-C28BF58ABEE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8</Words>
  <Application>Microsoft Office PowerPoint</Application>
  <PresentationFormat>ワイド画面</PresentationFormat>
  <Paragraphs>1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Arial</vt:lpstr>
      <vt:lpstr>Felix Titling</vt:lpstr>
      <vt:lpstr>Goudy Old Style</vt:lpstr>
      <vt:lpstr>ArchwayVTI</vt:lpstr>
      <vt:lpstr>魚を競り落として ポイントを稼ぐゲーム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THS23 安田晴人</dc:creator>
  <cp:lastModifiedBy>THS23 安田晴人</cp:lastModifiedBy>
  <cp:revision>2</cp:revision>
  <dcterms:created xsi:type="dcterms:W3CDTF">2023-07-13T07:23:24Z</dcterms:created>
  <dcterms:modified xsi:type="dcterms:W3CDTF">2023-07-13T07:28:26Z</dcterms:modified>
</cp:coreProperties>
</file>